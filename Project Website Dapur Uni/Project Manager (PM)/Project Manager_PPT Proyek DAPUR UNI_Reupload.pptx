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0BE7-C349-103C-328D-06DA4E2CA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0834D-C18F-DD0D-ABFF-353D88F40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402DA-8F95-7FFA-7C07-583BDB94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97BC8-B7E7-C81F-FBC6-EC17ED7C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731C-FBB3-C0F5-9749-AC881C5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7531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C153-FCBB-FE7F-22F4-9546A7E9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8C10-108E-9629-016A-62C058E4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CFBBC-ECE2-11DC-AA85-EDA4C229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661C-81C6-7407-2889-EE4398F4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2AD0-3695-58A6-C0A4-55B1E152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543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D6B2-69E1-D40A-F105-64F2AFC3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E5C62-E5E9-6F4E-CF61-CB7D9699F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367D4-7BFC-375F-2BAB-B9F2993F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FD0A8-07AF-E439-8B42-789185C8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FD0F-AE92-F252-EF12-2F725A32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773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0AE7-16E0-E140-8935-70EC30CC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F450-A9FC-A8AC-AF27-CDEB01C89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5587C-CF3F-CEAD-89F2-623208A4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B2644-961C-CEC2-B0AC-D4ABC500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E847B-7A3F-04E8-1BE7-CEEA6A1B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09A88-0FF3-F33F-D989-969DA694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954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FE5CE-01EB-B37A-147C-80348629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EB5B-4DE2-3937-9BC4-81D87BE4A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62412-5CFB-2940-D485-3B7A86BAD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E72D8-0209-2831-D4E3-209DA96F3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5AE59-3E9F-3D4B-3B48-095DFA5D8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11839-14C0-4EDD-DE73-407F680A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C4BCF-91B9-188D-E221-447EA6B6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07E22-309C-D511-D33C-4267A494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765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705F-550A-D9F9-8EB5-4718A200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83812-F2A3-E7FA-AD14-CBB0E0F4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80D74-9A1F-CF37-1D6A-E5CFF1E90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F45BA-A616-A015-64A6-D011CD25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320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D6139-4EDD-7286-20EC-165584A8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2311-6D2D-4DED-8154-FBEB2174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3DAF6-5077-F21C-9D60-A7FA4607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6486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6783-5782-827D-5983-119A4E0F5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3865-5B89-652A-8C76-747075EB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566B9-1EEB-A905-9C3B-11589758F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CE236-5030-4692-4EC8-86B793656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6A1BA-6D7C-0465-EDD9-F36BD3CD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9997B-D878-246A-44AC-AB3A4836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91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8241-8FC7-3E7C-DEC3-C4BB0326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4F2D2-6F83-9B9C-93F2-24786890C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C3392-039C-EF60-6F77-A9DB7533F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EC185-BDA3-1410-C944-DF871940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180A4-8A86-5370-DA35-4902B978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867CD-7E34-BDF4-16C6-25D6383D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1158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96B2-FCFB-3BAF-5C51-008F0633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DC579-E762-0CFB-CB4F-5A3AAB180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115F2-2A1B-ABF9-6287-273BD508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2038-8644-7F5A-DC61-3E496197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EEE62-B061-1DA1-7624-28CF98CC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7824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6DA80-FAE6-709E-B2DC-6B53385FF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A8BEB-CC00-940D-7A31-3FF8CC6CA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1196-FF07-E699-D672-211BD35E5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34FCD-77F4-833D-B452-26A3A839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E5089-C0B2-9DA2-A5C8-995BBDF8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811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DBD11-05E1-968D-AFCD-49E59960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BCCB1-5329-8A46-0052-0BA78E675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4634E-6322-670A-4285-D154BCDB5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DF301-8C3A-45BC-84FC-CA43777F6581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A7262-B4C7-C5D2-A4C7-BE135D21A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AB5DC-D642-A56D-8746-30BCFCAA8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2827A-5B02-4A40-A6FF-1630E10D92F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464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A9F5-4B7B-63E0-6FE3-2FE5D04FD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3"/>
            <a:ext cx="9144000" cy="2387600"/>
          </a:xfrm>
        </p:spPr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DAPUR UNI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9FD30-669F-82CD-E567-F1754E50C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Kelompok</a:t>
            </a:r>
            <a:r>
              <a:rPr lang="en-US" dirty="0"/>
              <a:t> 4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130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2D61-F93E-7CB3-3905-BE6BF363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Nama </a:t>
            </a:r>
            <a:r>
              <a:rPr lang="en-US" dirty="0" err="1"/>
              <a:t>Anggota</a:t>
            </a:r>
            <a:r>
              <a:rPr lang="en-US" dirty="0"/>
              <a:t>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CB05-55F3-54C3-67CF-1566FC187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MUHAMMAD FATUR RAHMAN (10122911)</a:t>
            </a:r>
          </a:p>
          <a:p>
            <a:r>
              <a:rPr lang="en-ID" dirty="0"/>
              <a:t>DIMAS ROBBI KASLANOVA (10122389)</a:t>
            </a:r>
          </a:p>
          <a:p>
            <a:r>
              <a:rPr lang="en-ID" dirty="0"/>
              <a:t>IAN SHEVA SATRIA RAMADHAN (10122611)</a:t>
            </a:r>
          </a:p>
          <a:p>
            <a:r>
              <a:rPr lang="en-ID" dirty="0"/>
              <a:t>IRFAN AFIF LUTBIANTO (10122636)</a:t>
            </a:r>
          </a:p>
        </p:txBody>
      </p:sp>
    </p:spTree>
    <p:extLst>
      <p:ext uri="{BB962C8B-B14F-4D97-AF65-F5344CB8AC3E}">
        <p14:creationId xmlns:p14="http://schemas.microsoft.com/office/powerpoint/2010/main" val="258333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A1123F-EACF-41D3-F888-E007CDF8A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617" y="324464"/>
            <a:ext cx="2640766" cy="6051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870D35-DDDB-B07B-DD6A-9977A47F9760}"/>
              </a:ext>
            </a:extLst>
          </p:cNvPr>
          <p:cNvSpPr txBox="1"/>
          <p:nvPr/>
        </p:nvSpPr>
        <p:spPr>
          <a:xfrm>
            <a:off x="1966451" y="2551837"/>
            <a:ext cx="2330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Work Breakdown Structure 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36668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22058-059F-2AD4-7B3D-90480152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663" y="276551"/>
            <a:ext cx="3122744" cy="6210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5122D-6699-600C-EE73-F27FBB8E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952" y="371048"/>
            <a:ext cx="1962424" cy="61159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4EB84B-A1EF-587B-8AB4-53C4EFD1B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690" y="498298"/>
            <a:ext cx="2971871" cy="546811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C0322F-734A-E80B-9C27-6F8CAC14B986}"/>
              </a:ext>
            </a:extLst>
          </p:cNvPr>
          <p:cNvCxnSpPr/>
          <p:nvPr/>
        </p:nvCxnSpPr>
        <p:spPr>
          <a:xfrm>
            <a:off x="3559278" y="3242186"/>
            <a:ext cx="8849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24C682-F308-6E8B-EEB4-47BCACFAD57A}"/>
              </a:ext>
            </a:extLst>
          </p:cNvPr>
          <p:cNvCxnSpPr/>
          <p:nvPr/>
        </p:nvCxnSpPr>
        <p:spPr>
          <a:xfrm>
            <a:off x="7516762" y="3293805"/>
            <a:ext cx="8849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09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47A64B-7B7B-A6C0-5A61-76236E29A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182" y="160990"/>
            <a:ext cx="2943636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2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66BBF7-C72E-3C43-E147-A0F5FCDE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494" y="94306"/>
            <a:ext cx="2076740" cy="6763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21AF3E-77F6-57BC-72FB-654913C09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729" y="644863"/>
            <a:ext cx="1686160" cy="54109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FF54E0-62B7-9200-6BEB-075F666E3E97}"/>
              </a:ext>
            </a:extLst>
          </p:cNvPr>
          <p:cNvCxnSpPr/>
          <p:nvPr/>
        </p:nvCxnSpPr>
        <p:spPr>
          <a:xfrm>
            <a:off x="5653548" y="3429000"/>
            <a:ext cx="88490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26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15F111-B8A9-CD3C-F69E-3831D30BB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230" y="399627"/>
            <a:ext cx="1686160" cy="60587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E6C369-CA45-A30C-FAEB-124AFDF6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38" y="1728550"/>
            <a:ext cx="1609950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2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B6F82A-0F45-2EF6-83A8-CA4692B0A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637297"/>
            <a:ext cx="7049484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37457-0623-912D-967D-62CC454C0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258" y="2496644"/>
            <a:ext cx="7049484" cy="1684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42337-5715-1190-7512-C50D5D404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73" y="4468255"/>
            <a:ext cx="8087854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6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189C4-E69F-4579-621D-BB3850A6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4" y="843162"/>
            <a:ext cx="7268589" cy="1533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5C665-31CC-1746-BCCA-28C45B195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66" y="2942829"/>
            <a:ext cx="7983064" cy="1352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E01E2F-2DE2-FE10-5C3E-10C540A33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203" y="4861497"/>
            <a:ext cx="744959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19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1004CC-385E-F750-453E-CEEFC6DD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859768"/>
            <a:ext cx="7621064" cy="1343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47CC8-6BD7-937E-7C42-565693CAB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67" y="2505165"/>
            <a:ext cx="9431066" cy="1733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024217-DC5F-BABC-3FA4-8FF03192F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468" y="4541142"/>
            <a:ext cx="7983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8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36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Proyek DAPUR UNI</vt:lpstr>
      <vt:lpstr>Nama Anggota: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Fatur Rahman</dc:creator>
  <cp:lastModifiedBy>Fatur Rahman</cp:lastModifiedBy>
  <cp:revision>3</cp:revision>
  <dcterms:created xsi:type="dcterms:W3CDTF">2025-10-25T12:36:24Z</dcterms:created>
  <dcterms:modified xsi:type="dcterms:W3CDTF">2025-10-26T01:25:47Z</dcterms:modified>
</cp:coreProperties>
</file>