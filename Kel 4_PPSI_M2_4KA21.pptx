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3"/>
  </p:notesMasterIdLst>
  <p:sldIdLst>
    <p:sldId id="256" r:id="rId2"/>
    <p:sldId id="276" r:id="rId3"/>
    <p:sldId id="292" r:id="rId4"/>
    <p:sldId id="259" r:id="rId5"/>
    <p:sldId id="261" r:id="rId6"/>
    <p:sldId id="265" r:id="rId7"/>
    <p:sldId id="263" r:id="rId8"/>
    <p:sldId id="262" r:id="rId9"/>
    <p:sldId id="272" r:id="rId10"/>
    <p:sldId id="266" r:id="rId11"/>
    <p:sldId id="291" r:id="rId12"/>
  </p:sldIdLst>
  <p:sldSz cx="9144000" cy="5143500" type="screen16x9"/>
  <p:notesSz cx="6858000" cy="9144000"/>
  <p:embeddedFontLst>
    <p:embeddedFont>
      <p:font typeface="Chivo" panose="020B0604020202020204" charset="0"/>
      <p:regular r:id="rId14"/>
      <p:bold r:id="rId15"/>
      <p:italic r:id="rId16"/>
      <p:boldItalic r:id="rId17"/>
    </p:embeddedFont>
    <p:embeddedFont>
      <p:font typeface="Fredoka One" panose="02000000000000000000" pitchFamily="2" charset="0"/>
      <p:regular r:id="rId18"/>
    </p:embeddedFont>
    <p:embeddedFont>
      <p:font typeface="Hammersmith One" panose="02010703030501060504" pitchFamily="2" charset="0"/>
      <p:regular r:id="rId19"/>
    </p:embeddedFont>
    <p:embeddedFont>
      <p:font typeface="Palanquin Dark" panose="020B0604020202020204" charset="0"/>
      <p:regular r:id="rId20"/>
      <p:bold r:id="rId21"/>
    </p:embeddedFont>
    <p:embeddedFont>
      <p:font typeface="Roboto Condensed Light" panose="02000000000000000000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19BD55-0418-4D0C-8F9B-74D8E9022E2A}">
  <a:tblStyle styleId="{6E19BD55-0418-4D0C-8F9B-74D8E9022E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1837" autoAdjust="0"/>
  </p:normalViewPr>
  <p:slideViewPr>
    <p:cSldViewPr snapToGrid="0">
      <p:cViewPr varScale="1">
        <p:scale>
          <a:sx n="100" d="100"/>
          <a:sy n="100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12d6a910809_1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12d6a910809_1_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c6ac5e8787_1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c6ac5e8787_1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877b642fd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877b642fd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12df51c49f3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12df51c49f3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12df51c49f3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12df51c49f3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12d6a910809_1_1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12d6a910809_1_1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12d6a910809_1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" name="Google Shape;1735;g12d6a910809_1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12d6a910809_1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12d6a910809_1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12d6a910809_1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" name="Google Shape;1735;g12d6a910809_1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89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10" name="Google Shape;10;p2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22375" y="886540"/>
            <a:ext cx="4873200" cy="28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22375" y="3765806"/>
            <a:ext cx="48732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23" name="Google Shape;23;p4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400825"/>
            <a:ext cx="3852000" cy="30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●"/>
              <a:defRPr sz="1500"/>
            </a:lvl1pPr>
            <a:lvl2pPr marL="914400" lvl="1" indent="-32385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 sz="1500"/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 sz="1500"/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●"/>
              <a:defRPr sz="1500"/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 sz="1500"/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 sz="1500"/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●"/>
              <a:defRPr sz="1500"/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 sz="1500"/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 sz="15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57813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Hammersmith One"/>
              <a:buNone/>
              <a:defRPr sz="36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Hammersmith One"/>
              <a:buNone/>
              <a:defRPr sz="36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Hammersmith One"/>
              <a:buNone/>
              <a:defRPr sz="36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Hammersmith One"/>
              <a:buNone/>
              <a:defRPr sz="36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Hammersmith One"/>
              <a:buNone/>
              <a:defRPr sz="36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Hammersmith One"/>
              <a:buNone/>
              <a:defRPr sz="36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Hammersmith One"/>
              <a:buNone/>
              <a:defRPr sz="36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Hammersmith One"/>
              <a:buNone/>
              <a:defRPr sz="36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 rot="10800000">
            <a:off x="7834500" y="-250422"/>
            <a:ext cx="2242852" cy="2242852"/>
            <a:chOff x="7891962" y="-397004"/>
            <a:chExt cx="2042670" cy="2042670"/>
          </a:xfrm>
        </p:grpSpPr>
        <p:grpSp>
          <p:nvGrpSpPr>
            <p:cNvPr id="28" name="Google Shape;28;p4"/>
            <p:cNvGrpSpPr/>
            <p:nvPr/>
          </p:nvGrpSpPr>
          <p:grpSpPr>
            <a:xfrm rot="2700000">
              <a:off x="8066017" y="27224"/>
              <a:ext cx="1694559" cy="1194214"/>
              <a:chOff x="6675350" y="1828400"/>
              <a:chExt cx="1694575" cy="1194225"/>
            </a:xfrm>
          </p:grpSpPr>
          <p:sp>
            <p:nvSpPr>
              <p:cNvPr id="29" name="Google Shape;29;p4"/>
              <p:cNvSpPr/>
              <p:nvPr/>
            </p:nvSpPr>
            <p:spPr>
              <a:xfrm>
                <a:off x="6675350" y="1828400"/>
                <a:ext cx="1694575" cy="1194225"/>
              </a:xfrm>
              <a:custGeom>
                <a:avLst/>
                <a:gdLst/>
                <a:ahLst/>
                <a:cxnLst/>
                <a:rect l="l" t="t" r="r" b="b"/>
                <a:pathLst>
                  <a:path w="67783" h="47769" extrusionOk="0">
                    <a:moveTo>
                      <a:pt x="0" y="1"/>
                    </a:moveTo>
                    <a:lnTo>
                      <a:pt x="0" y="47768"/>
                    </a:lnTo>
                    <a:lnTo>
                      <a:pt x="67782" y="47768"/>
                    </a:lnTo>
                    <a:lnTo>
                      <a:pt x="6778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dist="95250" dir="8100000" algn="bl" rotWithShape="0">
                  <a:schemeClr val="lt2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6899675" y="1828400"/>
                <a:ext cx="468700" cy="1194225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47769" extrusionOk="0">
                    <a:moveTo>
                      <a:pt x="0" y="1"/>
                    </a:moveTo>
                    <a:lnTo>
                      <a:pt x="0" y="47768"/>
                    </a:lnTo>
                    <a:lnTo>
                      <a:pt x="18747" y="47768"/>
                    </a:lnTo>
                    <a:lnTo>
                      <a:pt x="187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7465900" y="1828400"/>
                <a:ext cx="99275" cy="119422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47769" extrusionOk="0">
                    <a:moveTo>
                      <a:pt x="1" y="1"/>
                    </a:moveTo>
                    <a:lnTo>
                      <a:pt x="1" y="47768"/>
                    </a:lnTo>
                    <a:lnTo>
                      <a:pt x="3970" y="47768"/>
                    </a:lnTo>
                    <a:lnTo>
                      <a:pt x="39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" name="Google Shape;32;p4"/>
            <p:cNvGrpSpPr/>
            <p:nvPr/>
          </p:nvGrpSpPr>
          <p:grpSpPr>
            <a:xfrm rot="2700000">
              <a:off x="8473682" y="292051"/>
              <a:ext cx="928702" cy="714562"/>
              <a:chOff x="2577850" y="4204275"/>
              <a:chExt cx="730550" cy="562100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2577850" y="4204275"/>
                <a:ext cx="730550" cy="562100"/>
              </a:xfrm>
              <a:custGeom>
                <a:avLst/>
                <a:gdLst/>
                <a:ahLst/>
                <a:cxnLst/>
                <a:rect l="l" t="t" r="r" b="b"/>
                <a:pathLst>
                  <a:path w="29222" h="22484" extrusionOk="0">
                    <a:moveTo>
                      <a:pt x="4704" y="1"/>
                    </a:moveTo>
                    <a:cubicBezTo>
                      <a:pt x="2102" y="1"/>
                      <a:pt x="0" y="2102"/>
                      <a:pt x="0" y="4704"/>
                    </a:cubicBezTo>
                    <a:lnTo>
                      <a:pt x="0" y="17780"/>
                    </a:lnTo>
                    <a:cubicBezTo>
                      <a:pt x="0" y="20382"/>
                      <a:pt x="2102" y="22484"/>
                      <a:pt x="4704" y="22484"/>
                    </a:cubicBezTo>
                    <a:lnTo>
                      <a:pt x="24518" y="22484"/>
                    </a:lnTo>
                    <a:cubicBezTo>
                      <a:pt x="27120" y="22484"/>
                      <a:pt x="29221" y="20382"/>
                      <a:pt x="29221" y="17780"/>
                    </a:cubicBezTo>
                    <a:lnTo>
                      <a:pt x="29221" y="4704"/>
                    </a:lnTo>
                    <a:cubicBezTo>
                      <a:pt x="29221" y="2102"/>
                      <a:pt x="27120" y="1"/>
                      <a:pt x="245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2577850" y="4204275"/>
                <a:ext cx="356100" cy="562100"/>
              </a:xfrm>
              <a:custGeom>
                <a:avLst/>
                <a:gdLst/>
                <a:ahLst/>
                <a:cxnLst/>
                <a:rect l="l" t="t" r="r" b="b"/>
                <a:pathLst>
                  <a:path w="14244" h="22484" fill="none" extrusionOk="0">
                    <a:moveTo>
                      <a:pt x="14244" y="22484"/>
                    </a:moveTo>
                    <a:lnTo>
                      <a:pt x="4704" y="22484"/>
                    </a:lnTo>
                    <a:cubicBezTo>
                      <a:pt x="2102" y="22484"/>
                      <a:pt x="0" y="20382"/>
                      <a:pt x="0" y="17780"/>
                    </a:cubicBezTo>
                    <a:lnTo>
                      <a:pt x="0" y="4704"/>
                    </a:lnTo>
                    <a:cubicBezTo>
                      <a:pt x="0" y="2102"/>
                      <a:pt x="2102" y="1"/>
                      <a:pt x="4704" y="1"/>
                    </a:cubicBez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2634550" y="4294400"/>
                <a:ext cx="410325" cy="377925"/>
              </a:xfrm>
              <a:custGeom>
                <a:avLst/>
                <a:gdLst/>
                <a:ahLst/>
                <a:cxnLst/>
                <a:rect l="l" t="t" r="r" b="b"/>
                <a:pathLst>
                  <a:path w="16413" h="15117" extrusionOk="0">
                    <a:moveTo>
                      <a:pt x="8229" y="0"/>
                    </a:moveTo>
                    <a:cubicBezTo>
                      <a:pt x="4663" y="0"/>
                      <a:pt x="1480" y="2507"/>
                      <a:pt x="801" y="6136"/>
                    </a:cubicBezTo>
                    <a:cubicBezTo>
                      <a:pt x="1" y="10206"/>
                      <a:pt x="2669" y="14175"/>
                      <a:pt x="6772" y="14976"/>
                    </a:cubicBezTo>
                    <a:cubicBezTo>
                      <a:pt x="7259" y="15071"/>
                      <a:pt x="7743" y="15116"/>
                      <a:pt x="8221" y="15116"/>
                    </a:cubicBezTo>
                    <a:cubicBezTo>
                      <a:pt x="11771" y="15116"/>
                      <a:pt x="14935" y="12592"/>
                      <a:pt x="15612" y="9005"/>
                    </a:cubicBezTo>
                    <a:cubicBezTo>
                      <a:pt x="16412" y="4902"/>
                      <a:pt x="13744" y="932"/>
                      <a:pt x="9641" y="132"/>
                    </a:cubicBezTo>
                    <a:cubicBezTo>
                      <a:pt x="9167" y="43"/>
                      <a:pt x="8695" y="0"/>
                      <a:pt x="82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2679575" y="4323525"/>
                <a:ext cx="320275" cy="319425"/>
              </a:xfrm>
              <a:custGeom>
                <a:avLst/>
                <a:gdLst/>
                <a:ahLst/>
                <a:cxnLst/>
                <a:rect l="l" t="t" r="r" b="b"/>
                <a:pathLst>
                  <a:path w="12811" h="12777" extrusionOk="0">
                    <a:moveTo>
                      <a:pt x="6139" y="1"/>
                    </a:moveTo>
                    <a:cubicBezTo>
                      <a:pt x="4704" y="34"/>
                      <a:pt x="3370" y="568"/>
                      <a:pt x="2269" y="1502"/>
                    </a:cubicBezTo>
                    <a:cubicBezTo>
                      <a:pt x="2136" y="1602"/>
                      <a:pt x="2002" y="1736"/>
                      <a:pt x="1869" y="1869"/>
                    </a:cubicBezTo>
                    <a:cubicBezTo>
                      <a:pt x="835" y="2903"/>
                      <a:pt x="201" y="4271"/>
                      <a:pt x="34" y="5738"/>
                    </a:cubicBezTo>
                    <a:cubicBezTo>
                      <a:pt x="1" y="5905"/>
                      <a:pt x="1" y="6072"/>
                      <a:pt x="1" y="6272"/>
                    </a:cubicBezTo>
                    <a:lnTo>
                      <a:pt x="1" y="6372"/>
                    </a:lnTo>
                    <a:cubicBezTo>
                      <a:pt x="1" y="7907"/>
                      <a:pt x="535" y="9341"/>
                      <a:pt x="1502" y="10509"/>
                    </a:cubicBezTo>
                    <a:cubicBezTo>
                      <a:pt x="1635" y="10642"/>
                      <a:pt x="1735" y="10775"/>
                      <a:pt x="1869" y="10909"/>
                    </a:cubicBezTo>
                    <a:cubicBezTo>
                      <a:pt x="3003" y="12043"/>
                      <a:pt x="4537" y="12710"/>
                      <a:pt x="6139" y="12777"/>
                    </a:cubicBezTo>
                    <a:lnTo>
                      <a:pt x="6672" y="12777"/>
                    </a:lnTo>
                    <a:cubicBezTo>
                      <a:pt x="8273" y="12710"/>
                      <a:pt x="9808" y="12043"/>
                      <a:pt x="10942" y="10909"/>
                    </a:cubicBezTo>
                    <a:cubicBezTo>
                      <a:pt x="11075" y="10775"/>
                      <a:pt x="11176" y="10642"/>
                      <a:pt x="11309" y="10509"/>
                    </a:cubicBezTo>
                    <a:cubicBezTo>
                      <a:pt x="12276" y="9341"/>
                      <a:pt x="12810" y="7907"/>
                      <a:pt x="12810" y="6372"/>
                    </a:cubicBezTo>
                    <a:cubicBezTo>
                      <a:pt x="12810" y="6339"/>
                      <a:pt x="12810" y="6305"/>
                      <a:pt x="12777" y="6239"/>
                    </a:cubicBezTo>
                    <a:cubicBezTo>
                      <a:pt x="12777" y="6072"/>
                      <a:pt x="12777" y="5905"/>
                      <a:pt x="12777" y="5738"/>
                    </a:cubicBezTo>
                    <a:cubicBezTo>
                      <a:pt x="12610" y="4271"/>
                      <a:pt x="11976" y="2903"/>
                      <a:pt x="10909" y="1836"/>
                    </a:cubicBezTo>
                    <a:cubicBezTo>
                      <a:pt x="10775" y="1736"/>
                      <a:pt x="10642" y="1602"/>
                      <a:pt x="10508" y="1502"/>
                    </a:cubicBezTo>
                    <a:cubicBezTo>
                      <a:pt x="9441" y="568"/>
                      <a:pt x="8073" y="34"/>
                      <a:pt x="66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2702925" y="4346875"/>
                <a:ext cx="273575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0909" extrusionOk="0">
                    <a:moveTo>
                      <a:pt x="5238" y="1"/>
                    </a:moveTo>
                    <a:cubicBezTo>
                      <a:pt x="4037" y="34"/>
                      <a:pt x="2870" y="501"/>
                      <a:pt x="1936" y="1269"/>
                    </a:cubicBezTo>
                    <a:cubicBezTo>
                      <a:pt x="1836" y="1369"/>
                      <a:pt x="1702" y="1469"/>
                      <a:pt x="1602" y="1602"/>
                    </a:cubicBezTo>
                    <a:cubicBezTo>
                      <a:pt x="701" y="2469"/>
                      <a:pt x="134" y="3637"/>
                      <a:pt x="34" y="4904"/>
                    </a:cubicBezTo>
                    <a:cubicBezTo>
                      <a:pt x="1" y="5038"/>
                      <a:pt x="1" y="5205"/>
                      <a:pt x="1" y="5371"/>
                    </a:cubicBezTo>
                    <a:lnTo>
                      <a:pt x="1" y="5438"/>
                    </a:lnTo>
                    <a:cubicBezTo>
                      <a:pt x="1" y="6739"/>
                      <a:pt x="435" y="8007"/>
                      <a:pt x="1268" y="8974"/>
                    </a:cubicBezTo>
                    <a:cubicBezTo>
                      <a:pt x="1369" y="9108"/>
                      <a:pt x="1502" y="9208"/>
                      <a:pt x="1602" y="9308"/>
                    </a:cubicBezTo>
                    <a:cubicBezTo>
                      <a:pt x="2569" y="10308"/>
                      <a:pt x="3870" y="10875"/>
                      <a:pt x="5238" y="10909"/>
                    </a:cubicBezTo>
                    <a:lnTo>
                      <a:pt x="5705" y="10909"/>
                    </a:lnTo>
                    <a:cubicBezTo>
                      <a:pt x="7073" y="10875"/>
                      <a:pt x="8374" y="10308"/>
                      <a:pt x="9341" y="9308"/>
                    </a:cubicBezTo>
                    <a:cubicBezTo>
                      <a:pt x="9474" y="9208"/>
                      <a:pt x="9574" y="9108"/>
                      <a:pt x="9674" y="8974"/>
                    </a:cubicBezTo>
                    <a:cubicBezTo>
                      <a:pt x="10508" y="8007"/>
                      <a:pt x="10942" y="6739"/>
                      <a:pt x="10942" y="5438"/>
                    </a:cubicBezTo>
                    <a:lnTo>
                      <a:pt x="10942" y="5371"/>
                    </a:lnTo>
                    <a:cubicBezTo>
                      <a:pt x="10942" y="5205"/>
                      <a:pt x="10909" y="5038"/>
                      <a:pt x="10909" y="4904"/>
                    </a:cubicBezTo>
                    <a:cubicBezTo>
                      <a:pt x="10775" y="3637"/>
                      <a:pt x="10242" y="2469"/>
                      <a:pt x="9341" y="1569"/>
                    </a:cubicBezTo>
                    <a:cubicBezTo>
                      <a:pt x="9241" y="1469"/>
                      <a:pt x="9107" y="1369"/>
                      <a:pt x="9007" y="1269"/>
                    </a:cubicBezTo>
                    <a:cubicBezTo>
                      <a:pt x="8073" y="501"/>
                      <a:pt x="6906" y="34"/>
                      <a:pt x="57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2702925" y="4469475"/>
                <a:ext cx="2735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468" extrusionOk="0">
                    <a:moveTo>
                      <a:pt x="34" y="0"/>
                    </a:moveTo>
                    <a:cubicBezTo>
                      <a:pt x="1" y="134"/>
                      <a:pt x="1" y="301"/>
                      <a:pt x="1" y="467"/>
                    </a:cubicBezTo>
                    <a:lnTo>
                      <a:pt x="10942" y="467"/>
                    </a:lnTo>
                    <a:cubicBezTo>
                      <a:pt x="10942" y="301"/>
                      <a:pt x="10942" y="134"/>
                      <a:pt x="109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2833850" y="4346050"/>
                <a:ext cx="11700" cy="274400"/>
              </a:xfrm>
              <a:custGeom>
                <a:avLst/>
                <a:gdLst/>
                <a:ahLst/>
                <a:cxnLst/>
                <a:rect l="l" t="t" r="r" b="b"/>
                <a:pathLst>
                  <a:path w="468" h="10976" extrusionOk="0">
                    <a:moveTo>
                      <a:pt x="1" y="1"/>
                    </a:moveTo>
                    <a:lnTo>
                      <a:pt x="1" y="10975"/>
                    </a:lnTo>
                    <a:lnTo>
                      <a:pt x="468" y="10975"/>
                    </a:lnTo>
                    <a:lnTo>
                      <a:pt x="4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2734625" y="4378575"/>
                <a:ext cx="201825" cy="201000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8040" extrusionOk="0">
                    <a:moveTo>
                      <a:pt x="7739" y="1"/>
                    </a:moveTo>
                    <a:lnTo>
                      <a:pt x="4437" y="3303"/>
                    </a:lnTo>
                    <a:lnTo>
                      <a:pt x="4203" y="3536"/>
                    </a:lnTo>
                    <a:lnTo>
                      <a:pt x="4103" y="3603"/>
                    </a:lnTo>
                    <a:lnTo>
                      <a:pt x="3970" y="3737"/>
                    </a:lnTo>
                    <a:lnTo>
                      <a:pt x="3870" y="3837"/>
                    </a:lnTo>
                    <a:lnTo>
                      <a:pt x="3636" y="4070"/>
                    </a:lnTo>
                    <a:lnTo>
                      <a:pt x="0" y="7706"/>
                    </a:lnTo>
                    <a:cubicBezTo>
                      <a:pt x="101" y="7840"/>
                      <a:pt x="234" y="7940"/>
                      <a:pt x="334" y="8040"/>
                    </a:cubicBezTo>
                    <a:lnTo>
                      <a:pt x="3970" y="4404"/>
                    </a:lnTo>
                    <a:lnTo>
                      <a:pt x="4203" y="4170"/>
                    </a:lnTo>
                    <a:lnTo>
                      <a:pt x="4304" y="4070"/>
                    </a:lnTo>
                    <a:lnTo>
                      <a:pt x="4437" y="3937"/>
                    </a:lnTo>
                    <a:lnTo>
                      <a:pt x="4537" y="3837"/>
                    </a:lnTo>
                    <a:lnTo>
                      <a:pt x="4771" y="3603"/>
                    </a:lnTo>
                    <a:lnTo>
                      <a:pt x="8073" y="301"/>
                    </a:lnTo>
                    <a:cubicBezTo>
                      <a:pt x="7973" y="201"/>
                      <a:pt x="7873" y="101"/>
                      <a:pt x="77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2743800" y="4378575"/>
                <a:ext cx="201000" cy="201000"/>
              </a:xfrm>
              <a:custGeom>
                <a:avLst/>
                <a:gdLst/>
                <a:ahLst/>
                <a:cxnLst/>
                <a:rect l="l" t="t" r="r" b="b"/>
                <a:pathLst>
                  <a:path w="8040" h="8040" extrusionOk="0">
                    <a:moveTo>
                      <a:pt x="334" y="1"/>
                    </a:moveTo>
                    <a:cubicBezTo>
                      <a:pt x="201" y="101"/>
                      <a:pt x="100" y="201"/>
                      <a:pt x="0" y="301"/>
                    </a:cubicBezTo>
                    <a:lnTo>
                      <a:pt x="3603" y="3970"/>
                    </a:lnTo>
                    <a:lnTo>
                      <a:pt x="3736" y="4103"/>
                    </a:lnTo>
                    <a:lnTo>
                      <a:pt x="3836" y="4170"/>
                    </a:lnTo>
                    <a:lnTo>
                      <a:pt x="4070" y="4404"/>
                    </a:lnTo>
                    <a:lnTo>
                      <a:pt x="7706" y="8040"/>
                    </a:lnTo>
                    <a:cubicBezTo>
                      <a:pt x="7839" y="7940"/>
                      <a:pt x="7939" y="7840"/>
                      <a:pt x="8039" y="7706"/>
                    </a:cubicBezTo>
                    <a:lnTo>
                      <a:pt x="4404" y="4070"/>
                    </a:lnTo>
                    <a:lnTo>
                      <a:pt x="4170" y="3837"/>
                    </a:lnTo>
                    <a:lnTo>
                      <a:pt x="3937" y="3603"/>
                    </a:lnTo>
                    <a:lnTo>
                      <a:pt x="3870" y="3536"/>
                    </a:lnTo>
                    <a:lnTo>
                      <a:pt x="3636" y="3303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3172425" y="45854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3192450" y="4617925"/>
                <a:ext cx="25" cy="1675"/>
              </a:xfrm>
              <a:custGeom>
                <a:avLst/>
                <a:gdLst/>
                <a:ahLst/>
                <a:cxnLst/>
                <a:rect l="l" t="t" r="r" b="b"/>
                <a:pathLst>
                  <a:path w="1" h="67" extrusionOk="0">
                    <a:moveTo>
                      <a:pt x="1" y="0"/>
                    </a:moveTo>
                    <a:lnTo>
                      <a:pt x="1" y="67"/>
                    </a:lnTo>
                    <a:cubicBezTo>
                      <a:pt x="1" y="3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3172425" y="45845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3172425" y="4441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3192450" y="4475300"/>
                <a:ext cx="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1" y="68"/>
                    </a:lnTo>
                    <a:cubicBezTo>
                      <a:pt x="1" y="34"/>
                      <a:pt x="1" y="34"/>
                      <a:pt x="1" y="1"/>
                    </a:cubicBez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3172425" y="4441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3172425" y="4299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3192450" y="4332700"/>
                <a:ext cx="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1" y="68"/>
                    </a:lnTo>
                    <a:cubicBezTo>
                      <a:pt x="1" y="34"/>
                      <a:pt x="1" y="34"/>
                      <a:pt x="1" y="1"/>
                    </a:cubicBez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3172425" y="4299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" name="Google Shape;51;p4"/>
              <p:cNvGrpSpPr/>
              <p:nvPr/>
            </p:nvGrpSpPr>
            <p:grpSpPr>
              <a:xfrm>
                <a:off x="2995650" y="4266200"/>
                <a:ext cx="244350" cy="442975"/>
                <a:chOff x="2995650" y="4266200"/>
                <a:chExt cx="244350" cy="442975"/>
              </a:xfrm>
            </p:grpSpPr>
            <p:sp>
              <p:nvSpPr>
                <p:cNvPr id="52" name="Google Shape;52;p4"/>
                <p:cNvSpPr/>
                <p:nvPr/>
              </p:nvSpPr>
              <p:spPr>
                <a:xfrm>
                  <a:off x="2997300" y="4570100"/>
                  <a:ext cx="195175" cy="13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7" h="5563" extrusionOk="0">
                      <a:moveTo>
                        <a:pt x="4749" y="1"/>
                      </a:moveTo>
                      <a:cubicBezTo>
                        <a:pt x="4300" y="1"/>
                        <a:pt x="3848" y="60"/>
                        <a:pt x="3403" y="179"/>
                      </a:cubicBezTo>
                      <a:lnTo>
                        <a:pt x="3337" y="112"/>
                      </a:lnTo>
                      <a:lnTo>
                        <a:pt x="3137" y="279"/>
                      </a:lnTo>
                      <a:lnTo>
                        <a:pt x="3103" y="279"/>
                      </a:lnTo>
                      <a:lnTo>
                        <a:pt x="2870" y="345"/>
                      </a:lnTo>
                      <a:cubicBezTo>
                        <a:pt x="2303" y="579"/>
                        <a:pt x="1769" y="879"/>
                        <a:pt x="1302" y="1279"/>
                      </a:cubicBezTo>
                      <a:lnTo>
                        <a:pt x="735" y="1813"/>
                      </a:lnTo>
                      <a:cubicBezTo>
                        <a:pt x="701" y="1813"/>
                        <a:pt x="701" y="1846"/>
                        <a:pt x="701" y="1846"/>
                      </a:cubicBezTo>
                      <a:lnTo>
                        <a:pt x="601" y="1946"/>
                      </a:lnTo>
                      <a:lnTo>
                        <a:pt x="568" y="1980"/>
                      </a:lnTo>
                      <a:lnTo>
                        <a:pt x="535" y="2013"/>
                      </a:lnTo>
                      <a:lnTo>
                        <a:pt x="435" y="2147"/>
                      </a:lnTo>
                      <a:cubicBezTo>
                        <a:pt x="234" y="2380"/>
                        <a:pt x="134" y="2680"/>
                        <a:pt x="68" y="3014"/>
                      </a:cubicBezTo>
                      <a:cubicBezTo>
                        <a:pt x="1" y="3247"/>
                        <a:pt x="1" y="3514"/>
                        <a:pt x="68" y="3781"/>
                      </a:cubicBezTo>
                      <a:cubicBezTo>
                        <a:pt x="134" y="4048"/>
                        <a:pt x="234" y="4281"/>
                        <a:pt x="368" y="4515"/>
                      </a:cubicBezTo>
                      <a:cubicBezTo>
                        <a:pt x="435" y="4582"/>
                        <a:pt x="468" y="4648"/>
                        <a:pt x="535" y="4715"/>
                      </a:cubicBezTo>
                      <a:cubicBezTo>
                        <a:pt x="701" y="4882"/>
                        <a:pt x="868" y="5015"/>
                        <a:pt x="1068" y="5149"/>
                      </a:cubicBezTo>
                      <a:cubicBezTo>
                        <a:pt x="1135" y="5182"/>
                        <a:pt x="1202" y="5215"/>
                        <a:pt x="1302" y="5249"/>
                      </a:cubicBezTo>
                      <a:lnTo>
                        <a:pt x="1435" y="5316"/>
                      </a:lnTo>
                      <a:cubicBezTo>
                        <a:pt x="1602" y="5349"/>
                        <a:pt x="1802" y="5416"/>
                        <a:pt x="2002" y="5449"/>
                      </a:cubicBezTo>
                      <a:cubicBezTo>
                        <a:pt x="2352" y="5526"/>
                        <a:pt x="2706" y="5563"/>
                        <a:pt x="3059" y="5563"/>
                      </a:cubicBezTo>
                      <a:cubicBezTo>
                        <a:pt x="3781" y="5563"/>
                        <a:pt x="4499" y="5407"/>
                        <a:pt x="5171" y="5115"/>
                      </a:cubicBezTo>
                      <a:lnTo>
                        <a:pt x="5205" y="5082"/>
                      </a:lnTo>
                      <a:cubicBezTo>
                        <a:pt x="5405" y="4982"/>
                        <a:pt x="5605" y="4882"/>
                        <a:pt x="5805" y="4782"/>
                      </a:cubicBezTo>
                      <a:lnTo>
                        <a:pt x="6372" y="4482"/>
                      </a:lnTo>
                      <a:lnTo>
                        <a:pt x="6339" y="4415"/>
                      </a:lnTo>
                      <a:lnTo>
                        <a:pt x="6439" y="4348"/>
                      </a:lnTo>
                      <a:lnTo>
                        <a:pt x="6539" y="4248"/>
                      </a:lnTo>
                      <a:lnTo>
                        <a:pt x="7106" y="3714"/>
                      </a:lnTo>
                      <a:cubicBezTo>
                        <a:pt x="7406" y="3481"/>
                        <a:pt x="7606" y="3181"/>
                        <a:pt x="7706" y="2847"/>
                      </a:cubicBezTo>
                      <a:cubicBezTo>
                        <a:pt x="7740" y="2780"/>
                        <a:pt x="7773" y="2680"/>
                        <a:pt x="7773" y="2614"/>
                      </a:cubicBezTo>
                      <a:lnTo>
                        <a:pt x="7773" y="2514"/>
                      </a:lnTo>
                      <a:cubicBezTo>
                        <a:pt x="7807" y="2480"/>
                        <a:pt x="7807" y="2413"/>
                        <a:pt x="7807" y="2380"/>
                      </a:cubicBezTo>
                      <a:cubicBezTo>
                        <a:pt x="7807" y="2247"/>
                        <a:pt x="7807" y="2113"/>
                        <a:pt x="7807" y="1980"/>
                      </a:cubicBezTo>
                      <a:cubicBezTo>
                        <a:pt x="7740" y="2113"/>
                        <a:pt x="7640" y="2280"/>
                        <a:pt x="7506" y="2380"/>
                      </a:cubicBezTo>
                      <a:lnTo>
                        <a:pt x="7039" y="2814"/>
                      </a:lnTo>
                      <a:cubicBezTo>
                        <a:pt x="6369" y="3392"/>
                        <a:pt x="5523" y="3697"/>
                        <a:pt x="4655" y="3697"/>
                      </a:cubicBezTo>
                      <a:cubicBezTo>
                        <a:pt x="4271" y="3697"/>
                        <a:pt x="3882" y="3637"/>
                        <a:pt x="3503" y="3514"/>
                      </a:cubicBezTo>
                      <a:cubicBezTo>
                        <a:pt x="3403" y="3481"/>
                        <a:pt x="3303" y="3448"/>
                        <a:pt x="3203" y="3381"/>
                      </a:cubicBezTo>
                      <a:cubicBezTo>
                        <a:pt x="3003" y="3214"/>
                        <a:pt x="2836" y="2981"/>
                        <a:pt x="2803" y="2714"/>
                      </a:cubicBezTo>
                      <a:cubicBezTo>
                        <a:pt x="2803" y="2647"/>
                        <a:pt x="2803" y="2580"/>
                        <a:pt x="2803" y="2514"/>
                      </a:cubicBezTo>
                      <a:cubicBezTo>
                        <a:pt x="2803" y="2280"/>
                        <a:pt x="2903" y="2047"/>
                        <a:pt x="3036" y="1880"/>
                      </a:cubicBezTo>
                      <a:cubicBezTo>
                        <a:pt x="3070" y="1813"/>
                        <a:pt x="3103" y="1780"/>
                        <a:pt x="3170" y="1746"/>
                      </a:cubicBezTo>
                      <a:lnTo>
                        <a:pt x="3637" y="1346"/>
                      </a:lnTo>
                      <a:cubicBezTo>
                        <a:pt x="3737" y="1246"/>
                        <a:pt x="3870" y="1146"/>
                        <a:pt x="3970" y="1046"/>
                      </a:cubicBezTo>
                      <a:cubicBezTo>
                        <a:pt x="4578" y="641"/>
                        <a:pt x="5277" y="433"/>
                        <a:pt x="5985" y="433"/>
                      </a:cubicBezTo>
                      <a:cubicBezTo>
                        <a:pt x="6326" y="433"/>
                        <a:pt x="6670" y="481"/>
                        <a:pt x="7006" y="579"/>
                      </a:cubicBezTo>
                      <a:lnTo>
                        <a:pt x="6973" y="545"/>
                      </a:lnTo>
                      <a:lnTo>
                        <a:pt x="6906" y="512"/>
                      </a:lnTo>
                      <a:cubicBezTo>
                        <a:pt x="6739" y="412"/>
                        <a:pt x="6606" y="312"/>
                        <a:pt x="6406" y="279"/>
                      </a:cubicBezTo>
                      <a:cubicBezTo>
                        <a:pt x="5868" y="93"/>
                        <a:pt x="5310" y="1"/>
                        <a:pt x="47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4"/>
                <p:cNvSpPr/>
                <p:nvPr/>
              </p:nvSpPr>
              <p:spPr>
                <a:xfrm>
                  <a:off x="3035675" y="4550950"/>
                  <a:ext cx="196000" cy="13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0" h="5547" extrusionOk="0">
                      <a:moveTo>
                        <a:pt x="4491" y="1182"/>
                      </a:moveTo>
                      <a:cubicBezTo>
                        <a:pt x="4764" y="1182"/>
                        <a:pt x="5038" y="1214"/>
                        <a:pt x="5304" y="1278"/>
                      </a:cubicBezTo>
                      <a:lnTo>
                        <a:pt x="5471" y="1311"/>
                      </a:lnTo>
                      <a:lnTo>
                        <a:pt x="5471" y="1345"/>
                      </a:lnTo>
                      <a:cubicBezTo>
                        <a:pt x="5504" y="1345"/>
                        <a:pt x="5571" y="1345"/>
                        <a:pt x="5604" y="1378"/>
                      </a:cubicBezTo>
                      <a:cubicBezTo>
                        <a:pt x="6171" y="1545"/>
                        <a:pt x="6472" y="2179"/>
                        <a:pt x="6272" y="2712"/>
                      </a:cubicBezTo>
                      <a:cubicBezTo>
                        <a:pt x="6272" y="2712"/>
                        <a:pt x="6272" y="2712"/>
                        <a:pt x="6272" y="2746"/>
                      </a:cubicBezTo>
                      <a:cubicBezTo>
                        <a:pt x="6238" y="2846"/>
                        <a:pt x="6138" y="2979"/>
                        <a:pt x="6071" y="3079"/>
                      </a:cubicBezTo>
                      <a:lnTo>
                        <a:pt x="5971" y="3146"/>
                      </a:lnTo>
                      <a:lnTo>
                        <a:pt x="5571" y="3513"/>
                      </a:lnTo>
                      <a:lnTo>
                        <a:pt x="5504" y="3580"/>
                      </a:lnTo>
                      <a:cubicBezTo>
                        <a:pt x="4834" y="4158"/>
                        <a:pt x="3988" y="4463"/>
                        <a:pt x="3131" y="4463"/>
                      </a:cubicBezTo>
                      <a:cubicBezTo>
                        <a:pt x="2752" y="4463"/>
                        <a:pt x="2371" y="4403"/>
                        <a:pt x="2002" y="4280"/>
                      </a:cubicBezTo>
                      <a:cubicBezTo>
                        <a:pt x="1868" y="4247"/>
                        <a:pt x="1768" y="4180"/>
                        <a:pt x="1702" y="4113"/>
                      </a:cubicBezTo>
                      <a:cubicBezTo>
                        <a:pt x="1602" y="4080"/>
                        <a:pt x="1535" y="4013"/>
                        <a:pt x="1501" y="3947"/>
                      </a:cubicBezTo>
                      <a:cubicBezTo>
                        <a:pt x="1368" y="3780"/>
                        <a:pt x="1301" y="3613"/>
                        <a:pt x="1268" y="3446"/>
                      </a:cubicBezTo>
                      <a:cubicBezTo>
                        <a:pt x="1268" y="3446"/>
                        <a:pt x="1268" y="3413"/>
                        <a:pt x="1268" y="3413"/>
                      </a:cubicBezTo>
                      <a:cubicBezTo>
                        <a:pt x="1268" y="3346"/>
                        <a:pt x="1268" y="3313"/>
                        <a:pt x="1268" y="3246"/>
                      </a:cubicBezTo>
                      <a:cubicBezTo>
                        <a:pt x="1268" y="3013"/>
                        <a:pt x="1368" y="2813"/>
                        <a:pt x="1535" y="2612"/>
                      </a:cubicBezTo>
                      <a:cubicBezTo>
                        <a:pt x="1568" y="2579"/>
                        <a:pt x="1602" y="2546"/>
                        <a:pt x="1635" y="2512"/>
                      </a:cubicBezTo>
                      <a:lnTo>
                        <a:pt x="2102" y="2079"/>
                      </a:lnTo>
                      <a:cubicBezTo>
                        <a:pt x="2202" y="1979"/>
                        <a:pt x="2335" y="1912"/>
                        <a:pt x="2469" y="1812"/>
                      </a:cubicBezTo>
                      <a:cubicBezTo>
                        <a:pt x="3049" y="1401"/>
                        <a:pt x="3770" y="1182"/>
                        <a:pt x="4491" y="1182"/>
                      </a:cubicBezTo>
                      <a:close/>
                      <a:moveTo>
                        <a:pt x="4788" y="0"/>
                      </a:moveTo>
                      <a:cubicBezTo>
                        <a:pt x="4181" y="0"/>
                        <a:pt x="3566" y="96"/>
                        <a:pt x="2969" y="311"/>
                      </a:cubicBezTo>
                      <a:lnTo>
                        <a:pt x="2702" y="444"/>
                      </a:lnTo>
                      <a:lnTo>
                        <a:pt x="2636" y="478"/>
                      </a:lnTo>
                      <a:cubicBezTo>
                        <a:pt x="2569" y="478"/>
                        <a:pt x="2536" y="511"/>
                        <a:pt x="2502" y="544"/>
                      </a:cubicBezTo>
                      <a:lnTo>
                        <a:pt x="2402" y="578"/>
                      </a:lnTo>
                      <a:lnTo>
                        <a:pt x="2302" y="644"/>
                      </a:lnTo>
                      <a:cubicBezTo>
                        <a:pt x="2235" y="644"/>
                        <a:pt x="2169" y="678"/>
                        <a:pt x="2102" y="711"/>
                      </a:cubicBezTo>
                      <a:cubicBezTo>
                        <a:pt x="2035" y="744"/>
                        <a:pt x="1968" y="811"/>
                        <a:pt x="1935" y="844"/>
                      </a:cubicBezTo>
                      <a:cubicBezTo>
                        <a:pt x="1902" y="844"/>
                        <a:pt x="1868" y="878"/>
                        <a:pt x="1835" y="878"/>
                      </a:cubicBezTo>
                      <a:lnTo>
                        <a:pt x="1602" y="1045"/>
                      </a:lnTo>
                      <a:cubicBezTo>
                        <a:pt x="1468" y="1145"/>
                        <a:pt x="1335" y="1245"/>
                        <a:pt x="1235" y="1345"/>
                      </a:cubicBezTo>
                      <a:lnTo>
                        <a:pt x="634" y="1879"/>
                      </a:lnTo>
                      <a:cubicBezTo>
                        <a:pt x="534" y="1979"/>
                        <a:pt x="434" y="2045"/>
                        <a:pt x="367" y="2179"/>
                      </a:cubicBezTo>
                      <a:lnTo>
                        <a:pt x="301" y="2245"/>
                      </a:lnTo>
                      <a:cubicBezTo>
                        <a:pt x="301" y="2245"/>
                        <a:pt x="301" y="2279"/>
                        <a:pt x="267" y="2279"/>
                      </a:cubicBezTo>
                      <a:cubicBezTo>
                        <a:pt x="267" y="2279"/>
                        <a:pt x="267" y="2312"/>
                        <a:pt x="234" y="2312"/>
                      </a:cubicBezTo>
                      <a:lnTo>
                        <a:pt x="201" y="2412"/>
                      </a:lnTo>
                      <a:lnTo>
                        <a:pt x="201" y="2446"/>
                      </a:lnTo>
                      <a:lnTo>
                        <a:pt x="134" y="2546"/>
                      </a:lnTo>
                      <a:cubicBezTo>
                        <a:pt x="100" y="2612"/>
                        <a:pt x="67" y="2679"/>
                        <a:pt x="67" y="2746"/>
                      </a:cubicBezTo>
                      <a:cubicBezTo>
                        <a:pt x="34" y="2779"/>
                        <a:pt x="34" y="2813"/>
                        <a:pt x="34" y="2846"/>
                      </a:cubicBezTo>
                      <a:cubicBezTo>
                        <a:pt x="0" y="2879"/>
                        <a:pt x="0" y="2946"/>
                        <a:pt x="0" y="3013"/>
                      </a:cubicBezTo>
                      <a:lnTo>
                        <a:pt x="0" y="3113"/>
                      </a:lnTo>
                      <a:cubicBezTo>
                        <a:pt x="0" y="3113"/>
                        <a:pt x="0" y="3113"/>
                        <a:pt x="0" y="3146"/>
                      </a:cubicBezTo>
                      <a:lnTo>
                        <a:pt x="0" y="3313"/>
                      </a:lnTo>
                      <a:cubicBezTo>
                        <a:pt x="0" y="3480"/>
                        <a:pt x="0" y="3646"/>
                        <a:pt x="34" y="3780"/>
                      </a:cubicBezTo>
                      <a:cubicBezTo>
                        <a:pt x="34" y="3880"/>
                        <a:pt x="67" y="3947"/>
                        <a:pt x="100" y="4013"/>
                      </a:cubicBezTo>
                      <a:cubicBezTo>
                        <a:pt x="100" y="4047"/>
                        <a:pt x="134" y="4080"/>
                        <a:pt x="134" y="4147"/>
                      </a:cubicBezTo>
                      <a:lnTo>
                        <a:pt x="167" y="4214"/>
                      </a:lnTo>
                      <a:cubicBezTo>
                        <a:pt x="167" y="4247"/>
                        <a:pt x="201" y="4280"/>
                        <a:pt x="201" y="4280"/>
                      </a:cubicBezTo>
                      <a:cubicBezTo>
                        <a:pt x="201" y="4314"/>
                        <a:pt x="234" y="4347"/>
                        <a:pt x="234" y="4347"/>
                      </a:cubicBezTo>
                      <a:cubicBezTo>
                        <a:pt x="267" y="4380"/>
                        <a:pt x="267" y="4414"/>
                        <a:pt x="301" y="4447"/>
                      </a:cubicBezTo>
                      <a:cubicBezTo>
                        <a:pt x="334" y="4514"/>
                        <a:pt x="367" y="4580"/>
                        <a:pt x="434" y="4647"/>
                      </a:cubicBezTo>
                      <a:cubicBezTo>
                        <a:pt x="467" y="4681"/>
                        <a:pt x="501" y="4714"/>
                        <a:pt x="534" y="4747"/>
                      </a:cubicBezTo>
                      <a:lnTo>
                        <a:pt x="567" y="4814"/>
                      </a:lnTo>
                      <a:lnTo>
                        <a:pt x="601" y="4814"/>
                      </a:lnTo>
                      <a:cubicBezTo>
                        <a:pt x="634" y="4881"/>
                        <a:pt x="701" y="4914"/>
                        <a:pt x="734" y="4947"/>
                      </a:cubicBezTo>
                      <a:cubicBezTo>
                        <a:pt x="768" y="4981"/>
                        <a:pt x="801" y="5014"/>
                        <a:pt x="834" y="5014"/>
                      </a:cubicBezTo>
                      <a:cubicBezTo>
                        <a:pt x="868" y="5047"/>
                        <a:pt x="901" y="5047"/>
                        <a:pt x="901" y="5081"/>
                      </a:cubicBezTo>
                      <a:cubicBezTo>
                        <a:pt x="934" y="5081"/>
                        <a:pt x="968" y="5114"/>
                        <a:pt x="1001" y="5114"/>
                      </a:cubicBezTo>
                      <a:cubicBezTo>
                        <a:pt x="1101" y="5181"/>
                        <a:pt x="1235" y="5248"/>
                        <a:pt x="1368" y="5281"/>
                      </a:cubicBezTo>
                      <a:cubicBezTo>
                        <a:pt x="1894" y="5461"/>
                        <a:pt x="2433" y="5547"/>
                        <a:pt x="2971" y="5547"/>
                      </a:cubicBezTo>
                      <a:cubicBezTo>
                        <a:pt x="3627" y="5547"/>
                        <a:pt x="4280" y="5419"/>
                        <a:pt x="4904" y="5181"/>
                      </a:cubicBezTo>
                      <a:cubicBezTo>
                        <a:pt x="5471" y="4981"/>
                        <a:pt x="6005" y="4647"/>
                        <a:pt x="6472" y="4247"/>
                      </a:cubicBezTo>
                      <a:lnTo>
                        <a:pt x="6939" y="3847"/>
                      </a:lnTo>
                      <a:lnTo>
                        <a:pt x="7072" y="3747"/>
                      </a:lnTo>
                      <a:cubicBezTo>
                        <a:pt x="7172" y="3613"/>
                        <a:pt x="7306" y="3513"/>
                        <a:pt x="7406" y="3380"/>
                      </a:cubicBezTo>
                      <a:cubicBezTo>
                        <a:pt x="7706" y="2913"/>
                        <a:pt x="7839" y="2346"/>
                        <a:pt x="7706" y="1778"/>
                      </a:cubicBezTo>
                      <a:cubicBezTo>
                        <a:pt x="7572" y="1078"/>
                        <a:pt x="7039" y="478"/>
                        <a:pt x="6338" y="244"/>
                      </a:cubicBezTo>
                      <a:lnTo>
                        <a:pt x="6105" y="177"/>
                      </a:lnTo>
                      <a:cubicBezTo>
                        <a:pt x="5905" y="144"/>
                        <a:pt x="5704" y="77"/>
                        <a:pt x="5504" y="44"/>
                      </a:cubicBezTo>
                      <a:cubicBezTo>
                        <a:pt x="5268" y="15"/>
                        <a:pt x="5028" y="0"/>
                        <a:pt x="478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4"/>
                <p:cNvSpPr/>
                <p:nvPr/>
              </p:nvSpPr>
              <p:spPr>
                <a:xfrm>
                  <a:off x="3048175" y="4612900"/>
                  <a:ext cx="90925" cy="4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7" h="1769" extrusionOk="0">
                      <a:moveTo>
                        <a:pt x="3470" y="1"/>
                      </a:moveTo>
                      <a:lnTo>
                        <a:pt x="1" y="1235"/>
                      </a:lnTo>
                      <a:lnTo>
                        <a:pt x="168" y="1769"/>
                      </a:lnTo>
                      <a:lnTo>
                        <a:pt x="3637" y="535"/>
                      </a:lnTo>
                      <a:lnTo>
                        <a:pt x="34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4"/>
                <p:cNvSpPr/>
                <p:nvPr/>
              </p:nvSpPr>
              <p:spPr>
                <a:xfrm>
                  <a:off x="3130750" y="4612900"/>
                  <a:ext cx="88400" cy="3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6" h="1402" extrusionOk="0">
                      <a:moveTo>
                        <a:pt x="134" y="1"/>
                      </a:moveTo>
                      <a:lnTo>
                        <a:pt x="67" y="301"/>
                      </a:lnTo>
                      <a:lnTo>
                        <a:pt x="0" y="535"/>
                      </a:lnTo>
                      <a:lnTo>
                        <a:pt x="167" y="601"/>
                      </a:lnTo>
                      <a:lnTo>
                        <a:pt x="1768" y="1035"/>
                      </a:lnTo>
                      <a:lnTo>
                        <a:pt x="2368" y="1202"/>
                      </a:lnTo>
                      <a:lnTo>
                        <a:pt x="3069" y="1402"/>
                      </a:lnTo>
                      <a:lnTo>
                        <a:pt x="3202" y="1302"/>
                      </a:lnTo>
                      <a:cubicBezTo>
                        <a:pt x="3302" y="1202"/>
                        <a:pt x="3436" y="1068"/>
                        <a:pt x="3536" y="935"/>
                      </a:cubicBezTo>
                      <a:lnTo>
                        <a:pt x="2469" y="668"/>
                      </a:lnTo>
                      <a:lnTo>
                        <a:pt x="2268" y="601"/>
                      </a:lnTo>
                      <a:lnTo>
                        <a:pt x="567" y="134"/>
                      </a:lnTo>
                      <a:lnTo>
                        <a:pt x="13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56;p4"/>
                <p:cNvSpPr/>
                <p:nvPr/>
              </p:nvSpPr>
              <p:spPr>
                <a:xfrm>
                  <a:off x="3126575" y="4553700"/>
                  <a:ext cx="6007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2836" extrusionOk="0">
                      <a:moveTo>
                        <a:pt x="1802" y="1"/>
                      </a:moveTo>
                      <a:lnTo>
                        <a:pt x="1168" y="901"/>
                      </a:lnTo>
                      <a:lnTo>
                        <a:pt x="1034" y="1101"/>
                      </a:lnTo>
                      <a:lnTo>
                        <a:pt x="34" y="2469"/>
                      </a:lnTo>
                      <a:lnTo>
                        <a:pt x="0" y="2502"/>
                      </a:lnTo>
                      <a:lnTo>
                        <a:pt x="234" y="2669"/>
                      </a:lnTo>
                      <a:lnTo>
                        <a:pt x="467" y="2836"/>
                      </a:lnTo>
                      <a:lnTo>
                        <a:pt x="734" y="2502"/>
                      </a:lnTo>
                      <a:lnTo>
                        <a:pt x="1668" y="1201"/>
                      </a:lnTo>
                      <a:lnTo>
                        <a:pt x="1702" y="1135"/>
                      </a:lnTo>
                      <a:lnTo>
                        <a:pt x="2402" y="134"/>
                      </a:lnTo>
                      <a:lnTo>
                        <a:pt x="180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57;p4"/>
                <p:cNvSpPr/>
                <p:nvPr/>
              </p:nvSpPr>
              <p:spPr>
                <a:xfrm>
                  <a:off x="2995650" y="4427625"/>
                  <a:ext cx="196825" cy="1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73" h="5542" extrusionOk="0">
                      <a:moveTo>
                        <a:pt x="4845" y="1"/>
                      </a:moveTo>
                      <a:cubicBezTo>
                        <a:pt x="4372" y="1"/>
                        <a:pt x="3897" y="68"/>
                        <a:pt x="3436" y="207"/>
                      </a:cubicBezTo>
                      <a:lnTo>
                        <a:pt x="3369" y="140"/>
                      </a:lnTo>
                      <a:lnTo>
                        <a:pt x="3169" y="273"/>
                      </a:lnTo>
                      <a:lnTo>
                        <a:pt x="2936" y="340"/>
                      </a:lnTo>
                      <a:cubicBezTo>
                        <a:pt x="2369" y="574"/>
                        <a:pt x="1835" y="907"/>
                        <a:pt x="1368" y="1308"/>
                      </a:cubicBezTo>
                      <a:lnTo>
                        <a:pt x="767" y="1808"/>
                      </a:lnTo>
                      <a:lnTo>
                        <a:pt x="734" y="1841"/>
                      </a:lnTo>
                      <a:lnTo>
                        <a:pt x="667" y="1941"/>
                      </a:lnTo>
                      <a:lnTo>
                        <a:pt x="634" y="1975"/>
                      </a:lnTo>
                      <a:lnTo>
                        <a:pt x="601" y="2008"/>
                      </a:lnTo>
                      <a:lnTo>
                        <a:pt x="501" y="2108"/>
                      </a:lnTo>
                      <a:cubicBezTo>
                        <a:pt x="167" y="2575"/>
                        <a:pt x="0" y="3176"/>
                        <a:pt x="134" y="3743"/>
                      </a:cubicBezTo>
                      <a:cubicBezTo>
                        <a:pt x="200" y="4010"/>
                        <a:pt x="300" y="4276"/>
                        <a:pt x="434" y="4510"/>
                      </a:cubicBezTo>
                      <a:cubicBezTo>
                        <a:pt x="501" y="4577"/>
                        <a:pt x="534" y="4643"/>
                        <a:pt x="601" y="4710"/>
                      </a:cubicBezTo>
                      <a:cubicBezTo>
                        <a:pt x="701" y="4810"/>
                        <a:pt x="801" y="4877"/>
                        <a:pt x="901" y="4977"/>
                      </a:cubicBezTo>
                      <a:cubicBezTo>
                        <a:pt x="968" y="5010"/>
                        <a:pt x="1034" y="5077"/>
                        <a:pt x="1134" y="5110"/>
                      </a:cubicBezTo>
                      <a:cubicBezTo>
                        <a:pt x="1201" y="5144"/>
                        <a:pt x="1268" y="5210"/>
                        <a:pt x="1368" y="5244"/>
                      </a:cubicBezTo>
                      <a:cubicBezTo>
                        <a:pt x="1401" y="5244"/>
                        <a:pt x="1468" y="5277"/>
                        <a:pt x="1501" y="5277"/>
                      </a:cubicBezTo>
                      <a:cubicBezTo>
                        <a:pt x="1668" y="5344"/>
                        <a:pt x="1868" y="5377"/>
                        <a:pt x="2068" y="5444"/>
                      </a:cubicBezTo>
                      <a:cubicBezTo>
                        <a:pt x="2412" y="5508"/>
                        <a:pt x="2759" y="5542"/>
                        <a:pt x="3105" y="5542"/>
                      </a:cubicBezTo>
                      <a:cubicBezTo>
                        <a:pt x="3834" y="5542"/>
                        <a:pt x="4559" y="5394"/>
                        <a:pt x="5237" y="5077"/>
                      </a:cubicBezTo>
                      <a:lnTo>
                        <a:pt x="5271" y="5077"/>
                      </a:lnTo>
                      <a:cubicBezTo>
                        <a:pt x="5471" y="5010"/>
                        <a:pt x="5671" y="4910"/>
                        <a:pt x="5871" y="4777"/>
                      </a:cubicBezTo>
                      <a:lnTo>
                        <a:pt x="6438" y="4477"/>
                      </a:lnTo>
                      <a:lnTo>
                        <a:pt x="6405" y="4410"/>
                      </a:lnTo>
                      <a:lnTo>
                        <a:pt x="6505" y="4343"/>
                      </a:lnTo>
                      <a:cubicBezTo>
                        <a:pt x="6538" y="4310"/>
                        <a:pt x="6572" y="4276"/>
                        <a:pt x="6605" y="4243"/>
                      </a:cubicBezTo>
                      <a:lnTo>
                        <a:pt x="7172" y="3709"/>
                      </a:lnTo>
                      <a:cubicBezTo>
                        <a:pt x="7439" y="3509"/>
                        <a:pt x="7639" y="3209"/>
                        <a:pt x="7772" y="2875"/>
                      </a:cubicBezTo>
                      <a:cubicBezTo>
                        <a:pt x="7806" y="2775"/>
                        <a:pt x="7839" y="2709"/>
                        <a:pt x="7839" y="2608"/>
                      </a:cubicBezTo>
                      <a:lnTo>
                        <a:pt x="7839" y="2508"/>
                      </a:lnTo>
                      <a:cubicBezTo>
                        <a:pt x="7873" y="2475"/>
                        <a:pt x="7873" y="2442"/>
                        <a:pt x="7873" y="2375"/>
                      </a:cubicBezTo>
                      <a:cubicBezTo>
                        <a:pt x="7873" y="2242"/>
                        <a:pt x="7873" y="2108"/>
                        <a:pt x="7873" y="1975"/>
                      </a:cubicBezTo>
                      <a:cubicBezTo>
                        <a:pt x="7806" y="2141"/>
                        <a:pt x="7706" y="2275"/>
                        <a:pt x="7572" y="2375"/>
                      </a:cubicBezTo>
                      <a:lnTo>
                        <a:pt x="7105" y="2809"/>
                      </a:lnTo>
                      <a:cubicBezTo>
                        <a:pt x="6424" y="3396"/>
                        <a:pt x="5562" y="3718"/>
                        <a:pt x="4680" y="3718"/>
                      </a:cubicBezTo>
                      <a:cubicBezTo>
                        <a:pt x="4309" y="3718"/>
                        <a:pt x="3935" y="3661"/>
                        <a:pt x="3569" y="3543"/>
                      </a:cubicBezTo>
                      <a:cubicBezTo>
                        <a:pt x="3469" y="3509"/>
                        <a:pt x="3369" y="3442"/>
                        <a:pt x="3269" y="3376"/>
                      </a:cubicBezTo>
                      <a:cubicBezTo>
                        <a:pt x="3069" y="3209"/>
                        <a:pt x="2902" y="2975"/>
                        <a:pt x="2869" y="2709"/>
                      </a:cubicBezTo>
                      <a:cubicBezTo>
                        <a:pt x="2869" y="2642"/>
                        <a:pt x="2869" y="2575"/>
                        <a:pt x="2869" y="2508"/>
                      </a:cubicBezTo>
                      <a:cubicBezTo>
                        <a:pt x="2869" y="2275"/>
                        <a:pt x="2969" y="2041"/>
                        <a:pt x="3102" y="1875"/>
                      </a:cubicBezTo>
                      <a:cubicBezTo>
                        <a:pt x="3136" y="1841"/>
                        <a:pt x="3169" y="1808"/>
                        <a:pt x="3236" y="1775"/>
                      </a:cubicBezTo>
                      <a:lnTo>
                        <a:pt x="3703" y="1341"/>
                      </a:lnTo>
                      <a:cubicBezTo>
                        <a:pt x="3803" y="1241"/>
                        <a:pt x="3936" y="1141"/>
                        <a:pt x="4036" y="1074"/>
                      </a:cubicBezTo>
                      <a:cubicBezTo>
                        <a:pt x="4658" y="660"/>
                        <a:pt x="5375" y="436"/>
                        <a:pt x="6100" y="436"/>
                      </a:cubicBezTo>
                      <a:cubicBezTo>
                        <a:pt x="6425" y="436"/>
                        <a:pt x="6752" y="481"/>
                        <a:pt x="7072" y="574"/>
                      </a:cubicBezTo>
                      <a:cubicBezTo>
                        <a:pt x="7072" y="574"/>
                        <a:pt x="7039" y="540"/>
                        <a:pt x="7039" y="540"/>
                      </a:cubicBezTo>
                      <a:lnTo>
                        <a:pt x="6972" y="507"/>
                      </a:lnTo>
                      <a:cubicBezTo>
                        <a:pt x="6805" y="407"/>
                        <a:pt x="6672" y="307"/>
                        <a:pt x="6472" y="273"/>
                      </a:cubicBezTo>
                      <a:cubicBezTo>
                        <a:pt x="5950" y="94"/>
                        <a:pt x="5399" y="1"/>
                        <a:pt x="484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4"/>
                <p:cNvSpPr/>
                <p:nvPr/>
              </p:nvSpPr>
              <p:spPr>
                <a:xfrm>
                  <a:off x="3035675" y="4408625"/>
                  <a:ext cx="196000" cy="13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0" h="5556" extrusionOk="0">
                      <a:moveTo>
                        <a:pt x="4499" y="1197"/>
                      </a:moveTo>
                      <a:cubicBezTo>
                        <a:pt x="4556" y="1197"/>
                        <a:pt x="4613" y="1198"/>
                        <a:pt x="4670" y="1200"/>
                      </a:cubicBezTo>
                      <a:cubicBezTo>
                        <a:pt x="4871" y="1200"/>
                        <a:pt x="5104" y="1234"/>
                        <a:pt x="5304" y="1300"/>
                      </a:cubicBezTo>
                      <a:cubicBezTo>
                        <a:pt x="5371" y="1300"/>
                        <a:pt x="5438" y="1300"/>
                        <a:pt x="5471" y="1334"/>
                      </a:cubicBezTo>
                      <a:lnTo>
                        <a:pt x="5604" y="1367"/>
                      </a:lnTo>
                      <a:cubicBezTo>
                        <a:pt x="6171" y="1567"/>
                        <a:pt x="6472" y="2168"/>
                        <a:pt x="6272" y="2735"/>
                      </a:cubicBezTo>
                      <a:cubicBezTo>
                        <a:pt x="6238" y="2835"/>
                        <a:pt x="6138" y="2968"/>
                        <a:pt x="6071" y="3068"/>
                      </a:cubicBezTo>
                      <a:cubicBezTo>
                        <a:pt x="6038" y="3102"/>
                        <a:pt x="6005" y="3135"/>
                        <a:pt x="5971" y="3135"/>
                      </a:cubicBezTo>
                      <a:lnTo>
                        <a:pt x="5571" y="3502"/>
                      </a:lnTo>
                      <a:lnTo>
                        <a:pt x="5504" y="3569"/>
                      </a:lnTo>
                      <a:cubicBezTo>
                        <a:pt x="4834" y="4146"/>
                        <a:pt x="3988" y="4452"/>
                        <a:pt x="3131" y="4452"/>
                      </a:cubicBezTo>
                      <a:cubicBezTo>
                        <a:pt x="2752" y="4452"/>
                        <a:pt x="2371" y="4392"/>
                        <a:pt x="2002" y="4269"/>
                      </a:cubicBezTo>
                      <a:cubicBezTo>
                        <a:pt x="1868" y="4269"/>
                        <a:pt x="1768" y="4202"/>
                        <a:pt x="1702" y="4136"/>
                      </a:cubicBezTo>
                      <a:cubicBezTo>
                        <a:pt x="1602" y="4069"/>
                        <a:pt x="1535" y="4002"/>
                        <a:pt x="1501" y="3936"/>
                      </a:cubicBezTo>
                      <a:cubicBezTo>
                        <a:pt x="1368" y="3802"/>
                        <a:pt x="1301" y="3635"/>
                        <a:pt x="1268" y="3469"/>
                      </a:cubicBezTo>
                      <a:cubicBezTo>
                        <a:pt x="1268" y="3435"/>
                        <a:pt x="1268" y="3435"/>
                        <a:pt x="1268" y="3402"/>
                      </a:cubicBezTo>
                      <a:cubicBezTo>
                        <a:pt x="1268" y="3368"/>
                        <a:pt x="1268" y="3302"/>
                        <a:pt x="1268" y="3268"/>
                      </a:cubicBezTo>
                      <a:cubicBezTo>
                        <a:pt x="1268" y="3035"/>
                        <a:pt x="1368" y="2801"/>
                        <a:pt x="1535" y="2635"/>
                      </a:cubicBezTo>
                      <a:cubicBezTo>
                        <a:pt x="1568" y="2601"/>
                        <a:pt x="1602" y="2535"/>
                        <a:pt x="1635" y="2501"/>
                      </a:cubicBezTo>
                      <a:lnTo>
                        <a:pt x="2102" y="2101"/>
                      </a:lnTo>
                      <a:cubicBezTo>
                        <a:pt x="2202" y="2001"/>
                        <a:pt x="2335" y="1901"/>
                        <a:pt x="2469" y="1801"/>
                      </a:cubicBezTo>
                      <a:cubicBezTo>
                        <a:pt x="3057" y="1398"/>
                        <a:pt x="3761" y="1197"/>
                        <a:pt x="4499" y="1197"/>
                      </a:cubicBezTo>
                      <a:close/>
                      <a:moveTo>
                        <a:pt x="4684" y="1"/>
                      </a:moveTo>
                      <a:cubicBezTo>
                        <a:pt x="4111" y="1"/>
                        <a:pt x="3532" y="97"/>
                        <a:pt x="2969" y="300"/>
                      </a:cubicBezTo>
                      <a:lnTo>
                        <a:pt x="2702" y="433"/>
                      </a:lnTo>
                      <a:lnTo>
                        <a:pt x="2636" y="466"/>
                      </a:lnTo>
                      <a:lnTo>
                        <a:pt x="2502" y="533"/>
                      </a:lnTo>
                      <a:lnTo>
                        <a:pt x="2402" y="566"/>
                      </a:lnTo>
                      <a:lnTo>
                        <a:pt x="2302" y="633"/>
                      </a:lnTo>
                      <a:lnTo>
                        <a:pt x="2102" y="733"/>
                      </a:lnTo>
                      <a:lnTo>
                        <a:pt x="1935" y="833"/>
                      </a:lnTo>
                      <a:cubicBezTo>
                        <a:pt x="1902" y="833"/>
                        <a:pt x="1868" y="867"/>
                        <a:pt x="1835" y="900"/>
                      </a:cubicBezTo>
                      <a:cubicBezTo>
                        <a:pt x="1768" y="933"/>
                        <a:pt x="1668" y="1000"/>
                        <a:pt x="1602" y="1033"/>
                      </a:cubicBezTo>
                      <a:cubicBezTo>
                        <a:pt x="1468" y="1134"/>
                        <a:pt x="1335" y="1234"/>
                        <a:pt x="1235" y="1367"/>
                      </a:cubicBezTo>
                      <a:lnTo>
                        <a:pt x="634" y="1867"/>
                      </a:lnTo>
                      <a:cubicBezTo>
                        <a:pt x="534" y="1967"/>
                        <a:pt x="434" y="2068"/>
                        <a:pt x="367" y="2168"/>
                      </a:cubicBezTo>
                      <a:lnTo>
                        <a:pt x="301" y="2234"/>
                      </a:lnTo>
                      <a:cubicBezTo>
                        <a:pt x="301" y="2234"/>
                        <a:pt x="301" y="2268"/>
                        <a:pt x="267" y="2268"/>
                      </a:cubicBezTo>
                      <a:cubicBezTo>
                        <a:pt x="267" y="2301"/>
                        <a:pt x="267" y="2301"/>
                        <a:pt x="234" y="2334"/>
                      </a:cubicBezTo>
                      <a:lnTo>
                        <a:pt x="201" y="2401"/>
                      </a:lnTo>
                      <a:lnTo>
                        <a:pt x="201" y="2434"/>
                      </a:lnTo>
                      <a:lnTo>
                        <a:pt x="134" y="2535"/>
                      </a:lnTo>
                      <a:cubicBezTo>
                        <a:pt x="100" y="2601"/>
                        <a:pt x="67" y="2668"/>
                        <a:pt x="67" y="2735"/>
                      </a:cubicBezTo>
                      <a:cubicBezTo>
                        <a:pt x="34" y="2768"/>
                        <a:pt x="34" y="2801"/>
                        <a:pt x="34" y="2835"/>
                      </a:cubicBezTo>
                      <a:cubicBezTo>
                        <a:pt x="0" y="2901"/>
                        <a:pt x="0" y="2935"/>
                        <a:pt x="0" y="3002"/>
                      </a:cubicBezTo>
                      <a:lnTo>
                        <a:pt x="0" y="3102"/>
                      </a:lnTo>
                      <a:cubicBezTo>
                        <a:pt x="0" y="3102"/>
                        <a:pt x="0" y="3135"/>
                        <a:pt x="0" y="3135"/>
                      </a:cubicBezTo>
                      <a:lnTo>
                        <a:pt x="0" y="3335"/>
                      </a:lnTo>
                      <a:cubicBezTo>
                        <a:pt x="0" y="3469"/>
                        <a:pt x="0" y="3635"/>
                        <a:pt x="34" y="3802"/>
                      </a:cubicBezTo>
                      <a:cubicBezTo>
                        <a:pt x="34" y="3869"/>
                        <a:pt x="67" y="3936"/>
                        <a:pt x="100" y="4036"/>
                      </a:cubicBezTo>
                      <a:cubicBezTo>
                        <a:pt x="100" y="4069"/>
                        <a:pt x="134" y="4102"/>
                        <a:pt x="134" y="4136"/>
                      </a:cubicBezTo>
                      <a:lnTo>
                        <a:pt x="167" y="4236"/>
                      </a:lnTo>
                      <a:cubicBezTo>
                        <a:pt x="167" y="4236"/>
                        <a:pt x="201" y="4269"/>
                        <a:pt x="201" y="4303"/>
                      </a:cubicBezTo>
                      <a:cubicBezTo>
                        <a:pt x="201" y="4303"/>
                        <a:pt x="234" y="4336"/>
                        <a:pt x="234" y="4369"/>
                      </a:cubicBezTo>
                      <a:cubicBezTo>
                        <a:pt x="267" y="4403"/>
                        <a:pt x="267" y="4403"/>
                        <a:pt x="301" y="4436"/>
                      </a:cubicBezTo>
                      <a:cubicBezTo>
                        <a:pt x="334" y="4503"/>
                        <a:pt x="367" y="4569"/>
                        <a:pt x="434" y="4636"/>
                      </a:cubicBezTo>
                      <a:lnTo>
                        <a:pt x="534" y="4770"/>
                      </a:lnTo>
                      <a:cubicBezTo>
                        <a:pt x="534" y="4770"/>
                        <a:pt x="567" y="4803"/>
                        <a:pt x="567" y="4803"/>
                      </a:cubicBezTo>
                      <a:lnTo>
                        <a:pt x="601" y="4836"/>
                      </a:lnTo>
                      <a:lnTo>
                        <a:pt x="734" y="4936"/>
                      </a:lnTo>
                      <a:cubicBezTo>
                        <a:pt x="768" y="4970"/>
                        <a:pt x="801" y="5003"/>
                        <a:pt x="834" y="5036"/>
                      </a:cubicBezTo>
                      <a:cubicBezTo>
                        <a:pt x="868" y="5036"/>
                        <a:pt x="901" y="5070"/>
                        <a:pt x="901" y="5070"/>
                      </a:cubicBezTo>
                      <a:lnTo>
                        <a:pt x="1001" y="5136"/>
                      </a:lnTo>
                      <a:cubicBezTo>
                        <a:pt x="1101" y="5203"/>
                        <a:pt x="1235" y="5237"/>
                        <a:pt x="1368" y="5303"/>
                      </a:cubicBezTo>
                      <a:cubicBezTo>
                        <a:pt x="1903" y="5471"/>
                        <a:pt x="2452" y="5555"/>
                        <a:pt x="2999" y="5555"/>
                      </a:cubicBezTo>
                      <a:cubicBezTo>
                        <a:pt x="3646" y="5555"/>
                        <a:pt x="4290" y="5438"/>
                        <a:pt x="4904" y="5203"/>
                      </a:cubicBezTo>
                      <a:cubicBezTo>
                        <a:pt x="5471" y="4970"/>
                        <a:pt x="6005" y="4636"/>
                        <a:pt x="6472" y="4236"/>
                      </a:cubicBezTo>
                      <a:lnTo>
                        <a:pt x="6939" y="3835"/>
                      </a:lnTo>
                      <a:lnTo>
                        <a:pt x="7072" y="3735"/>
                      </a:lnTo>
                      <a:cubicBezTo>
                        <a:pt x="7172" y="3635"/>
                        <a:pt x="7306" y="3502"/>
                        <a:pt x="7406" y="3368"/>
                      </a:cubicBezTo>
                      <a:cubicBezTo>
                        <a:pt x="7706" y="2901"/>
                        <a:pt x="7839" y="2334"/>
                        <a:pt x="7706" y="1801"/>
                      </a:cubicBezTo>
                      <a:cubicBezTo>
                        <a:pt x="7572" y="1067"/>
                        <a:pt x="7039" y="466"/>
                        <a:pt x="6338" y="266"/>
                      </a:cubicBezTo>
                      <a:cubicBezTo>
                        <a:pt x="6272" y="233"/>
                        <a:pt x="6205" y="200"/>
                        <a:pt x="6105" y="200"/>
                      </a:cubicBezTo>
                      <a:cubicBezTo>
                        <a:pt x="5905" y="133"/>
                        <a:pt x="5704" y="99"/>
                        <a:pt x="5504" y="66"/>
                      </a:cubicBezTo>
                      <a:cubicBezTo>
                        <a:pt x="5234" y="23"/>
                        <a:pt x="4959" y="1"/>
                        <a:pt x="46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4"/>
                <p:cNvSpPr/>
                <p:nvPr/>
              </p:nvSpPr>
              <p:spPr>
                <a:xfrm>
                  <a:off x="3048175" y="4470300"/>
                  <a:ext cx="90925" cy="4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7" h="1769" extrusionOk="0">
                      <a:moveTo>
                        <a:pt x="3470" y="1"/>
                      </a:moveTo>
                      <a:lnTo>
                        <a:pt x="1" y="1235"/>
                      </a:lnTo>
                      <a:lnTo>
                        <a:pt x="168" y="1769"/>
                      </a:lnTo>
                      <a:lnTo>
                        <a:pt x="3637" y="535"/>
                      </a:lnTo>
                      <a:lnTo>
                        <a:pt x="34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60;p4"/>
                <p:cNvSpPr/>
                <p:nvPr/>
              </p:nvSpPr>
              <p:spPr>
                <a:xfrm>
                  <a:off x="3130750" y="4470300"/>
                  <a:ext cx="88400" cy="3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6" h="1402" extrusionOk="0">
                      <a:moveTo>
                        <a:pt x="134" y="1"/>
                      </a:moveTo>
                      <a:lnTo>
                        <a:pt x="67" y="301"/>
                      </a:lnTo>
                      <a:lnTo>
                        <a:pt x="0" y="535"/>
                      </a:lnTo>
                      <a:lnTo>
                        <a:pt x="167" y="601"/>
                      </a:lnTo>
                      <a:lnTo>
                        <a:pt x="1768" y="1035"/>
                      </a:lnTo>
                      <a:lnTo>
                        <a:pt x="2368" y="1202"/>
                      </a:lnTo>
                      <a:lnTo>
                        <a:pt x="3069" y="1402"/>
                      </a:lnTo>
                      <a:lnTo>
                        <a:pt x="3202" y="1302"/>
                      </a:lnTo>
                      <a:cubicBezTo>
                        <a:pt x="3302" y="1202"/>
                        <a:pt x="3436" y="1068"/>
                        <a:pt x="3536" y="935"/>
                      </a:cubicBezTo>
                      <a:lnTo>
                        <a:pt x="2469" y="635"/>
                      </a:lnTo>
                      <a:lnTo>
                        <a:pt x="2268" y="601"/>
                      </a:lnTo>
                      <a:lnTo>
                        <a:pt x="567" y="101"/>
                      </a:lnTo>
                      <a:lnTo>
                        <a:pt x="13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4"/>
                <p:cNvSpPr/>
                <p:nvPr/>
              </p:nvSpPr>
              <p:spPr>
                <a:xfrm>
                  <a:off x="3126575" y="4411100"/>
                  <a:ext cx="60075" cy="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2870" extrusionOk="0">
                      <a:moveTo>
                        <a:pt x="1802" y="0"/>
                      </a:moveTo>
                      <a:lnTo>
                        <a:pt x="1802" y="34"/>
                      </a:lnTo>
                      <a:lnTo>
                        <a:pt x="1168" y="901"/>
                      </a:lnTo>
                      <a:lnTo>
                        <a:pt x="1034" y="1101"/>
                      </a:lnTo>
                      <a:lnTo>
                        <a:pt x="34" y="2469"/>
                      </a:lnTo>
                      <a:lnTo>
                        <a:pt x="0" y="2536"/>
                      </a:lnTo>
                      <a:lnTo>
                        <a:pt x="234" y="2669"/>
                      </a:lnTo>
                      <a:lnTo>
                        <a:pt x="467" y="2869"/>
                      </a:lnTo>
                      <a:lnTo>
                        <a:pt x="467" y="2836"/>
                      </a:lnTo>
                      <a:lnTo>
                        <a:pt x="734" y="2502"/>
                      </a:lnTo>
                      <a:lnTo>
                        <a:pt x="1668" y="1201"/>
                      </a:lnTo>
                      <a:lnTo>
                        <a:pt x="1702" y="1135"/>
                      </a:lnTo>
                      <a:lnTo>
                        <a:pt x="2402" y="134"/>
                      </a:lnTo>
                      <a:lnTo>
                        <a:pt x="180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2997300" y="4285775"/>
                  <a:ext cx="195175" cy="13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7" h="5539" extrusionOk="0">
                      <a:moveTo>
                        <a:pt x="4820" y="1"/>
                      </a:moveTo>
                      <a:cubicBezTo>
                        <a:pt x="4339" y="1"/>
                        <a:pt x="3860" y="68"/>
                        <a:pt x="3403" y="210"/>
                      </a:cubicBezTo>
                      <a:lnTo>
                        <a:pt x="3337" y="143"/>
                      </a:lnTo>
                      <a:lnTo>
                        <a:pt x="3137" y="277"/>
                      </a:lnTo>
                      <a:lnTo>
                        <a:pt x="3103" y="277"/>
                      </a:lnTo>
                      <a:lnTo>
                        <a:pt x="2870" y="343"/>
                      </a:lnTo>
                      <a:cubicBezTo>
                        <a:pt x="2303" y="577"/>
                        <a:pt x="1769" y="911"/>
                        <a:pt x="1302" y="1311"/>
                      </a:cubicBezTo>
                      <a:lnTo>
                        <a:pt x="735" y="1811"/>
                      </a:lnTo>
                      <a:cubicBezTo>
                        <a:pt x="701" y="1845"/>
                        <a:pt x="701" y="1845"/>
                        <a:pt x="668" y="1878"/>
                      </a:cubicBezTo>
                      <a:lnTo>
                        <a:pt x="601" y="1945"/>
                      </a:lnTo>
                      <a:lnTo>
                        <a:pt x="568" y="1978"/>
                      </a:lnTo>
                      <a:lnTo>
                        <a:pt x="535" y="2011"/>
                      </a:lnTo>
                      <a:lnTo>
                        <a:pt x="435" y="2111"/>
                      </a:lnTo>
                      <a:cubicBezTo>
                        <a:pt x="234" y="2378"/>
                        <a:pt x="134" y="2678"/>
                        <a:pt x="68" y="2979"/>
                      </a:cubicBezTo>
                      <a:cubicBezTo>
                        <a:pt x="1" y="3246"/>
                        <a:pt x="1" y="3512"/>
                        <a:pt x="68" y="3746"/>
                      </a:cubicBezTo>
                      <a:cubicBezTo>
                        <a:pt x="134" y="4013"/>
                        <a:pt x="234" y="4280"/>
                        <a:pt x="368" y="4513"/>
                      </a:cubicBezTo>
                      <a:cubicBezTo>
                        <a:pt x="435" y="4580"/>
                        <a:pt x="468" y="4647"/>
                        <a:pt x="535" y="4713"/>
                      </a:cubicBezTo>
                      <a:cubicBezTo>
                        <a:pt x="701" y="4880"/>
                        <a:pt x="868" y="5013"/>
                        <a:pt x="1068" y="5114"/>
                      </a:cubicBezTo>
                      <a:cubicBezTo>
                        <a:pt x="1135" y="5147"/>
                        <a:pt x="1202" y="5214"/>
                        <a:pt x="1302" y="5247"/>
                      </a:cubicBezTo>
                      <a:lnTo>
                        <a:pt x="1435" y="5280"/>
                      </a:lnTo>
                      <a:cubicBezTo>
                        <a:pt x="1602" y="5347"/>
                        <a:pt x="1802" y="5380"/>
                        <a:pt x="2002" y="5447"/>
                      </a:cubicBezTo>
                      <a:cubicBezTo>
                        <a:pt x="2328" y="5508"/>
                        <a:pt x="2656" y="5538"/>
                        <a:pt x="2983" y="5538"/>
                      </a:cubicBezTo>
                      <a:cubicBezTo>
                        <a:pt x="3731" y="5538"/>
                        <a:pt x="4475" y="5382"/>
                        <a:pt x="5171" y="5080"/>
                      </a:cubicBezTo>
                      <a:lnTo>
                        <a:pt x="5205" y="5080"/>
                      </a:lnTo>
                      <a:cubicBezTo>
                        <a:pt x="5405" y="4980"/>
                        <a:pt x="5605" y="4880"/>
                        <a:pt x="5805" y="4780"/>
                      </a:cubicBezTo>
                      <a:lnTo>
                        <a:pt x="6372" y="4480"/>
                      </a:lnTo>
                      <a:lnTo>
                        <a:pt x="6339" y="4413"/>
                      </a:lnTo>
                      <a:lnTo>
                        <a:pt x="6439" y="4313"/>
                      </a:lnTo>
                      <a:lnTo>
                        <a:pt x="6539" y="4246"/>
                      </a:lnTo>
                      <a:lnTo>
                        <a:pt x="7106" y="3713"/>
                      </a:lnTo>
                      <a:cubicBezTo>
                        <a:pt x="7373" y="3479"/>
                        <a:pt x="7606" y="3179"/>
                        <a:pt x="7706" y="2845"/>
                      </a:cubicBezTo>
                      <a:cubicBezTo>
                        <a:pt x="7740" y="2745"/>
                        <a:pt x="7773" y="2678"/>
                        <a:pt x="7773" y="2578"/>
                      </a:cubicBezTo>
                      <a:lnTo>
                        <a:pt x="7773" y="2512"/>
                      </a:lnTo>
                      <a:cubicBezTo>
                        <a:pt x="7807" y="2445"/>
                        <a:pt x="7807" y="2412"/>
                        <a:pt x="7807" y="2378"/>
                      </a:cubicBezTo>
                      <a:cubicBezTo>
                        <a:pt x="7807" y="2211"/>
                        <a:pt x="7807" y="2078"/>
                        <a:pt x="7807" y="1945"/>
                      </a:cubicBezTo>
                      <a:cubicBezTo>
                        <a:pt x="7740" y="2111"/>
                        <a:pt x="7640" y="2245"/>
                        <a:pt x="7506" y="2378"/>
                      </a:cubicBezTo>
                      <a:lnTo>
                        <a:pt x="7039" y="2779"/>
                      </a:lnTo>
                      <a:cubicBezTo>
                        <a:pt x="6367" y="3382"/>
                        <a:pt x="5517" y="3694"/>
                        <a:pt x="4646" y="3694"/>
                      </a:cubicBezTo>
                      <a:cubicBezTo>
                        <a:pt x="4265" y="3694"/>
                        <a:pt x="3879" y="3634"/>
                        <a:pt x="3503" y="3512"/>
                      </a:cubicBezTo>
                      <a:cubicBezTo>
                        <a:pt x="3403" y="3479"/>
                        <a:pt x="3303" y="3412"/>
                        <a:pt x="3203" y="3346"/>
                      </a:cubicBezTo>
                      <a:cubicBezTo>
                        <a:pt x="3003" y="3179"/>
                        <a:pt x="2836" y="2945"/>
                        <a:pt x="2803" y="2678"/>
                      </a:cubicBezTo>
                      <a:cubicBezTo>
                        <a:pt x="2803" y="2612"/>
                        <a:pt x="2803" y="2545"/>
                        <a:pt x="2803" y="2478"/>
                      </a:cubicBezTo>
                      <a:cubicBezTo>
                        <a:pt x="2803" y="2245"/>
                        <a:pt x="2903" y="2045"/>
                        <a:pt x="3036" y="1845"/>
                      </a:cubicBezTo>
                      <a:cubicBezTo>
                        <a:pt x="3070" y="1811"/>
                        <a:pt x="3103" y="1778"/>
                        <a:pt x="3170" y="1744"/>
                      </a:cubicBezTo>
                      <a:lnTo>
                        <a:pt x="3637" y="1311"/>
                      </a:lnTo>
                      <a:cubicBezTo>
                        <a:pt x="3737" y="1211"/>
                        <a:pt x="3870" y="1144"/>
                        <a:pt x="3970" y="1044"/>
                      </a:cubicBezTo>
                      <a:cubicBezTo>
                        <a:pt x="4592" y="629"/>
                        <a:pt x="5309" y="406"/>
                        <a:pt x="6034" y="406"/>
                      </a:cubicBezTo>
                      <a:cubicBezTo>
                        <a:pt x="6359" y="406"/>
                        <a:pt x="6686" y="451"/>
                        <a:pt x="7006" y="544"/>
                      </a:cubicBezTo>
                      <a:lnTo>
                        <a:pt x="6973" y="510"/>
                      </a:lnTo>
                      <a:lnTo>
                        <a:pt x="6906" y="477"/>
                      </a:lnTo>
                      <a:cubicBezTo>
                        <a:pt x="6739" y="377"/>
                        <a:pt x="6606" y="310"/>
                        <a:pt x="6406" y="243"/>
                      </a:cubicBezTo>
                      <a:cubicBezTo>
                        <a:pt x="5895" y="85"/>
                        <a:pt x="5357" y="1"/>
                        <a:pt x="48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>
                  <a:off x="3035675" y="4266200"/>
                  <a:ext cx="204325" cy="1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3" h="5549" extrusionOk="0">
                      <a:moveTo>
                        <a:pt x="4452" y="1192"/>
                      </a:moveTo>
                      <a:cubicBezTo>
                        <a:pt x="4738" y="1192"/>
                        <a:pt x="5025" y="1226"/>
                        <a:pt x="5304" y="1293"/>
                      </a:cubicBezTo>
                      <a:lnTo>
                        <a:pt x="5471" y="1327"/>
                      </a:lnTo>
                      <a:cubicBezTo>
                        <a:pt x="5504" y="1327"/>
                        <a:pt x="5571" y="1360"/>
                        <a:pt x="5604" y="1360"/>
                      </a:cubicBezTo>
                      <a:cubicBezTo>
                        <a:pt x="6171" y="1560"/>
                        <a:pt x="6472" y="2161"/>
                        <a:pt x="6272" y="2728"/>
                      </a:cubicBezTo>
                      <a:cubicBezTo>
                        <a:pt x="6238" y="2861"/>
                        <a:pt x="6138" y="2961"/>
                        <a:pt x="6071" y="3061"/>
                      </a:cubicBezTo>
                      <a:lnTo>
                        <a:pt x="5971" y="3128"/>
                      </a:lnTo>
                      <a:lnTo>
                        <a:pt x="5571" y="3528"/>
                      </a:lnTo>
                      <a:lnTo>
                        <a:pt x="5504" y="3562"/>
                      </a:lnTo>
                      <a:cubicBezTo>
                        <a:pt x="4823" y="4149"/>
                        <a:pt x="3961" y="4471"/>
                        <a:pt x="3091" y="4471"/>
                      </a:cubicBezTo>
                      <a:cubicBezTo>
                        <a:pt x="2725" y="4471"/>
                        <a:pt x="2357" y="4414"/>
                        <a:pt x="2002" y="4295"/>
                      </a:cubicBezTo>
                      <a:cubicBezTo>
                        <a:pt x="1868" y="4262"/>
                        <a:pt x="1768" y="4195"/>
                        <a:pt x="1702" y="4129"/>
                      </a:cubicBezTo>
                      <a:cubicBezTo>
                        <a:pt x="1602" y="4095"/>
                        <a:pt x="1535" y="4029"/>
                        <a:pt x="1501" y="3928"/>
                      </a:cubicBezTo>
                      <a:cubicBezTo>
                        <a:pt x="1368" y="3795"/>
                        <a:pt x="1301" y="3628"/>
                        <a:pt x="1268" y="3461"/>
                      </a:cubicBezTo>
                      <a:cubicBezTo>
                        <a:pt x="1268" y="3461"/>
                        <a:pt x="1268" y="3428"/>
                        <a:pt x="1268" y="3428"/>
                      </a:cubicBezTo>
                      <a:cubicBezTo>
                        <a:pt x="1268" y="3361"/>
                        <a:pt x="1268" y="3328"/>
                        <a:pt x="1268" y="3261"/>
                      </a:cubicBezTo>
                      <a:cubicBezTo>
                        <a:pt x="1268" y="3028"/>
                        <a:pt x="1368" y="2794"/>
                        <a:pt x="1535" y="2628"/>
                      </a:cubicBezTo>
                      <a:cubicBezTo>
                        <a:pt x="1535" y="2594"/>
                        <a:pt x="1602" y="2561"/>
                        <a:pt x="1635" y="2494"/>
                      </a:cubicBezTo>
                      <a:lnTo>
                        <a:pt x="2102" y="2094"/>
                      </a:lnTo>
                      <a:cubicBezTo>
                        <a:pt x="2202" y="1994"/>
                        <a:pt x="2335" y="1894"/>
                        <a:pt x="2469" y="1827"/>
                      </a:cubicBezTo>
                      <a:cubicBezTo>
                        <a:pt x="3039" y="1400"/>
                        <a:pt x="3744" y="1192"/>
                        <a:pt x="4452" y="1192"/>
                      </a:cubicBezTo>
                      <a:close/>
                      <a:moveTo>
                        <a:pt x="4751" y="0"/>
                      </a:moveTo>
                      <a:cubicBezTo>
                        <a:pt x="4156" y="0"/>
                        <a:pt x="3554" y="105"/>
                        <a:pt x="2969" y="293"/>
                      </a:cubicBezTo>
                      <a:lnTo>
                        <a:pt x="2702" y="426"/>
                      </a:lnTo>
                      <a:lnTo>
                        <a:pt x="2636" y="459"/>
                      </a:lnTo>
                      <a:lnTo>
                        <a:pt x="2502" y="526"/>
                      </a:lnTo>
                      <a:cubicBezTo>
                        <a:pt x="2435" y="559"/>
                        <a:pt x="2369" y="593"/>
                        <a:pt x="2302" y="626"/>
                      </a:cubicBezTo>
                      <a:cubicBezTo>
                        <a:pt x="2235" y="659"/>
                        <a:pt x="2169" y="693"/>
                        <a:pt x="2102" y="726"/>
                      </a:cubicBezTo>
                      <a:cubicBezTo>
                        <a:pt x="2102" y="726"/>
                        <a:pt x="1968" y="793"/>
                        <a:pt x="1935" y="826"/>
                      </a:cubicBezTo>
                      <a:cubicBezTo>
                        <a:pt x="1902" y="860"/>
                        <a:pt x="1868" y="860"/>
                        <a:pt x="1835" y="893"/>
                      </a:cubicBezTo>
                      <a:cubicBezTo>
                        <a:pt x="1768" y="926"/>
                        <a:pt x="1668" y="993"/>
                        <a:pt x="1602" y="1026"/>
                      </a:cubicBezTo>
                      <a:cubicBezTo>
                        <a:pt x="1468" y="1126"/>
                        <a:pt x="1335" y="1260"/>
                        <a:pt x="1235" y="1360"/>
                      </a:cubicBezTo>
                      <a:lnTo>
                        <a:pt x="634" y="1860"/>
                      </a:lnTo>
                      <a:cubicBezTo>
                        <a:pt x="534" y="1960"/>
                        <a:pt x="434" y="2060"/>
                        <a:pt x="367" y="2161"/>
                      </a:cubicBezTo>
                      <a:lnTo>
                        <a:pt x="301" y="2227"/>
                      </a:lnTo>
                      <a:cubicBezTo>
                        <a:pt x="301" y="2261"/>
                        <a:pt x="301" y="2261"/>
                        <a:pt x="267" y="2294"/>
                      </a:cubicBezTo>
                      <a:cubicBezTo>
                        <a:pt x="267" y="2294"/>
                        <a:pt x="267" y="2294"/>
                        <a:pt x="234" y="2327"/>
                      </a:cubicBezTo>
                      <a:lnTo>
                        <a:pt x="201" y="2394"/>
                      </a:lnTo>
                      <a:lnTo>
                        <a:pt x="201" y="2427"/>
                      </a:lnTo>
                      <a:lnTo>
                        <a:pt x="134" y="2527"/>
                      </a:lnTo>
                      <a:cubicBezTo>
                        <a:pt x="100" y="2594"/>
                        <a:pt x="67" y="2661"/>
                        <a:pt x="67" y="2728"/>
                      </a:cubicBezTo>
                      <a:cubicBezTo>
                        <a:pt x="34" y="2761"/>
                        <a:pt x="34" y="2794"/>
                        <a:pt x="34" y="2828"/>
                      </a:cubicBezTo>
                      <a:cubicBezTo>
                        <a:pt x="0" y="2894"/>
                        <a:pt x="0" y="2961"/>
                        <a:pt x="0" y="2994"/>
                      </a:cubicBezTo>
                      <a:lnTo>
                        <a:pt x="0" y="3095"/>
                      </a:lnTo>
                      <a:cubicBezTo>
                        <a:pt x="0" y="3095"/>
                        <a:pt x="0" y="3128"/>
                        <a:pt x="0" y="3128"/>
                      </a:cubicBezTo>
                      <a:lnTo>
                        <a:pt x="0" y="3328"/>
                      </a:lnTo>
                      <a:cubicBezTo>
                        <a:pt x="0" y="3495"/>
                        <a:pt x="0" y="3628"/>
                        <a:pt x="34" y="3795"/>
                      </a:cubicBezTo>
                      <a:cubicBezTo>
                        <a:pt x="34" y="3862"/>
                        <a:pt x="67" y="3962"/>
                        <a:pt x="100" y="4029"/>
                      </a:cubicBezTo>
                      <a:cubicBezTo>
                        <a:pt x="100" y="4062"/>
                        <a:pt x="100" y="4095"/>
                        <a:pt x="134" y="4129"/>
                      </a:cubicBezTo>
                      <a:lnTo>
                        <a:pt x="167" y="4229"/>
                      </a:lnTo>
                      <a:cubicBezTo>
                        <a:pt x="167" y="4262"/>
                        <a:pt x="201" y="4262"/>
                        <a:pt x="201" y="4295"/>
                      </a:cubicBezTo>
                      <a:cubicBezTo>
                        <a:pt x="201" y="4329"/>
                        <a:pt x="234" y="4329"/>
                        <a:pt x="234" y="4362"/>
                      </a:cubicBezTo>
                      <a:lnTo>
                        <a:pt x="301" y="4462"/>
                      </a:lnTo>
                      <a:cubicBezTo>
                        <a:pt x="334" y="4529"/>
                        <a:pt x="367" y="4596"/>
                        <a:pt x="434" y="4629"/>
                      </a:cubicBezTo>
                      <a:lnTo>
                        <a:pt x="534" y="4762"/>
                      </a:lnTo>
                      <a:cubicBezTo>
                        <a:pt x="534" y="4762"/>
                        <a:pt x="567" y="4796"/>
                        <a:pt x="567" y="4796"/>
                      </a:cubicBezTo>
                      <a:lnTo>
                        <a:pt x="601" y="4829"/>
                      </a:lnTo>
                      <a:cubicBezTo>
                        <a:pt x="634" y="4862"/>
                        <a:pt x="701" y="4896"/>
                        <a:pt x="734" y="4963"/>
                      </a:cubicBezTo>
                      <a:cubicBezTo>
                        <a:pt x="768" y="4963"/>
                        <a:pt x="801" y="4996"/>
                        <a:pt x="834" y="5029"/>
                      </a:cubicBezTo>
                      <a:lnTo>
                        <a:pt x="901" y="5096"/>
                      </a:lnTo>
                      <a:lnTo>
                        <a:pt x="1001" y="5129"/>
                      </a:lnTo>
                      <a:cubicBezTo>
                        <a:pt x="1101" y="5196"/>
                        <a:pt x="1235" y="5263"/>
                        <a:pt x="1368" y="5296"/>
                      </a:cubicBezTo>
                      <a:cubicBezTo>
                        <a:pt x="1903" y="5464"/>
                        <a:pt x="2452" y="5548"/>
                        <a:pt x="2999" y="5548"/>
                      </a:cubicBezTo>
                      <a:cubicBezTo>
                        <a:pt x="3646" y="5548"/>
                        <a:pt x="4290" y="5431"/>
                        <a:pt x="4904" y="5196"/>
                      </a:cubicBezTo>
                      <a:cubicBezTo>
                        <a:pt x="5471" y="4963"/>
                        <a:pt x="6005" y="4662"/>
                        <a:pt x="6472" y="4262"/>
                      </a:cubicBezTo>
                      <a:lnTo>
                        <a:pt x="6939" y="3828"/>
                      </a:lnTo>
                      <a:lnTo>
                        <a:pt x="7072" y="3728"/>
                      </a:lnTo>
                      <a:cubicBezTo>
                        <a:pt x="7172" y="3628"/>
                        <a:pt x="7306" y="3495"/>
                        <a:pt x="7406" y="3361"/>
                      </a:cubicBezTo>
                      <a:cubicBezTo>
                        <a:pt x="8173" y="2261"/>
                        <a:pt x="7639" y="693"/>
                        <a:pt x="6338" y="259"/>
                      </a:cubicBezTo>
                      <a:lnTo>
                        <a:pt x="6105" y="192"/>
                      </a:lnTo>
                      <a:cubicBezTo>
                        <a:pt x="5905" y="126"/>
                        <a:pt x="5704" y="92"/>
                        <a:pt x="5504" y="59"/>
                      </a:cubicBezTo>
                      <a:cubicBezTo>
                        <a:pt x="5255" y="19"/>
                        <a:pt x="5004" y="0"/>
                        <a:pt x="475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3048175" y="4328550"/>
                  <a:ext cx="90925" cy="4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7" h="1735" extrusionOk="0">
                      <a:moveTo>
                        <a:pt x="3470" y="0"/>
                      </a:moveTo>
                      <a:lnTo>
                        <a:pt x="1" y="1201"/>
                      </a:lnTo>
                      <a:lnTo>
                        <a:pt x="201" y="1735"/>
                      </a:lnTo>
                      <a:lnTo>
                        <a:pt x="3637" y="534"/>
                      </a:lnTo>
                      <a:lnTo>
                        <a:pt x="34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3130750" y="4328550"/>
                  <a:ext cx="88400" cy="3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6" h="1402" extrusionOk="0">
                      <a:moveTo>
                        <a:pt x="134" y="0"/>
                      </a:moveTo>
                      <a:lnTo>
                        <a:pt x="67" y="267"/>
                      </a:lnTo>
                      <a:lnTo>
                        <a:pt x="0" y="534"/>
                      </a:lnTo>
                      <a:lnTo>
                        <a:pt x="167" y="567"/>
                      </a:lnTo>
                      <a:lnTo>
                        <a:pt x="1768" y="1034"/>
                      </a:lnTo>
                      <a:lnTo>
                        <a:pt x="2368" y="1201"/>
                      </a:lnTo>
                      <a:lnTo>
                        <a:pt x="3069" y="1401"/>
                      </a:lnTo>
                      <a:lnTo>
                        <a:pt x="3202" y="1301"/>
                      </a:lnTo>
                      <a:cubicBezTo>
                        <a:pt x="3302" y="1168"/>
                        <a:pt x="3436" y="1068"/>
                        <a:pt x="3536" y="934"/>
                      </a:cubicBezTo>
                      <a:lnTo>
                        <a:pt x="2469" y="634"/>
                      </a:lnTo>
                      <a:lnTo>
                        <a:pt x="2268" y="567"/>
                      </a:lnTo>
                      <a:lnTo>
                        <a:pt x="567" y="100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3126575" y="4269325"/>
                  <a:ext cx="6007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2837" extrusionOk="0">
                      <a:moveTo>
                        <a:pt x="1802" y="1"/>
                      </a:moveTo>
                      <a:lnTo>
                        <a:pt x="1168" y="868"/>
                      </a:lnTo>
                      <a:lnTo>
                        <a:pt x="1034" y="1068"/>
                      </a:lnTo>
                      <a:lnTo>
                        <a:pt x="34" y="2436"/>
                      </a:lnTo>
                      <a:lnTo>
                        <a:pt x="0" y="2503"/>
                      </a:lnTo>
                      <a:lnTo>
                        <a:pt x="234" y="2636"/>
                      </a:lnTo>
                      <a:lnTo>
                        <a:pt x="467" y="2836"/>
                      </a:lnTo>
                      <a:lnTo>
                        <a:pt x="467" y="2803"/>
                      </a:lnTo>
                      <a:lnTo>
                        <a:pt x="734" y="2469"/>
                      </a:lnTo>
                      <a:lnTo>
                        <a:pt x="1668" y="1168"/>
                      </a:lnTo>
                      <a:lnTo>
                        <a:pt x="1702" y="1102"/>
                      </a:lnTo>
                      <a:lnTo>
                        <a:pt x="2402" y="134"/>
                      </a:lnTo>
                      <a:lnTo>
                        <a:pt x="180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8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207" name="Google Shape;207;p8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8"/>
          <p:cNvSpPr txBox="1">
            <a:spLocks noGrp="1"/>
          </p:cNvSpPr>
          <p:nvPr>
            <p:ph type="title"/>
          </p:nvPr>
        </p:nvSpPr>
        <p:spPr>
          <a:xfrm>
            <a:off x="722375" y="1490750"/>
            <a:ext cx="5509200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9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212" name="Google Shape;212;p9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9"/>
          <p:cNvSpPr txBox="1">
            <a:spLocks noGrp="1"/>
          </p:cNvSpPr>
          <p:nvPr>
            <p:ph type="subTitle" idx="1"/>
          </p:nvPr>
        </p:nvSpPr>
        <p:spPr>
          <a:xfrm>
            <a:off x="4019225" y="2194454"/>
            <a:ext cx="4402500" cy="151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>
            <a:endParaRPr/>
          </a:p>
        </p:txBody>
      </p:sp>
      <p:sp>
        <p:nvSpPr>
          <p:cNvPr id="215" name="Google Shape;215;p9"/>
          <p:cNvSpPr txBox="1">
            <a:spLocks noGrp="1"/>
          </p:cNvSpPr>
          <p:nvPr>
            <p:ph type="title"/>
          </p:nvPr>
        </p:nvSpPr>
        <p:spPr>
          <a:xfrm>
            <a:off x="4019350" y="1415576"/>
            <a:ext cx="4402500" cy="6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23_1_2_2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16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372" name="Google Shape;372;p16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" name="Google Shape;374;p16"/>
          <p:cNvSpPr txBox="1">
            <a:spLocks noGrp="1"/>
          </p:cNvSpPr>
          <p:nvPr>
            <p:ph type="subTitle" idx="1"/>
          </p:nvPr>
        </p:nvSpPr>
        <p:spPr>
          <a:xfrm>
            <a:off x="5679747" y="1493519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375" name="Google Shape;375;p16"/>
          <p:cNvSpPr txBox="1">
            <a:spLocks noGrp="1"/>
          </p:cNvSpPr>
          <p:nvPr>
            <p:ph type="subTitle" idx="2"/>
          </p:nvPr>
        </p:nvSpPr>
        <p:spPr>
          <a:xfrm>
            <a:off x="5679748" y="1875631"/>
            <a:ext cx="26415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376" name="Google Shape;376;p16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57813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377" name="Google Shape;377;p16"/>
          <p:cNvSpPr txBox="1">
            <a:spLocks noGrp="1"/>
          </p:cNvSpPr>
          <p:nvPr>
            <p:ph type="subTitle" idx="3"/>
          </p:nvPr>
        </p:nvSpPr>
        <p:spPr>
          <a:xfrm>
            <a:off x="5679747" y="3020336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378" name="Google Shape;378;p16"/>
          <p:cNvSpPr txBox="1">
            <a:spLocks noGrp="1"/>
          </p:cNvSpPr>
          <p:nvPr>
            <p:ph type="subTitle" idx="4"/>
          </p:nvPr>
        </p:nvSpPr>
        <p:spPr>
          <a:xfrm>
            <a:off x="5679748" y="3402488"/>
            <a:ext cx="26415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grpSp>
        <p:nvGrpSpPr>
          <p:cNvPr id="379" name="Google Shape;379;p16"/>
          <p:cNvGrpSpPr/>
          <p:nvPr/>
        </p:nvGrpSpPr>
        <p:grpSpPr>
          <a:xfrm>
            <a:off x="7887675" y="-285667"/>
            <a:ext cx="1523794" cy="1389363"/>
            <a:chOff x="7252250" y="1395950"/>
            <a:chExt cx="919000" cy="837925"/>
          </a:xfrm>
        </p:grpSpPr>
        <p:sp>
          <p:nvSpPr>
            <p:cNvPr id="380" name="Google Shape;380;p16"/>
            <p:cNvSpPr/>
            <p:nvPr/>
          </p:nvSpPr>
          <p:spPr>
            <a:xfrm>
              <a:off x="7252250" y="1395950"/>
              <a:ext cx="919000" cy="837925"/>
            </a:xfrm>
            <a:custGeom>
              <a:avLst/>
              <a:gdLst/>
              <a:ahLst/>
              <a:cxnLst/>
              <a:rect l="l" t="t" r="r" b="b"/>
              <a:pathLst>
                <a:path w="36760" h="33517" extrusionOk="0">
                  <a:moveTo>
                    <a:pt x="18380" y="1"/>
                  </a:moveTo>
                  <a:cubicBezTo>
                    <a:pt x="14094" y="1"/>
                    <a:pt x="9807" y="1635"/>
                    <a:pt x="6538" y="4904"/>
                  </a:cubicBezTo>
                  <a:cubicBezTo>
                    <a:pt x="0" y="11442"/>
                    <a:pt x="0" y="22050"/>
                    <a:pt x="6538" y="28588"/>
                  </a:cubicBezTo>
                  <a:cubicBezTo>
                    <a:pt x="9807" y="31873"/>
                    <a:pt x="14094" y="33516"/>
                    <a:pt x="18380" y="33516"/>
                  </a:cubicBezTo>
                  <a:cubicBezTo>
                    <a:pt x="22666" y="33516"/>
                    <a:pt x="26953" y="31873"/>
                    <a:pt x="30222" y="28588"/>
                  </a:cubicBezTo>
                  <a:cubicBezTo>
                    <a:pt x="36760" y="22050"/>
                    <a:pt x="36760" y="11442"/>
                    <a:pt x="30222" y="4904"/>
                  </a:cubicBezTo>
                  <a:cubicBezTo>
                    <a:pt x="26953" y="1635"/>
                    <a:pt x="22666" y="1"/>
                    <a:pt x="183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85725" dir="10800000" algn="bl" rotWithShape="0">
                <a:schemeClr val="lt2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7364000" y="1466825"/>
              <a:ext cx="697175" cy="698025"/>
            </a:xfrm>
            <a:custGeom>
              <a:avLst/>
              <a:gdLst/>
              <a:ahLst/>
              <a:cxnLst/>
              <a:rect l="l" t="t" r="r" b="b"/>
              <a:pathLst>
                <a:path w="27887" h="27921" extrusionOk="0">
                  <a:moveTo>
                    <a:pt x="13543" y="1"/>
                  </a:moveTo>
                  <a:cubicBezTo>
                    <a:pt x="6004" y="234"/>
                    <a:pt x="0" y="6406"/>
                    <a:pt x="0" y="13944"/>
                  </a:cubicBezTo>
                  <a:cubicBezTo>
                    <a:pt x="0" y="21516"/>
                    <a:pt x="6004" y="27687"/>
                    <a:pt x="13543" y="27921"/>
                  </a:cubicBezTo>
                  <a:lnTo>
                    <a:pt x="13910" y="27921"/>
                  </a:lnTo>
                  <a:cubicBezTo>
                    <a:pt x="14877" y="27921"/>
                    <a:pt x="15845" y="27821"/>
                    <a:pt x="16812" y="27621"/>
                  </a:cubicBezTo>
                  <a:cubicBezTo>
                    <a:pt x="17446" y="27487"/>
                    <a:pt x="18046" y="27287"/>
                    <a:pt x="18680" y="27087"/>
                  </a:cubicBezTo>
                  <a:cubicBezTo>
                    <a:pt x="19080" y="26920"/>
                    <a:pt x="19481" y="26753"/>
                    <a:pt x="19881" y="26553"/>
                  </a:cubicBezTo>
                  <a:cubicBezTo>
                    <a:pt x="22850" y="25152"/>
                    <a:pt x="25218" y="22751"/>
                    <a:pt x="26619" y="19782"/>
                  </a:cubicBezTo>
                  <a:cubicBezTo>
                    <a:pt x="27453" y="17947"/>
                    <a:pt x="27887" y="15946"/>
                    <a:pt x="27887" y="13944"/>
                  </a:cubicBezTo>
                  <a:cubicBezTo>
                    <a:pt x="27887" y="10142"/>
                    <a:pt x="26319" y="6506"/>
                    <a:pt x="23584" y="3870"/>
                  </a:cubicBezTo>
                  <a:cubicBezTo>
                    <a:pt x="22483" y="2836"/>
                    <a:pt x="21249" y="1969"/>
                    <a:pt x="19881" y="1335"/>
                  </a:cubicBezTo>
                  <a:cubicBezTo>
                    <a:pt x="19514" y="1135"/>
                    <a:pt x="19080" y="968"/>
                    <a:pt x="18680" y="835"/>
                  </a:cubicBezTo>
                  <a:cubicBezTo>
                    <a:pt x="18046" y="601"/>
                    <a:pt x="17446" y="435"/>
                    <a:pt x="16812" y="301"/>
                  </a:cubicBezTo>
                  <a:cubicBezTo>
                    <a:pt x="15845" y="101"/>
                    <a:pt x="14877" y="1"/>
                    <a:pt x="139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7784300" y="1473500"/>
              <a:ext cx="46725" cy="683850"/>
            </a:xfrm>
            <a:custGeom>
              <a:avLst/>
              <a:gdLst/>
              <a:ahLst/>
              <a:cxnLst/>
              <a:rect l="l" t="t" r="r" b="b"/>
              <a:pathLst>
                <a:path w="1869" h="27354" extrusionOk="0">
                  <a:moveTo>
                    <a:pt x="0" y="1"/>
                  </a:moveTo>
                  <a:lnTo>
                    <a:pt x="0" y="27354"/>
                  </a:lnTo>
                  <a:cubicBezTo>
                    <a:pt x="634" y="27220"/>
                    <a:pt x="1234" y="27020"/>
                    <a:pt x="1868" y="26787"/>
                  </a:cubicBezTo>
                  <a:lnTo>
                    <a:pt x="1868" y="535"/>
                  </a:lnTo>
                  <a:cubicBezTo>
                    <a:pt x="1234" y="301"/>
                    <a:pt x="634" y="134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7861000" y="1499350"/>
              <a:ext cx="92600" cy="631325"/>
            </a:xfrm>
            <a:custGeom>
              <a:avLst/>
              <a:gdLst/>
              <a:ahLst/>
              <a:cxnLst/>
              <a:rect l="l" t="t" r="r" b="b"/>
              <a:pathLst>
                <a:path w="3704" h="25253" extrusionOk="0">
                  <a:moveTo>
                    <a:pt x="1" y="1"/>
                  </a:moveTo>
                  <a:lnTo>
                    <a:pt x="1" y="25252"/>
                  </a:lnTo>
                  <a:cubicBezTo>
                    <a:pt x="1369" y="24619"/>
                    <a:pt x="2603" y="23751"/>
                    <a:pt x="3704" y="22717"/>
                  </a:cubicBezTo>
                  <a:lnTo>
                    <a:pt x="3704" y="2569"/>
                  </a:lnTo>
                  <a:cubicBezTo>
                    <a:pt x="2603" y="1502"/>
                    <a:pt x="1369" y="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7486575" y="1928825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35" y="1"/>
                  </a:moveTo>
                  <a:lnTo>
                    <a:pt x="1" y="1702"/>
                  </a:lnTo>
                  <a:lnTo>
                    <a:pt x="1735" y="3403"/>
                  </a:lnTo>
                  <a:lnTo>
                    <a:pt x="3436" y="1702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>
              <a:off x="7486575" y="1626950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02" y="1"/>
                  </a:moveTo>
                  <a:lnTo>
                    <a:pt x="1" y="1702"/>
                  </a:lnTo>
                  <a:lnTo>
                    <a:pt x="1702" y="3403"/>
                  </a:lnTo>
                  <a:lnTo>
                    <a:pt x="3436" y="1702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>
              <a:off x="7855175" y="1928825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02" y="1"/>
                  </a:moveTo>
                  <a:lnTo>
                    <a:pt x="0" y="1702"/>
                  </a:lnTo>
                  <a:lnTo>
                    <a:pt x="1702" y="3403"/>
                  </a:lnTo>
                  <a:lnTo>
                    <a:pt x="3436" y="1702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7855175" y="1626950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35" y="1"/>
                  </a:moveTo>
                  <a:lnTo>
                    <a:pt x="0" y="1702"/>
                  </a:lnTo>
                  <a:lnTo>
                    <a:pt x="1735" y="3403"/>
                  </a:lnTo>
                  <a:lnTo>
                    <a:pt x="3436" y="1702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7855175" y="1777900"/>
              <a:ext cx="85925" cy="85075"/>
            </a:xfrm>
            <a:custGeom>
              <a:avLst/>
              <a:gdLst/>
              <a:ahLst/>
              <a:cxnLst/>
              <a:rect l="l" t="t" r="r" b="b"/>
              <a:pathLst>
                <a:path w="3437" h="3403" extrusionOk="0">
                  <a:moveTo>
                    <a:pt x="1702" y="0"/>
                  </a:moveTo>
                  <a:lnTo>
                    <a:pt x="0" y="1701"/>
                  </a:lnTo>
                  <a:lnTo>
                    <a:pt x="1702" y="3403"/>
                  </a:lnTo>
                  <a:lnTo>
                    <a:pt x="3436" y="1701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7486575" y="1777900"/>
              <a:ext cx="85925" cy="85075"/>
            </a:xfrm>
            <a:custGeom>
              <a:avLst/>
              <a:gdLst/>
              <a:ahLst/>
              <a:cxnLst/>
              <a:rect l="l" t="t" r="r" b="b"/>
              <a:pathLst>
                <a:path w="3437" h="3403" extrusionOk="0">
                  <a:moveTo>
                    <a:pt x="1735" y="0"/>
                  </a:moveTo>
                  <a:lnTo>
                    <a:pt x="1" y="1701"/>
                  </a:lnTo>
                  <a:lnTo>
                    <a:pt x="1735" y="3403"/>
                  </a:lnTo>
                  <a:lnTo>
                    <a:pt x="3436" y="1701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7635025" y="1920700"/>
              <a:ext cx="144275" cy="133250"/>
            </a:xfrm>
            <a:custGeom>
              <a:avLst/>
              <a:gdLst/>
              <a:ahLst/>
              <a:cxnLst/>
              <a:rect l="l" t="t" r="r" b="b"/>
              <a:pathLst>
                <a:path w="5771" h="5330" extrusionOk="0">
                  <a:moveTo>
                    <a:pt x="4153" y="1"/>
                  </a:moveTo>
                  <a:cubicBezTo>
                    <a:pt x="4078" y="1"/>
                    <a:pt x="4003" y="9"/>
                    <a:pt x="3936" y="26"/>
                  </a:cubicBezTo>
                  <a:cubicBezTo>
                    <a:pt x="3069" y="92"/>
                    <a:pt x="2268" y="393"/>
                    <a:pt x="1601" y="926"/>
                  </a:cubicBezTo>
                  <a:lnTo>
                    <a:pt x="1535" y="893"/>
                  </a:lnTo>
                  <a:lnTo>
                    <a:pt x="1435" y="1060"/>
                  </a:lnTo>
                  <a:cubicBezTo>
                    <a:pt x="1368" y="1126"/>
                    <a:pt x="1334" y="1160"/>
                    <a:pt x="1268" y="1193"/>
                  </a:cubicBezTo>
                  <a:cubicBezTo>
                    <a:pt x="934" y="1560"/>
                    <a:pt x="634" y="1960"/>
                    <a:pt x="434" y="2427"/>
                  </a:cubicBezTo>
                  <a:lnTo>
                    <a:pt x="167" y="3028"/>
                  </a:lnTo>
                  <a:cubicBezTo>
                    <a:pt x="167" y="3028"/>
                    <a:pt x="167" y="3028"/>
                    <a:pt x="167" y="3061"/>
                  </a:cubicBezTo>
                  <a:cubicBezTo>
                    <a:pt x="134" y="3095"/>
                    <a:pt x="134" y="3095"/>
                    <a:pt x="134" y="3128"/>
                  </a:cubicBezTo>
                  <a:lnTo>
                    <a:pt x="134" y="3161"/>
                  </a:lnTo>
                  <a:lnTo>
                    <a:pt x="134" y="3195"/>
                  </a:lnTo>
                  <a:lnTo>
                    <a:pt x="100" y="3328"/>
                  </a:lnTo>
                  <a:cubicBezTo>
                    <a:pt x="0" y="3795"/>
                    <a:pt x="100" y="4262"/>
                    <a:pt x="367" y="4662"/>
                  </a:cubicBezTo>
                  <a:cubicBezTo>
                    <a:pt x="501" y="4829"/>
                    <a:pt x="667" y="4996"/>
                    <a:pt x="867" y="5096"/>
                  </a:cubicBezTo>
                  <a:cubicBezTo>
                    <a:pt x="901" y="5129"/>
                    <a:pt x="968" y="5163"/>
                    <a:pt x="1034" y="5196"/>
                  </a:cubicBezTo>
                  <a:cubicBezTo>
                    <a:pt x="1134" y="5229"/>
                    <a:pt x="1234" y="5296"/>
                    <a:pt x="1334" y="5296"/>
                  </a:cubicBezTo>
                  <a:cubicBezTo>
                    <a:pt x="1435" y="5329"/>
                    <a:pt x="1501" y="5329"/>
                    <a:pt x="1568" y="5329"/>
                  </a:cubicBezTo>
                  <a:lnTo>
                    <a:pt x="1902" y="5329"/>
                  </a:lnTo>
                  <a:cubicBezTo>
                    <a:pt x="2068" y="5329"/>
                    <a:pt x="2202" y="5296"/>
                    <a:pt x="2369" y="5263"/>
                  </a:cubicBezTo>
                  <a:cubicBezTo>
                    <a:pt x="3236" y="5063"/>
                    <a:pt x="4003" y="4629"/>
                    <a:pt x="4603" y="3962"/>
                  </a:cubicBezTo>
                  <a:lnTo>
                    <a:pt x="4637" y="3928"/>
                  </a:lnTo>
                  <a:cubicBezTo>
                    <a:pt x="4737" y="3795"/>
                    <a:pt x="4870" y="3662"/>
                    <a:pt x="4970" y="3528"/>
                  </a:cubicBezTo>
                  <a:lnTo>
                    <a:pt x="5304" y="3095"/>
                  </a:lnTo>
                  <a:lnTo>
                    <a:pt x="5237" y="3061"/>
                  </a:lnTo>
                  <a:cubicBezTo>
                    <a:pt x="5271" y="2994"/>
                    <a:pt x="5304" y="2928"/>
                    <a:pt x="5337" y="2861"/>
                  </a:cubicBezTo>
                  <a:lnTo>
                    <a:pt x="5604" y="2294"/>
                  </a:lnTo>
                  <a:cubicBezTo>
                    <a:pt x="5704" y="2027"/>
                    <a:pt x="5771" y="1760"/>
                    <a:pt x="5738" y="1460"/>
                  </a:cubicBezTo>
                  <a:cubicBezTo>
                    <a:pt x="5738" y="1393"/>
                    <a:pt x="5738" y="1327"/>
                    <a:pt x="5704" y="1260"/>
                  </a:cubicBezTo>
                  <a:cubicBezTo>
                    <a:pt x="5704" y="1227"/>
                    <a:pt x="5704" y="1193"/>
                    <a:pt x="5704" y="1193"/>
                  </a:cubicBezTo>
                  <a:cubicBezTo>
                    <a:pt x="5704" y="1160"/>
                    <a:pt x="5704" y="1126"/>
                    <a:pt x="5671" y="1093"/>
                  </a:cubicBezTo>
                  <a:cubicBezTo>
                    <a:pt x="5638" y="960"/>
                    <a:pt x="5571" y="860"/>
                    <a:pt x="5537" y="760"/>
                  </a:cubicBezTo>
                  <a:cubicBezTo>
                    <a:pt x="5537" y="893"/>
                    <a:pt x="5504" y="1060"/>
                    <a:pt x="5437" y="1193"/>
                  </a:cubicBezTo>
                  <a:lnTo>
                    <a:pt x="5237" y="1660"/>
                  </a:lnTo>
                  <a:cubicBezTo>
                    <a:pt x="4804" y="2594"/>
                    <a:pt x="3903" y="3228"/>
                    <a:pt x="2869" y="3361"/>
                  </a:cubicBezTo>
                  <a:lnTo>
                    <a:pt x="2602" y="3361"/>
                  </a:lnTo>
                  <a:cubicBezTo>
                    <a:pt x="2369" y="3295"/>
                    <a:pt x="2202" y="3161"/>
                    <a:pt x="2068" y="2994"/>
                  </a:cubicBezTo>
                  <a:cubicBezTo>
                    <a:pt x="2035" y="2961"/>
                    <a:pt x="2002" y="2894"/>
                    <a:pt x="2002" y="2861"/>
                  </a:cubicBezTo>
                  <a:cubicBezTo>
                    <a:pt x="1902" y="2661"/>
                    <a:pt x="1902" y="2461"/>
                    <a:pt x="1968" y="2294"/>
                  </a:cubicBezTo>
                  <a:cubicBezTo>
                    <a:pt x="1968" y="2261"/>
                    <a:pt x="1968" y="2227"/>
                    <a:pt x="2002" y="2161"/>
                  </a:cubicBezTo>
                  <a:lnTo>
                    <a:pt x="2202" y="1694"/>
                  </a:lnTo>
                  <a:cubicBezTo>
                    <a:pt x="2268" y="1593"/>
                    <a:pt x="2335" y="1493"/>
                    <a:pt x="2402" y="1393"/>
                  </a:cubicBezTo>
                  <a:cubicBezTo>
                    <a:pt x="2836" y="626"/>
                    <a:pt x="3603" y="126"/>
                    <a:pt x="4470" y="26"/>
                  </a:cubicBezTo>
                  <a:lnTo>
                    <a:pt x="4370" y="26"/>
                  </a:lnTo>
                  <a:cubicBezTo>
                    <a:pt x="4303" y="9"/>
                    <a:pt x="4228" y="1"/>
                    <a:pt x="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7746775" y="1922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7658375" y="1893625"/>
              <a:ext cx="144075" cy="135300"/>
            </a:xfrm>
            <a:custGeom>
              <a:avLst/>
              <a:gdLst/>
              <a:ahLst/>
              <a:cxnLst/>
              <a:rect l="l" t="t" r="r" b="b"/>
              <a:pathLst>
                <a:path w="5763" h="5412" extrusionOk="0">
                  <a:moveTo>
                    <a:pt x="3754" y="1134"/>
                  </a:moveTo>
                  <a:cubicBezTo>
                    <a:pt x="4203" y="1134"/>
                    <a:pt x="4570" y="1479"/>
                    <a:pt x="4570" y="1909"/>
                  </a:cubicBezTo>
                  <a:cubicBezTo>
                    <a:pt x="4603" y="2009"/>
                    <a:pt x="4570" y="2143"/>
                    <a:pt x="4537" y="2243"/>
                  </a:cubicBezTo>
                  <a:cubicBezTo>
                    <a:pt x="4537" y="2276"/>
                    <a:pt x="4503" y="2276"/>
                    <a:pt x="4503" y="2310"/>
                  </a:cubicBezTo>
                  <a:lnTo>
                    <a:pt x="4303" y="2743"/>
                  </a:lnTo>
                  <a:lnTo>
                    <a:pt x="4303" y="2777"/>
                  </a:lnTo>
                  <a:cubicBezTo>
                    <a:pt x="3870" y="3744"/>
                    <a:pt x="2969" y="4378"/>
                    <a:pt x="1935" y="4478"/>
                  </a:cubicBezTo>
                  <a:cubicBezTo>
                    <a:pt x="1885" y="4494"/>
                    <a:pt x="1835" y="4503"/>
                    <a:pt x="1789" y="4503"/>
                  </a:cubicBezTo>
                  <a:cubicBezTo>
                    <a:pt x="1743" y="4503"/>
                    <a:pt x="1701" y="4494"/>
                    <a:pt x="1668" y="4478"/>
                  </a:cubicBezTo>
                  <a:cubicBezTo>
                    <a:pt x="1568" y="4478"/>
                    <a:pt x="1501" y="4444"/>
                    <a:pt x="1435" y="4411"/>
                  </a:cubicBezTo>
                  <a:cubicBezTo>
                    <a:pt x="1301" y="4344"/>
                    <a:pt x="1201" y="4244"/>
                    <a:pt x="1134" y="4144"/>
                  </a:cubicBezTo>
                  <a:cubicBezTo>
                    <a:pt x="1134" y="4111"/>
                    <a:pt x="1134" y="4111"/>
                    <a:pt x="1134" y="4111"/>
                  </a:cubicBezTo>
                  <a:cubicBezTo>
                    <a:pt x="1101" y="4077"/>
                    <a:pt x="1068" y="4011"/>
                    <a:pt x="1068" y="3977"/>
                  </a:cubicBezTo>
                  <a:cubicBezTo>
                    <a:pt x="1001" y="3811"/>
                    <a:pt x="968" y="3610"/>
                    <a:pt x="1034" y="3444"/>
                  </a:cubicBezTo>
                  <a:cubicBezTo>
                    <a:pt x="1034" y="3377"/>
                    <a:pt x="1068" y="3344"/>
                    <a:pt x="1068" y="3310"/>
                  </a:cubicBezTo>
                  <a:lnTo>
                    <a:pt x="1301" y="2843"/>
                  </a:lnTo>
                  <a:cubicBezTo>
                    <a:pt x="1334" y="2743"/>
                    <a:pt x="1401" y="2643"/>
                    <a:pt x="1468" y="2510"/>
                  </a:cubicBezTo>
                  <a:cubicBezTo>
                    <a:pt x="1801" y="1976"/>
                    <a:pt x="2302" y="1576"/>
                    <a:pt x="2902" y="1309"/>
                  </a:cubicBezTo>
                  <a:cubicBezTo>
                    <a:pt x="3069" y="1275"/>
                    <a:pt x="3236" y="1209"/>
                    <a:pt x="3403" y="1175"/>
                  </a:cubicBezTo>
                  <a:lnTo>
                    <a:pt x="3536" y="1142"/>
                  </a:lnTo>
                  <a:lnTo>
                    <a:pt x="3636" y="1142"/>
                  </a:lnTo>
                  <a:cubicBezTo>
                    <a:pt x="3676" y="1137"/>
                    <a:pt x="3715" y="1134"/>
                    <a:pt x="3754" y="1134"/>
                  </a:cubicBezTo>
                  <a:close/>
                  <a:moveTo>
                    <a:pt x="3955" y="1"/>
                  </a:moveTo>
                  <a:cubicBezTo>
                    <a:pt x="3905" y="1"/>
                    <a:pt x="3854" y="3"/>
                    <a:pt x="3803" y="8"/>
                  </a:cubicBezTo>
                  <a:lnTo>
                    <a:pt x="3603" y="41"/>
                  </a:lnTo>
                  <a:cubicBezTo>
                    <a:pt x="3436" y="75"/>
                    <a:pt x="3269" y="108"/>
                    <a:pt x="3102" y="141"/>
                  </a:cubicBezTo>
                  <a:cubicBezTo>
                    <a:pt x="2435" y="341"/>
                    <a:pt x="1801" y="675"/>
                    <a:pt x="1301" y="1175"/>
                  </a:cubicBezTo>
                  <a:cubicBezTo>
                    <a:pt x="1268" y="1309"/>
                    <a:pt x="1234" y="1376"/>
                    <a:pt x="1201" y="1376"/>
                  </a:cubicBezTo>
                  <a:lnTo>
                    <a:pt x="1134" y="1442"/>
                  </a:lnTo>
                  <a:cubicBezTo>
                    <a:pt x="1101" y="1442"/>
                    <a:pt x="1068" y="1476"/>
                    <a:pt x="1068" y="1509"/>
                  </a:cubicBezTo>
                  <a:lnTo>
                    <a:pt x="1001" y="1576"/>
                  </a:lnTo>
                  <a:lnTo>
                    <a:pt x="934" y="1642"/>
                  </a:lnTo>
                  <a:cubicBezTo>
                    <a:pt x="901" y="1709"/>
                    <a:pt x="867" y="1742"/>
                    <a:pt x="834" y="1809"/>
                  </a:cubicBezTo>
                  <a:cubicBezTo>
                    <a:pt x="801" y="1843"/>
                    <a:pt x="767" y="1876"/>
                    <a:pt x="734" y="1943"/>
                  </a:cubicBezTo>
                  <a:cubicBezTo>
                    <a:pt x="701" y="1943"/>
                    <a:pt x="701" y="1976"/>
                    <a:pt x="701" y="2009"/>
                  </a:cubicBezTo>
                  <a:cubicBezTo>
                    <a:pt x="667" y="2076"/>
                    <a:pt x="601" y="2143"/>
                    <a:pt x="567" y="2209"/>
                  </a:cubicBezTo>
                  <a:cubicBezTo>
                    <a:pt x="501" y="2310"/>
                    <a:pt x="434" y="2443"/>
                    <a:pt x="400" y="2576"/>
                  </a:cubicBezTo>
                  <a:lnTo>
                    <a:pt x="134" y="3143"/>
                  </a:lnTo>
                  <a:cubicBezTo>
                    <a:pt x="67" y="3244"/>
                    <a:pt x="34" y="3344"/>
                    <a:pt x="34" y="3444"/>
                  </a:cubicBezTo>
                  <a:cubicBezTo>
                    <a:pt x="34" y="3477"/>
                    <a:pt x="34" y="3477"/>
                    <a:pt x="34" y="3510"/>
                  </a:cubicBezTo>
                  <a:lnTo>
                    <a:pt x="34" y="3544"/>
                  </a:lnTo>
                  <a:cubicBezTo>
                    <a:pt x="0" y="3577"/>
                    <a:pt x="0" y="3577"/>
                    <a:pt x="34" y="3610"/>
                  </a:cubicBezTo>
                  <a:cubicBezTo>
                    <a:pt x="34" y="3610"/>
                    <a:pt x="34" y="3644"/>
                    <a:pt x="34" y="3677"/>
                  </a:cubicBezTo>
                  <a:cubicBezTo>
                    <a:pt x="34" y="3677"/>
                    <a:pt x="34" y="3677"/>
                    <a:pt x="34" y="3711"/>
                  </a:cubicBezTo>
                  <a:cubicBezTo>
                    <a:pt x="34" y="3744"/>
                    <a:pt x="34" y="3777"/>
                    <a:pt x="34" y="3811"/>
                  </a:cubicBezTo>
                  <a:cubicBezTo>
                    <a:pt x="34" y="3844"/>
                    <a:pt x="34" y="3911"/>
                    <a:pt x="34" y="3977"/>
                  </a:cubicBezTo>
                  <a:cubicBezTo>
                    <a:pt x="0" y="4011"/>
                    <a:pt x="0" y="4044"/>
                    <a:pt x="34" y="4077"/>
                  </a:cubicBezTo>
                  <a:cubicBezTo>
                    <a:pt x="34" y="4111"/>
                    <a:pt x="34" y="4144"/>
                    <a:pt x="34" y="4211"/>
                  </a:cubicBezTo>
                  <a:cubicBezTo>
                    <a:pt x="34" y="4211"/>
                    <a:pt x="34" y="4244"/>
                    <a:pt x="67" y="4278"/>
                  </a:cubicBezTo>
                  <a:cubicBezTo>
                    <a:pt x="67" y="4278"/>
                    <a:pt x="67" y="4278"/>
                    <a:pt x="67" y="4311"/>
                  </a:cubicBezTo>
                  <a:cubicBezTo>
                    <a:pt x="67" y="4344"/>
                    <a:pt x="100" y="4411"/>
                    <a:pt x="134" y="4444"/>
                  </a:cubicBezTo>
                  <a:cubicBezTo>
                    <a:pt x="167" y="4578"/>
                    <a:pt x="234" y="4678"/>
                    <a:pt x="300" y="4778"/>
                  </a:cubicBezTo>
                  <a:cubicBezTo>
                    <a:pt x="334" y="4845"/>
                    <a:pt x="367" y="4878"/>
                    <a:pt x="434" y="4945"/>
                  </a:cubicBezTo>
                  <a:cubicBezTo>
                    <a:pt x="434" y="4945"/>
                    <a:pt x="467" y="4978"/>
                    <a:pt x="501" y="5011"/>
                  </a:cubicBezTo>
                  <a:lnTo>
                    <a:pt x="567" y="5045"/>
                  </a:lnTo>
                  <a:cubicBezTo>
                    <a:pt x="567" y="5078"/>
                    <a:pt x="567" y="5078"/>
                    <a:pt x="601" y="5078"/>
                  </a:cubicBezTo>
                  <a:lnTo>
                    <a:pt x="634" y="5145"/>
                  </a:lnTo>
                  <a:cubicBezTo>
                    <a:pt x="667" y="5145"/>
                    <a:pt x="701" y="5145"/>
                    <a:pt x="701" y="5178"/>
                  </a:cubicBezTo>
                  <a:cubicBezTo>
                    <a:pt x="767" y="5212"/>
                    <a:pt x="834" y="5245"/>
                    <a:pt x="867" y="5278"/>
                  </a:cubicBezTo>
                  <a:lnTo>
                    <a:pt x="1001" y="5345"/>
                  </a:lnTo>
                  <a:lnTo>
                    <a:pt x="1034" y="5345"/>
                  </a:lnTo>
                  <a:lnTo>
                    <a:pt x="1201" y="5378"/>
                  </a:lnTo>
                  <a:cubicBezTo>
                    <a:pt x="1234" y="5378"/>
                    <a:pt x="1268" y="5378"/>
                    <a:pt x="1301" y="5412"/>
                  </a:cubicBezTo>
                  <a:lnTo>
                    <a:pt x="1768" y="5412"/>
                  </a:lnTo>
                  <a:cubicBezTo>
                    <a:pt x="2769" y="5278"/>
                    <a:pt x="3669" y="4845"/>
                    <a:pt x="4370" y="4144"/>
                  </a:cubicBezTo>
                  <a:cubicBezTo>
                    <a:pt x="4704" y="3777"/>
                    <a:pt x="5004" y="3377"/>
                    <a:pt x="5204" y="2943"/>
                  </a:cubicBezTo>
                  <a:lnTo>
                    <a:pt x="5404" y="2476"/>
                  </a:lnTo>
                  <a:lnTo>
                    <a:pt x="5471" y="2343"/>
                  </a:lnTo>
                  <a:cubicBezTo>
                    <a:pt x="5537" y="2243"/>
                    <a:pt x="5571" y="2109"/>
                    <a:pt x="5604" y="1976"/>
                  </a:cubicBezTo>
                  <a:cubicBezTo>
                    <a:pt x="5763" y="928"/>
                    <a:pt x="4954" y="1"/>
                    <a:pt x="3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7772625" y="1940500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0" y="1"/>
                  </a:moveTo>
                  <a:lnTo>
                    <a:pt x="33" y="34"/>
                  </a:lnTo>
                  <a:lnTo>
                    <a:pt x="33" y="34"/>
                  </a:ln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7746775" y="1922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7674200" y="1955525"/>
              <a:ext cx="61750" cy="60075"/>
            </a:xfrm>
            <a:custGeom>
              <a:avLst/>
              <a:gdLst/>
              <a:ahLst/>
              <a:cxnLst/>
              <a:rect l="l" t="t" r="r" b="b"/>
              <a:pathLst>
                <a:path w="2470" h="2403" extrusionOk="0">
                  <a:moveTo>
                    <a:pt x="2136" y="0"/>
                  </a:moveTo>
                  <a:lnTo>
                    <a:pt x="1" y="2068"/>
                  </a:lnTo>
                  <a:lnTo>
                    <a:pt x="301" y="2402"/>
                  </a:lnTo>
                  <a:lnTo>
                    <a:pt x="2469" y="334"/>
                  </a:lnTo>
                  <a:lnTo>
                    <a:pt x="21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7727575" y="1945525"/>
              <a:ext cx="70925" cy="21700"/>
            </a:xfrm>
            <a:custGeom>
              <a:avLst/>
              <a:gdLst/>
              <a:ahLst/>
              <a:cxnLst/>
              <a:rect l="l" t="t" r="r" b="b"/>
              <a:pathLst>
                <a:path w="2837" h="868" extrusionOk="0">
                  <a:moveTo>
                    <a:pt x="2836" y="0"/>
                  </a:moveTo>
                  <a:lnTo>
                    <a:pt x="1969" y="133"/>
                  </a:lnTo>
                  <a:lnTo>
                    <a:pt x="1769" y="133"/>
                  </a:lnTo>
                  <a:lnTo>
                    <a:pt x="334" y="367"/>
                  </a:lnTo>
                  <a:lnTo>
                    <a:pt x="1" y="400"/>
                  </a:lnTo>
                  <a:lnTo>
                    <a:pt x="34" y="667"/>
                  </a:lnTo>
                  <a:lnTo>
                    <a:pt x="68" y="867"/>
                  </a:lnTo>
                  <a:lnTo>
                    <a:pt x="201" y="834"/>
                  </a:lnTo>
                  <a:lnTo>
                    <a:pt x="1535" y="634"/>
                  </a:lnTo>
                  <a:lnTo>
                    <a:pt x="2036" y="567"/>
                  </a:lnTo>
                  <a:lnTo>
                    <a:pt x="2636" y="467"/>
                  </a:lnTo>
                  <a:lnTo>
                    <a:pt x="2703" y="367"/>
                  </a:lnTo>
                  <a:cubicBezTo>
                    <a:pt x="2769" y="234"/>
                    <a:pt x="2803" y="10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723425" y="1897150"/>
              <a:ext cx="25025" cy="65900"/>
            </a:xfrm>
            <a:custGeom>
              <a:avLst/>
              <a:gdLst/>
              <a:ahLst/>
              <a:cxnLst/>
              <a:rect l="l" t="t" r="r" b="b"/>
              <a:pathLst>
                <a:path w="1001" h="2636" extrusionOk="0">
                  <a:moveTo>
                    <a:pt x="1001" y="0"/>
                  </a:moveTo>
                  <a:lnTo>
                    <a:pt x="500" y="100"/>
                  </a:lnTo>
                  <a:lnTo>
                    <a:pt x="334" y="968"/>
                  </a:lnTo>
                  <a:lnTo>
                    <a:pt x="300" y="1168"/>
                  </a:lnTo>
                  <a:lnTo>
                    <a:pt x="0" y="2502"/>
                  </a:lnTo>
                  <a:lnTo>
                    <a:pt x="0" y="2535"/>
                  </a:lnTo>
                  <a:lnTo>
                    <a:pt x="200" y="2602"/>
                  </a:lnTo>
                  <a:lnTo>
                    <a:pt x="467" y="2636"/>
                  </a:lnTo>
                  <a:lnTo>
                    <a:pt x="534" y="2302"/>
                  </a:lnTo>
                  <a:lnTo>
                    <a:pt x="801" y="1001"/>
                  </a:lnTo>
                  <a:lnTo>
                    <a:pt x="801" y="968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7635025" y="1755575"/>
              <a:ext cx="144275" cy="134100"/>
            </a:xfrm>
            <a:custGeom>
              <a:avLst/>
              <a:gdLst/>
              <a:ahLst/>
              <a:cxnLst/>
              <a:rect l="l" t="t" r="r" b="b"/>
              <a:pathLst>
                <a:path w="5771" h="5364" extrusionOk="0">
                  <a:moveTo>
                    <a:pt x="5504" y="726"/>
                  </a:moveTo>
                  <a:cubicBezTo>
                    <a:pt x="5504" y="726"/>
                    <a:pt x="5504" y="760"/>
                    <a:pt x="5537" y="760"/>
                  </a:cubicBezTo>
                  <a:lnTo>
                    <a:pt x="5504" y="726"/>
                  </a:lnTo>
                  <a:close/>
                  <a:moveTo>
                    <a:pt x="4153" y="1"/>
                  </a:moveTo>
                  <a:cubicBezTo>
                    <a:pt x="4078" y="1"/>
                    <a:pt x="4003" y="9"/>
                    <a:pt x="3936" y="26"/>
                  </a:cubicBezTo>
                  <a:cubicBezTo>
                    <a:pt x="3069" y="93"/>
                    <a:pt x="2268" y="426"/>
                    <a:pt x="1601" y="960"/>
                  </a:cubicBezTo>
                  <a:lnTo>
                    <a:pt x="1535" y="893"/>
                  </a:lnTo>
                  <a:lnTo>
                    <a:pt x="1435" y="1093"/>
                  </a:lnTo>
                  <a:cubicBezTo>
                    <a:pt x="1368" y="1127"/>
                    <a:pt x="1334" y="1160"/>
                    <a:pt x="1268" y="1227"/>
                  </a:cubicBezTo>
                  <a:cubicBezTo>
                    <a:pt x="934" y="1560"/>
                    <a:pt x="634" y="1994"/>
                    <a:pt x="434" y="2461"/>
                  </a:cubicBezTo>
                  <a:lnTo>
                    <a:pt x="167" y="3028"/>
                  </a:lnTo>
                  <a:cubicBezTo>
                    <a:pt x="167" y="3028"/>
                    <a:pt x="167" y="3061"/>
                    <a:pt x="167" y="3061"/>
                  </a:cubicBezTo>
                  <a:cubicBezTo>
                    <a:pt x="167" y="3095"/>
                    <a:pt x="167" y="3128"/>
                    <a:pt x="134" y="3128"/>
                  </a:cubicBezTo>
                  <a:lnTo>
                    <a:pt x="134" y="3195"/>
                  </a:lnTo>
                  <a:lnTo>
                    <a:pt x="100" y="3328"/>
                  </a:lnTo>
                  <a:cubicBezTo>
                    <a:pt x="0" y="3795"/>
                    <a:pt x="100" y="4296"/>
                    <a:pt x="367" y="4663"/>
                  </a:cubicBezTo>
                  <a:cubicBezTo>
                    <a:pt x="501" y="4863"/>
                    <a:pt x="667" y="4996"/>
                    <a:pt x="867" y="5096"/>
                  </a:cubicBezTo>
                  <a:cubicBezTo>
                    <a:pt x="901" y="5163"/>
                    <a:pt x="968" y="5196"/>
                    <a:pt x="1034" y="5196"/>
                  </a:cubicBezTo>
                  <a:cubicBezTo>
                    <a:pt x="1134" y="5263"/>
                    <a:pt x="1234" y="5296"/>
                    <a:pt x="1368" y="5330"/>
                  </a:cubicBezTo>
                  <a:cubicBezTo>
                    <a:pt x="1435" y="5330"/>
                    <a:pt x="1501" y="5330"/>
                    <a:pt x="1568" y="5363"/>
                  </a:cubicBezTo>
                  <a:lnTo>
                    <a:pt x="1902" y="5363"/>
                  </a:lnTo>
                  <a:cubicBezTo>
                    <a:pt x="2068" y="5330"/>
                    <a:pt x="2202" y="5296"/>
                    <a:pt x="2369" y="5263"/>
                  </a:cubicBezTo>
                  <a:cubicBezTo>
                    <a:pt x="3236" y="5063"/>
                    <a:pt x="4003" y="4629"/>
                    <a:pt x="4603" y="3962"/>
                  </a:cubicBezTo>
                  <a:lnTo>
                    <a:pt x="4637" y="3929"/>
                  </a:lnTo>
                  <a:cubicBezTo>
                    <a:pt x="4737" y="3795"/>
                    <a:pt x="4870" y="3662"/>
                    <a:pt x="4970" y="3528"/>
                  </a:cubicBezTo>
                  <a:lnTo>
                    <a:pt x="5304" y="3095"/>
                  </a:lnTo>
                  <a:lnTo>
                    <a:pt x="5237" y="3061"/>
                  </a:lnTo>
                  <a:lnTo>
                    <a:pt x="5271" y="2995"/>
                  </a:lnTo>
                  <a:cubicBezTo>
                    <a:pt x="5304" y="2961"/>
                    <a:pt x="5304" y="2928"/>
                    <a:pt x="5337" y="2895"/>
                  </a:cubicBezTo>
                  <a:lnTo>
                    <a:pt x="5604" y="2294"/>
                  </a:lnTo>
                  <a:cubicBezTo>
                    <a:pt x="5704" y="2027"/>
                    <a:pt x="5771" y="1761"/>
                    <a:pt x="5738" y="1460"/>
                  </a:cubicBezTo>
                  <a:cubicBezTo>
                    <a:pt x="5738" y="1394"/>
                    <a:pt x="5738" y="1327"/>
                    <a:pt x="5704" y="1260"/>
                  </a:cubicBezTo>
                  <a:cubicBezTo>
                    <a:pt x="5704" y="1227"/>
                    <a:pt x="5704" y="1227"/>
                    <a:pt x="5704" y="1193"/>
                  </a:cubicBezTo>
                  <a:cubicBezTo>
                    <a:pt x="5704" y="1160"/>
                    <a:pt x="5704" y="1127"/>
                    <a:pt x="5671" y="1093"/>
                  </a:cubicBezTo>
                  <a:cubicBezTo>
                    <a:pt x="5638" y="960"/>
                    <a:pt x="5571" y="860"/>
                    <a:pt x="5537" y="760"/>
                  </a:cubicBezTo>
                  <a:cubicBezTo>
                    <a:pt x="5537" y="927"/>
                    <a:pt x="5504" y="1060"/>
                    <a:pt x="5437" y="1193"/>
                  </a:cubicBezTo>
                  <a:lnTo>
                    <a:pt x="5237" y="1660"/>
                  </a:lnTo>
                  <a:cubicBezTo>
                    <a:pt x="4804" y="2594"/>
                    <a:pt x="3903" y="3262"/>
                    <a:pt x="2869" y="3362"/>
                  </a:cubicBezTo>
                  <a:lnTo>
                    <a:pt x="2602" y="3362"/>
                  </a:lnTo>
                  <a:cubicBezTo>
                    <a:pt x="2369" y="3328"/>
                    <a:pt x="2202" y="3195"/>
                    <a:pt x="2068" y="2995"/>
                  </a:cubicBezTo>
                  <a:cubicBezTo>
                    <a:pt x="2035" y="2961"/>
                    <a:pt x="2002" y="2895"/>
                    <a:pt x="2002" y="2861"/>
                  </a:cubicBezTo>
                  <a:cubicBezTo>
                    <a:pt x="1902" y="2695"/>
                    <a:pt x="1902" y="2494"/>
                    <a:pt x="1968" y="2294"/>
                  </a:cubicBezTo>
                  <a:cubicBezTo>
                    <a:pt x="1968" y="2261"/>
                    <a:pt x="1968" y="2228"/>
                    <a:pt x="2002" y="2194"/>
                  </a:cubicBezTo>
                  <a:lnTo>
                    <a:pt x="2202" y="1727"/>
                  </a:lnTo>
                  <a:cubicBezTo>
                    <a:pt x="2268" y="1594"/>
                    <a:pt x="2335" y="1494"/>
                    <a:pt x="2402" y="1394"/>
                  </a:cubicBezTo>
                  <a:cubicBezTo>
                    <a:pt x="2836" y="660"/>
                    <a:pt x="3603" y="159"/>
                    <a:pt x="4470" y="26"/>
                  </a:cubicBezTo>
                  <a:lnTo>
                    <a:pt x="4370" y="26"/>
                  </a:lnTo>
                  <a:cubicBezTo>
                    <a:pt x="4303" y="9"/>
                    <a:pt x="4228" y="1"/>
                    <a:pt x="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7746775" y="1757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7658375" y="1728550"/>
              <a:ext cx="148825" cy="135050"/>
            </a:xfrm>
            <a:custGeom>
              <a:avLst/>
              <a:gdLst/>
              <a:ahLst/>
              <a:cxnLst/>
              <a:rect l="l" t="t" r="r" b="b"/>
              <a:pathLst>
                <a:path w="5953" h="5402" extrusionOk="0">
                  <a:moveTo>
                    <a:pt x="3754" y="1132"/>
                  </a:moveTo>
                  <a:cubicBezTo>
                    <a:pt x="4203" y="1132"/>
                    <a:pt x="4570" y="1478"/>
                    <a:pt x="4570" y="1908"/>
                  </a:cubicBezTo>
                  <a:cubicBezTo>
                    <a:pt x="4603" y="2041"/>
                    <a:pt x="4570" y="2141"/>
                    <a:pt x="4537" y="2241"/>
                  </a:cubicBezTo>
                  <a:cubicBezTo>
                    <a:pt x="4537" y="2274"/>
                    <a:pt x="4503" y="2308"/>
                    <a:pt x="4503" y="2341"/>
                  </a:cubicBezTo>
                  <a:lnTo>
                    <a:pt x="4303" y="2741"/>
                  </a:lnTo>
                  <a:lnTo>
                    <a:pt x="4303" y="2808"/>
                  </a:lnTo>
                  <a:cubicBezTo>
                    <a:pt x="3870" y="3742"/>
                    <a:pt x="2969" y="4409"/>
                    <a:pt x="1935" y="4509"/>
                  </a:cubicBezTo>
                  <a:lnTo>
                    <a:pt x="1668" y="4509"/>
                  </a:lnTo>
                  <a:cubicBezTo>
                    <a:pt x="1568" y="4476"/>
                    <a:pt x="1501" y="4476"/>
                    <a:pt x="1435" y="4443"/>
                  </a:cubicBezTo>
                  <a:cubicBezTo>
                    <a:pt x="1301" y="4376"/>
                    <a:pt x="1201" y="4276"/>
                    <a:pt x="1134" y="4142"/>
                  </a:cubicBezTo>
                  <a:lnTo>
                    <a:pt x="1134" y="4109"/>
                  </a:lnTo>
                  <a:cubicBezTo>
                    <a:pt x="1101" y="4076"/>
                    <a:pt x="1068" y="4042"/>
                    <a:pt x="1068" y="4009"/>
                  </a:cubicBezTo>
                  <a:cubicBezTo>
                    <a:pt x="1001" y="3842"/>
                    <a:pt x="968" y="3642"/>
                    <a:pt x="1034" y="3442"/>
                  </a:cubicBezTo>
                  <a:cubicBezTo>
                    <a:pt x="1034" y="3409"/>
                    <a:pt x="1068" y="3375"/>
                    <a:pt x="1068" y="3342"/>
                  </a:cubicBezTo>
                  <a:lnTo>
                    <a:pt x="1301" y="2875"/>
                  </a:lnTo>
                  <a:cubicBezTo>
                    <a:pt x="1334" y="2741"/>
                    <a:pt x="1401" y="2641"/>
                    <a:pt x="1468" y="2541"/>
                  </a:cubicBezTo>
                  <a:cubicBezTo>
                    <a:pt x="1801" y="2008"/>
                    <a:pt x="2302" y="1574"/>
                    <a:pt x="2902" y="1340"/>
                  </a:cubicBezTo>
                  <a:cubicBezTo>
                    <a:pt x="3069" y="1274"/>
                    <a:pt x="3236" y="1240"/>
                    <a:pt x="3403" y="1207"/>
                  </a:cubicBezTo>
                  <a:lnTo>
                    <a:pt x="3536" y="1174"/>
                  </a:lnTo>
                  <a:lnTo>
                    <a:pt x="3536" y="1140"/>
                  </a:lnTo>
                  <a:lnTo>
                    <a:pt x="3636" y="1140"/>
                  </a:lnTo>
                  <a:cubicBezTo>
                    <a:pt x="3676" y="1135"/>
                    <a:pt x="3715" y="1132"/>
                    <a:pt x="3754" y="1132"/>
                  </a:cubicBezTo>
                  <a:close/>
                  <a:moveTo>
                    <a:pt x="3943" y="1"/>
                  </a:moveTo>
                  <a:cubicBezTo>
                    <a:pt x="3897" y="1"/>
                    <a:pt x="3850" y="2"/>
                    <a:pt x="3803" y="6"/>
                  </a:cubicBezTo>
                  <a:lnTo>
                    <a:pt x="3603" y="40"/>
                  </a:lnTo>
                  <a:cubicBezTo>
                    <a:pt x="3436" y="73"/>
                    <a:pt x="3269" y="106"/>
                    <a:pt x="3102" y="140"/>
                  </a:cubicBezTo>
                  <a:cubicBezTo>
                    <a:pt x="2435" y="340"/>
                    <a:pt x="1835" y="673"/>
                    <a:pt x="1301" y="1174"/>
                  </a:cubicBezTo>
                  <a:cubicBezTo>
                    <a:pt x="1268" y="1307"/>
                    <a:pt x="1234" y="1340"/>
                    <a:pt x="1201" y="1407"/>
                  </a:cubicBezTo>
                  <a:lnTo>
                    <a:pt x="1134" y="1441"/>
                  </a:lnTo>
                  <a:cubicBezTo>
                    <a:pt x="1101" y="1474"/>
                    <a:pt x="1068" y="1507"/>
                    <a:pt x="1068" y="1541"/>
                  </a:cubicBezTo>
                  <a:lnTo>
                    <a:pt x="1001" y="1574"/>
                  </a:lnTo>
                  <a:lnTo>
                    <a:pt x="934" y="1674"/>
                  </a:lnTo>
                  <a:lnTo>
                    <a:pt x="834" y="1807"/>
                  </a:lnTo>
                  <a:cubicBezTo>
                    <a:pt x="801" y="1841"/>
                    <a:pt x="767" y="1908"/>
                    <a:pt x="734" y="1941"/>
                  </a:cubicBezTo>
                  <a:cubicBezTo>
                    <a:pt x="701" y="1974"/>
                    <a:pt x="701" y="1974"/>
                    <a:pt x="701" y="2008"/>
                  </a:cubicBezTo>
                  <a:cubicBezTo>
                    <a:pt x="667" y="2074"/>
                    <a:pt x="601" y="2141"/>
                    <a:pt x="567" y="2208"/>
                  </a:cubicBezTo>
                  <a:cubicBezTo>
                    <a:pt x="501" y="2308"/>
                    <a:pt x="434" y="2441"/>
                    <a:pt x="400" y="2575"/>
                  </a:cubicBezTo>
                  <a:lnTo>
                    <a:pt x="134" y="3142"/>
                  </a:lnTo>
                  <a:cubicBezTo>
                    <a:pt x="67" y="3242"/>
                    <a:pt x="34" y="3342"/>
                    <a:pt x="34" y="3442"/>
                  </a:cubicBezTo>
                  <a:cubicBezTo>
                    <a:pt x="34" y="3475"/>
                    <a:pt x="34" y="3475"/>
                    <a:pt x="34" y="3509"/>
                  </a:cubicBezTo>
                  <a:lnTo>
                    <a:pt x="34" y="3542"/>
                  </a:lnTo>
                  <a:cubicBezTo>
                    <a:pt x="0" y="3575"/>
                    <a:pt x="0" y="3575"/>
                    <a:pt x="34" y="3609"/>
                  </a:cubicBezTo>
                  <a:cubicBezTo>
                    <a:pt x="34" y="3609"/>
                    <a:pt x="34" y="3642"/>
                    <a:pt x="34" y="3675"/>
                  </a:cubicBezTo>
                  <a:cubicBezTo>
                    <a:pt x="34" y="3675"/>
                    <a:pt x="34" y="3675"/>
                    <a:pt x="34" y="3709"/>
                  </a:cubicBezTo>
                  <a:cubicBezTo>
                    <a:pt x="34" y="3742"/>
                    <a:pt x="34" y="3776"/>
                    <a:pt x="34" y="3809"/>
                  </a:cubicBezTo>
                  <a:cubicBezTo>
                    <a:pt x="34" y="3876"/>
                    <a:pt x="34" y="3909"/>
                    <a:pt x="34" y="3976"/>
                  </a:cubicBezTo>
                  <a:cubicBezTo>
                    <a:pt x="0" y="4009"/>
                    <a:pt x="0" y="4042"/>
                    <a:pt x="34" y="4076"/>
                  </a:cubicBezTo>
                  <a:cubicBezTo>
                    <a:pt x="34" y="4109"/>
                    <a:pt x="34" y="4142"/>
                    <a:pt x="34" y="4209"/>
                  </a:cubicBezTo>
                  <a:cubicBezTo>
                    <a:pt x="34" y="4209"/>
                    <a:pt x="34" y="4243"/>
                    <a:pt x="67" y="4276"/>
                  </a:cubicBezTo>
                  <a:cubicBezTo>
                    <a:pt x="67" y="4276"/>
                    <a:pt x="67" y="4276"/>
                    <a:pt x="67" y="4309"/>
                  </a:cubicBezTo>
                  <a:cubicBezTo>
                    <a:pt x="67" y="4343"/>
                    <a:pt x="100" y="4409"/>
                    <a:pt x="134" y="4443"/>
                  </a:cubicBezTo>
                  <a:cubicBezTo>
                    <a:pt x="167" y="4576"/>
                    <a:pt x="234" y="4676"/>
                    <a:pt x="300" y="4776"/>
                  </a:cubicBezTo>
                  <a:lnTo>
                    <a:pt x="434" y="4943"/>
                  </a:lnTo>
                  <a:lnTo>
                    <a:pt x="501" y="5010"/>
                  </a:lnTo>
                  <a:lnTo>
                    <a:pt x="567" y="5043"/>
                  </a:lnTo>
                  <a:lnTo>
                    <a:pt x="601" y="5076"/>
                  </a:lnTo>
                  <a:lnTo>
                    <a:pt x="634" y="5143"/>
                  </a:lnTo>
                  <a:cubicBezTo>
                    <a:pt x="667" y="5143"/>
                    <a:pt x="701" y="5143"/>
                    <a:pt x="701" y="5177"/>
                  </a:cubicBezTo>
                  <a:cubicBezTo>
                    <a:pt x="767" y="5210"/>
                    <a:pt x="834" y="5243"/>
                    <a:pt x="867" y="5277"/>
                  </a:cubicBezTo>
                  <a:cubicBezTo>
                    <a:pt x="901" y="5310"/>
                    <a:pt x="968" y="5310"/>
                    <a:pt x="1001" y="5310"/>
                  </a:cubicBezTo>
                  <a:lnTo>
                    <a:pt x="1034" y="5310"/>
                  </a:lnTo>
                  <a:cubicBezTo>
                    <a:pt x="1101" y="5343"/>
                    <a:pt x="1134" y="5343"/>
                    <a:pt x="1201" y="5377"/>
                  </a:cubicBezTo>
                  <a:lnTo>
                    <a:pt x="1435" y="5377"/>
                  </a:lnTo>
                  <a:cubicBezTo>
                    <a:pt x="1485" y="5393"/>
                    <a:pt x="1543" y="5402"/>
                    <a:pt x="1601" y="5402"/>
                  </a:cubicBezTo>
                  <a:cubicBezTo>
                    <a:pt x="1660" y="5402"/>
                    <a:pt x="1718" y="5393"/>
                    <a:pt x="1768" y="5377"/>
                  </a:cubicBezTo>
                  <a:cubicBezTo>
                    <a:pt x="2769" y="5277"/>
                    <a:pt x="3669" y="4843"/>
                    <a:pt x="4370" y="4142"/>
                  </a:cubicBezTo>
                  <a:cubicBezTo>
                    <a:pt x="4704" y="3776"/>
                    <a:pt x="5004" y="3375"/>
                    <a:pt x="5204" y="2942"/>
                  </a:cubicBezTo>
                  <a:lnTo>
                    <a:pt x="5404" y="2475"/>
                  </a:lnTo>
                  <a:lnTo>
                    <a:pt x="5471" y="2341"/>
                  </a:lnTo>
                  <a:cubicBezTo>
                    <a:pt x="5952" y="1217"/>
                    <a:pt x="5136" y="1"/>
                    <a:pt x="39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7772625" y="1775400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0" y="0"/>
                  </a:moveTo>
                  <a:cubicBezTo>
                    <a:pt x="0" y="0"/>
                    <a:pt x="0" y="34"/>
                    <a:pt x="33" y="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7746775" y="1757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674200" y="1790400"/>
              <a:ext cx="61750" cy="60075"/>
            </a:xfrm>
            <a:custGeom>
              <a:avLst/>
              <a:gdLst/>
              <a:ahLst/>
              <a:cxnLst/>
              <a:rect l="l" t="t" r="r" b="b"/>
              <a:pathLst>
                <a:path w="2470" h="2403" extrusionOk="0">
                  <a:moveTo>
                    <a:pt x="2136" y="1"/>
                  </a:moveTo>
                  <a:lnTo>
                    <a:pt x="1" y="2069"/>
                  </a:lnTo>
                  <a:lnTo>
                    <a:pt x="301" y="2402"/>
                  </a:lnTo>
                  <a:lnTo>
                    <a:pt x="2469" y="368"/>
                  </a:lnTo>
                  <a:lnTo>
                    <a:pt x="21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7727575" y="1780400"/>
              <a:ext cx="70925" cy="22525"/>
            </a:xfrm>
            <a:custGeom>
              <a:avLst/>
              <a:gdLst/>
              <a:ahLst/>
              <a:cxnLst/>
              <a:rect l="l" t="t" r="r" b="b"/>
              <a:pathLst>
                <a:path w="2837" h="901" extrusionOk="0">
                  <a:moveTo>
                    <a:pt x="2836" y="0"/>
                  </a:moveTo>
                  <a:lnTo>
                    <a:pt x="1969" y="134"/>
                  </a:lnTo>
                  <a:lnTo>
                    <a:pt x="1769" y="167"/>
                  </a:lnTo>
                  <a:lnTo>
                    <a:pt x="334" y="367"/>
                  </a:lnTo>
                  <a:lnTo>
                    <a:pt x="1" y="434"/>
                  </a:lnTo>
                  <a:lnTo>
                    <a:pt x="34" y="667"/>
                  </a:lnTo>
                  <a:lnTo>
                    <a:pt x="68" y="901"/>
                  </a:lnTo>
                  <a:lnTo>
                    <a:pt x="201" y="868"/>
                  </a:lnTo>
                  <a:lnTo>
                    <a:pt x="1535" y="667"/>
                  </a:lnTo>
                  <a:lnTo>
                    <a:pt x="2036" y="601"/>
                  </a:lnTo>
                  <a:lnTo>
                    <a:pt x="2636" y="501"/>
                  </a:lnTo>
                  <a:lnTo>
                    <a:pt x="2703" y="401"/>
                  </a:lnTo>
                  <a:cubicBezTo>
                    <a:pt x="2769" y="267"/>
                    <a:pt x="2803" y="134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7723425" y="1732025"/>
              <a:ext cx="25025" cy="66750"/>
            </a:xfrm>
            <a:custGeom>
              <a:avLst/>
              <a:gdLst/>
              <a:ahLst/>
              <a:cxnLst/>
              <a:rect l="l" t="t" r="r" b="b"/>
              <a:pathLst>
                <a:path w="1001" h="2670" extrusionOk="0">
                  <a:moveTo>
                    <a:pt x="1001" y="1"/>
                  </a:moveTo>
                  <a:lnTo>
                    <a:pt x="500" y="101"/>
                  </a:lnTo>
                  <a:lnTo>
                    <a:pt x="334" y="968"/>
                  </a:lnTo>
                  <a:lnTo>
                    <a:pt x="300" y="1168"/>
                  </a:lnTo>
                  <a:lnTo>
                    <a:pt x="0" y="2502"/>
                  </a:lnTo>
                  <a:lnTo>
                    <a:pt x="0" y="2569"/>
                  </a:lnTo>
                  <a:lnTo>
                    <a:pt x="200" y="2602"/>
                  </a:lnTo>
                  <a:lnTo>
                    <a:pt x="467" y="2669"/>
                  </a:lnTo>
                  <a:lnTo>
                    <a:pt x="467" y="2636"/>
                  </a:lnTo>
                  <a:lnTo>
                    <a:pt x="534" y="2302"/>
                  </a:lnTo>
                  <a:lnTo>
                    <a:pt x="801" y="1035"/>
                  </a:lnTo>
                  <a:lnTo>
                    <a:pt x="801" y="968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7636675" y="1591100"/>
              <a:ext cx="142625" cy="133450"/>
            </a:xfrm>
            <a:custGeom>
              <a:avLst/>
              <a:gdLst/>
              <a:ahLst/>
              <a:cxnLst/>
              <a:rect l="l" t="t" r="r" b="b"/>
              <a:pathLst>
                <a:path w="5705" h="5338" extrusionOk="0">
                  <a:moveTo>
                    <a:pt x="3870" y="0"/>
                  </a:moveTo>
                  <a:cubicBezTo>
                    <a:pt x="3003" y="67"/>
                    <a:pt x="2202" y="401"/>
                    <a:pt x="1535" y="934"/>
                  </a:cubicBezTo>
                  <a:lnTo>
                    <a:pt x="1469" y="901"/>
                  </a:lnTo>
                  <a:lnTo>
                    <a:pt x="1369" y="1068"/>
                  </a:lnTo>
                  <a:lnTo>
                    <a:pt x="1202" y="1201"/>
                  </a:lnTo>
                  <a:cubicBezTo>
                    <a:pt x="868" y="1568"/>
                    <a:pt x="601" y="1968"/>
                    <a:pt x="368" y="2435"/>
                  </a:cubicBezTo>
                  <a:lnTo>
                    <a:pt x="101" y="3002"/>
                  </a:lnTo>
                  <a:cubicBezTo>
                    <a:pt x="101" y="3002"/>
                    <a:pt x="101" y="3036"/>
                    <a:pt x="101" y="3036"/>
                  </a:cubicBezTo>
                  <a:cubicBezTo>
                    <a:pt x="101" y="3069"/>
                    <a:pt x="101" y="3102"/>
                    <a:pt x="68" y="3136"/>
                  </a:cubicBezTo>
                  <a:lnTo>
                    <a:pt x="68" y="3169"/>
                  </a:lnTo>
                  <a:lnTo>
                    <a:pt x="68" y="3203"/>
                  </a:lnTo>
                  <a:lnTo>
                    <a:pt x="34" y="3303"/>
                  </a:lnTo>
                  <a:cubicBezTo>
                    <a:pt x="1" y="3569"/>
                    <a:pt x="1" y="3836"/>
                    <a:pt x="34" y="4070"/>
                  </a:cubicBezTo>
                  <a:cubicBezTo>
                    <a:pt x="101" y="4303"/>
                    <a:pt x="201" y="4470"/>
                    <a:pt x="301" y="4637"/>
                  </a:cubicBezTo>
                  <a:cubicBezTo>
                    <a:pt x="435" y="4837"/>
                    <a:pt x="601" y="4970"/>
                    <a:pt x="801" y="5104"/>
                  </a:cubicBezTo>
                  <a:cubicBezTo>
                    <a:pt x="835" y="5137"/>
                    <a:pt x="902" y="5171"/>
                    <a:pt x="968" y="5204"/>
                  </a:cubicBezTo>
                  <a:cubicBezTo>
                    <a:pt x="1068" y="5237"/>
                    <a:pt x="1168" y="5271"/>
                    <a:pt x="1268" y="5304"/>
                  </a:cubicBezTo>
                  <a:cubicBezTo>
                    <a:pt x="1369" y="5304"/>
                    <a:pt x="1435" y="5337"/>
                    <a:pt x="1502" y="5337"/>
                  </a:cubicBezTo>
                  <a:lnTo>
                    <a:pt x="1836" y="5337"/>
                  </a:lnTo>
                  <a:cubicBezTo>
                    <a:pt x="2002" y="5337"/>
                    <a:pt x="2136" y="5304"/>
                    <a:pt x="2303" y="5271"/>
                  </a:cubicBezTo>
                  <a:cubicBezTo>
                    <a:pt x="3170" y="5071"/>
                    <a:pt x="3937" y="4604"/>
                    <a:pt x="4537" y="3970"/>
                  </a:cubicBezTo>
                  <a:lnTo>
                    <a:pt x="4571" y="3936"/>
                  </a:lnTo>
                  <a:cubicBezTo>
                    <a:pt x="4671" y="3803"/>
                    <a:pt x="4804" y="3670"/>
                    <a:pt x="4904" y="3503"/>
                  </a:cubicBezTo>
                  <a:lnTo>
                    <a:pt x="5238" y="3102"/>
                  </a:lnTo>
                  <a:lnTo>
                    <a:pt x="5171" y="3069"/>
                  </a:lnTo>
                  <a:cubicBezTo>
                    <a:pt x="5205" y="3036"/>
                    <a:pt x="5205" y="3002"/>
                    <a:pt x="5205" y="2969"/>
                  </a:cubicBezTo>
                  <a:cubicBezTo>
                    <a:pt x="5238" y="2936"/>
                    <a:pt x="5238" y="2902"/>
                    <a:pt x="5271" y="2869"/>
                  </a:cubicBezTo>
                  <a:lnTo>
                    <a:pt x="5538" y="2302"/>
                  </a:lnTo>
                  <a:cubicBezTo>
                    <a:pt x="5638" y="2035"/>
                    <a:pt x="5705" y="1735"/>
                    <a:pt x="5672" y="1468"/>
                  </a:cubicBezTo>
                  <a:cubicBezTo>
                    <a:pt x="5672" y="1401"/>
                    <a:pt x="5672" y="1301"/>
                    <a:pt x="5638" y="1234"/>
                  </a:cubicBezTo>
                  <a:cubicBezTo>
                    <a:pt x="5638" y="1234"/>
                    <a:pt x="5638" y="1201"/>
                    <a:pt x="5638" y="1168"/>
                  </a:cubicBezTo>
                  <a:cubicBezTo>
                    <a:pt x="5638" y="1134"/>
                    <a:pt x="5605" y="1101"/>
                    <a:pt x="5605" y="1068"/>
                  </a:cubicBezTo>
                  <a:cubicBezTo>
                    <a:pt x="5572" y="968"/>
                    <a:pt x="5505" y="868"/>
                    <a:pt x="5471" y="767"/>
                  </a:cubicBezTo>
                  <a:cubicBezTo>
                    <a:pt x="5471" y="901"/>
                    <a:pt x="5438" y="1034"/>
                    <a:pt x="5371" y="1168"/>
                  </a:cubicBezTo>
                  <a:lnTo>
                    <a:pt x="5171" y="1635"/>
                  </a:lnTo>
                  <a:cubicBezTo>
                    <a:pt x="4738" y="2602"/>
                    <a:pt x="3837" y="3236"/>
                    <a:pt x="2803" y="3336"/>
                  </a:cubicBezTo>
                  <a:cubicBezTo>
                    <a:pt x="2753" y="3353"/>
                    <a:pt x="2703" y="3361"/>
                    <a:pt x="2657" y="3361"/>
                  </a:cubicBezTo>
                  <a:cubicBezTo>
                    <a:pt x="2611" y="3361"/>
                    <a:pt x="2569" y="3353"/>
                    <a:pt x="2536" y="3336"/>
                  </a:cubicBezTo>
                  <a:cubicBezTo>
                    <a:pt x="2303" y="3303"/>
                    <a:pt x="2136" y="3169"/>
                    <a:pt x="2002" y="2969"/>
                  </a:cubicBezTo>
                  <a:cubicBezTo>
                    <a:pt x="1969" y="2936"/>
                    <a:pt x="1936" y="2902"/>
                    <a:pt x="1936" y="2836"/>
                  </a:cubicBezTo>
                  <a:cubicBezTo>
                    <a:pt x="1836" y="2669"/>
                    <a:pt x="1836" y="2469"/>
                    <a:pt x="1902" y="2302"/>
                  </a:cubicBezTo>
                  <a:cubicBezTo>
                    <a:pt x="1902" y="2235"/>
                    <a:pt x="1902" y="2202"/>
                    <a:pt x="1936" y="2168"/>
                  </a:cubicBezTo>
                  <a:lnTo>
                    <a:pt x="2136" y="1701"/>
                  </a:lnTo>
                  <a:cubicBezTo>
                    <a:pt x="2202" y="1601"/>
                    <a:pt x="2269" y="1468"/>
                    <a:pt x="2336" y="1368"/>
                  </a:cubicBezTo>
                  <a:cubicBezTo>
                    <a:pt x="2770" y="634"/>
                    <a:pt x="3537" y="134"/>
                    <a:pt x="4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7746775" y="1591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7658375" y="1563400"/>
              <a:ext cx="144075" cy="135300"/>
            </a:xfrm>
            <a:custGeom>
              <a:avLst/>
              <a:gdLst/>
              <a:ahLst/>
              <a:cxnLst/>
              <a:rect l="l" t="t" r="r" b="b"/>
              <a:pathLst>
                <a:path w="5763" h="5412" extrusionOk="0">
                  <a:moveTo>
                    <a:pt x="3753" y="1134"/>
                  </a:moveTo>
                  <a:cubicBezTo>
                    <a:pt x="4202" y="1134"/>
                    <a:pt x="4570" y="1481"/>
                    <a:pt x="4570" y="1942"/>
                  </a:cubicBezTo>
                  <a:cubicBezTo>
                    <a:pt x="4603" y="2042"/>
                    <a:pt x="4570" y="2142"/>
                    <a:pt x="4537" y="2276"/>
                  </a:cubicBezTo>
                  <a:cubicBezTo>
                    <a:pt x="4537" y="2276"/>
                    <a:pt x="4503" y="2309"/>
                    <a:pt x="4503" y="2342"/>
                  </a:cubicBezTo>
                  <a:lnTo>
                    <a:pt x="4303" y="2743"/>
                  </a:lnTo>
                  <a:lnTo>
                    <a:pt x="4303" y="2809"/>
                  </a:lnTo>
                  <a:cubicBezTo>
                    <a:pt x="3870" y="3743"/>
                    <a:pt x="2969" y="4411"/>
                    <a:pt x="1935" y="4511"/>
                  </a:cubicBezTo>
                  <a:cubicBezTo>
                    <a:pt x="1885" y="4527"/>
                    <a:pt x="1835" y="4536"/>
                    <a:pt x="1789" y="4536"/>
                  </a:cubicBezTo>
                  <a:cubicBezTo>
                    <a:pt x="1743" y="4536"/>
                    <a:pt x="1701" y="4527"/>
                    <a:pt x="1668" y="4511"/>
                  </a:cubicBezTo>
                  <a:cubicBezTo>
                    <a:pt x="1568" y="4511"/>
                    <a:pt x="1501" y="4477"/>
                    <a:pt x="1435" y="4444"/>
                  </a:cubicBezTo>
                  <a:cubicBezTo>
                    <a:pt x="1301" y="4377"/>
                    <a:pt x="1201" y="4277"/>
                    <a:pt x="1134" y="4144"/>
                  </a:cubicBezTo>
                  <a:cubicBezTo>
                    <a:pt x="1134" y="4144"/>
                    <a:pt x="1134" y="4144"/>
                    <a:pt x="1134" y="4110"/>
                  </a:cubicBezTo>
                  <a:cubicBezTo>
                    <a:pt x="1101" y="4077"/>
                    <a:pt x="1068" y="4044"/>
                    <a:pt x="1068" y="4010"/>
                  </a:cubicBezTo>
                  <a:cubicBezTo>
                    <a:pt x="1001" y="3844"/>
                    <a:pt x="968" y="3643"/>
                    <a:pt x="1034" y="3477"/>
                  </a:cubicBezTo>
                  <a:cubicBezTo>
                    <a:pt x="1034" y="3410"/>
                    <a:pt x="1068" y="3377"/>
                    <a:pt x="1068" y="3343"/>
                  </a:cubicBezTo>
                  <a:lnTo>
                    <a:pt x="1301" y="2876"/>
                  </a:lnTo>
                  <a:cubicBezTo>
                    <a:pt x="1334" y="2743"/>
                    <a:pt x="1401" y="2643"/>
                    <a:pt x="1468" y="2543"/>
                  </a:cubicBezTo>
                  <a:cubicBezTo>
                    <a:pt x="1801" y="2009"/>
                    <a:pt x="2302" y="1575"/>
                    <a:pt x="2902" y="1342"/>
                  </a:cubicBezTo>
                  <a:cubicBezTo>
                    <a:pt x="3069" y="1275"/>
                    <a:pt x="3236" y="1242"/>
                    <a:pt x="3403" y="1208"/>
                  </a:cubicBezTo>
                  <a:lnTo>
                    <a:pt x="3536" y="1175"/>
                  </a:lnTo>
                  <a:lnTo>
                    <a:pt x="3536" y="1142"/>
                  </a:lnTo>
                  <a:lnTo>
                    <a:pt x="3636" y="1142"/>
                  </a:lnTo>
                  <a:cubicBezTo>
                    <a:pt x="3676" y="1136"/>
                    <a:pt x="3715" y="1134"/>
                    <a:pt x="3753" y="1134"/>
                  </a:cubicBezTo>
                  <a:close/>
                  <a:moveTo>
                    <a:pt x="3959" y="0"/>
                  </a:moveTo>
                  <a:cubicBezTo>
                    <a:pt x="3908" y="0"/>
                    <a:pt x="3856" y="3"/>
                    <a:pt x="3803" y="7"/>
                  </a:cubicBezTo>
                  <a:lnTo>
                    <a:pt x="3603" y="41"/>
                  </a:lnTo>
                  <a:cubicBezTo>
                    <a:pt x="3436" y="74"/>
                    <a:pt x="3269" y="108"/>
                    <a:pt x="3102" y="141"/>
                  </a:cubicBezTo>
                  <a:cubicBezTo>
                    <a:pt x="2435" y="341"/>
                    <a:pt x="1801" y="675"/>
                    <a:pt x="1301" y="1175"/>
                  </a:cubicBezTo>
                  <a:cubicBezTo>
                    <a:pt x="1268" y="1242"/>
                    <a:pt x="1201" y="1308"/>
                    <a:pt x="1201" y="1408"/>
                  </a:cubicBezTo>
                  <a:lnTo>
                    <a:pt x="1134" y="1442"/>
                  </a:lnTo>
                  <a:lnTo>
                    <a:pt x="1068" y="1542"/>
                  </a:lnTo>
                  <a:cubicBezTo>
                    <a:pt x="1034" y="1542"/>
                    <a:pt x="1034" y="1575"/>
                    <a:pt x="1001" y="1609"/>
                  </a:cubicBezTo>
                  <a:lnTo>
                    <a:pt x="934" y="1675"/>
                  </a:lnTo>
                  <a:lnTo>
                    <a:pt x="834" y="1809"/>
                  </a:lnTo>
                  <a:cubicBezTo>
                    <a:pt x="801" y="1842"/>
                    <a:pt x="767" y="1909"/>
                    <a:pt x="734" y="1942"/>
                  </a:cubicBezTo>
                  <a:cubicBezTo>
                    <a:pt x="701" y="1976"/>
                    <a:pt x="701" y="2009"/>
                    <a:pt x="701" y="2009"/>
                  </a:cubicBezTo>
                  <a:cubicBezTo>
                    <a:pt x="667" y="2076"/>
                    <a:pt x="601" y="2142"/>
                    <a:pt x="567" y="2209"/>
                  </a:cubicBezTo>
                  <a:cubicBezTo>
                    <a:pt x="501" y="2342"/>
                    <a:pt x="434" y="2443"/>
                    <a:pt x="400" y="2576"/>
                  </a:cubicBezTo>
                  <a:lnTo>
                    <a:pt x="134" y="3143"/>
                  </a:lnTo>
                  <a:cubicBezTo>
                    <a:pt x="67" y="3243"/>
                    <a:pt x="34" y="3343"/>
                    <a:pt x="34" y="3443"/>
                  </a:cubicBezTo>
                  <a:cubicBezTo>
                    <a:pt x="34" y="3477"/>
                    <a:pt x="34" y="3510"/>
                    <a:pt x="34" y="3510"/>
                  </a:cubicBezTo>
                  <a:lnTo>
                    <a:pt x="34" y="3577"/>
                  </a:lnTo>
                  <a:cubicBezTo>
                    <a:pt x="0" y="3577"/>
                    <a:pt x="0" y="3610"/>
                    <a:pt x="34" y="3610"/>
                  </a:cubicBezTo>
                  <a:cubicBezTo>
                    <a:pt x="34" y="3643"/>
                    <a:pt x="34" y="3677"/>
                    <a:pt x="34" y="3677"/>
                  </a:cubicBezTo>
                  <a:cubicBezTo>
                    <a:pt x="34" y="3710"/>
                    <a:pt x="34" y="3710"/>
                    <a:pt x="34" y="3710"/>
                  </a:cubicBezTo>
                  <a:cubicBezTo>
                    <a:pt x="34" y="3743"/>
                    <a:pt x="34" y="3777"/>
                    <a:pt x="34" y="3810"/>
                  </a:cubicBezTo>
                  <a:cubicBezTo>
                    <a:pt x="34" y="3877"/>
                    <a:pt x="34" y="3944"/>
                    <a:pt x="34" y="3977"/>
                  </a:cubicBezTo>
                  <a:cubicBezTo>
                    <a:pt x="0" y="4010"/>
                    <a:pt x="0" y="4044"/>
                    <a:pt x="34" y="4077"/>
                  </a:cubicBezTo>
                  <a:cubicBezTo>
                    <a:pt x="34" y="4110"/>
                    <a:pt x="34" y="4177"/>
                    <a:pt x="34" y="4210"/>
                  </a:cubicBezTo>
                  <a:cubicBezTo>
                    <a:pt x="34" y="4244"/>
                    <a:pt x="34" y="4244"/>
                    <a:pt x="67" y="4277"/>
                  </a:cubicBezTo>
                  <a:cubicBezTo>
                    <a:pt x="67" y="4277"/>
                    <a:pt x="67" y="4311"/>
                    <a:pt x="67" y="4311"/>
                  </a:cubicBezTo>
                  <a:cubicBezTo>
                    <a:pt x="67" y="4344"/>
                    <a:pt x="100" y="4411"/>
                    <a:pt x="134" y="4444"/>
                  </a:cubicBezTo>
                  <a:cubicBezTo>
                    <a:pt x="167" y="4577"/>
                    <a:pt x="234" y="4677"/>
                    <a:pt x="300" y="4778"/>
                  </a:cubicBezTo>
                  <a:cubicBezTo>
                    <a:pt x="334" y="4844"/>
                    <a:pt x="400" y="4878"/>
                    <a:pt x="434" y="4944"/>
                  </a:cubicBezTo>
                  <a:cubicBezTo>
                    <a:pt x="434" y="4978"/>
                    <a:pt x="467" y="4978"/>
                    <a:pt x="501" y="5011"/>
                  </a:cubicBezTo>
                  <a:lnTo>
                    <a:pt x="567" y="5078"/>
                  </a:lnTo>
                  <a:cubicBezTo>
                    <a:pt x="567" y="5078"/>
                    <a:pt x="567" y="5078"/>
                    <a:pt x="601" y="5111"/>
                  </a:cubicBezTo>
                  <a:lnTo>
                    <a:pt x="634" y="5144"/>
                  </a:lnTo>
                  <a:lnTo>
                    <a:pt x="701" y="5178"/>
                  </a:lnTo>
                  <a:cubicBezTo>
                    <a:pt x="767" y="5211"/>
                    <a:pt x="834" y="5245"/>
                    <a:pt x="867" y="5278"/>
                  </a:cubicBezTo>
                  <a:lnTo>
                    <a:pt x="1001" y="5345"/>
                  </a:lnTo>
                  <a:lnTo>
                    <a:pt x="1034" y="5345"/>
                  </a:lnTo>
                  <a:lnTo>
                    <a:pt x="1201" y="5378"/>
                  </a:lnTo>
                  <a:lnTo>
                    <a:pt x="1301" y="5411"/>
                  </a:lnTo>
                  <a:lnTo>
                    <a:pt x="1768" y="5411"/>
                  </a:lnTo>
                  <a:cubicBezTo>
                    <a:pt x="2769" y="5311"/>
                    <a:pt x="3669" y="4844"/>
                    <a:pt x="4370" y="4144"/>
                  </a:cubicBezTo>
                  <a:cubicBezTo>
                    <a:pt x="4704" y="3810"/>
                    <a:pt x="5004" y="3377"/>
                    <a:pt x="5204" y="2943"/>
                  </a:cubicBezTo>
                  <a:lnTo>
                    <a:pt x="5404" y="2476"/>
                  </a:lnTo>
                  <a:lnTo>
                    <a:pt x="5471" y="2376"/>
                  </a:lnTo>
                  <a:cubicBezTo>
                    <a:pt x="5537" y="2242"/>
                    <a:pt x="5571" y="2109"/>
                    <a:pt x="5604" y="1976"/>
                  </a:cubicBezTo>
                  <a:cubicBezTo>
                    <a:pt x="5763" y="927"/>
                    <a:pt x="4984" y="0"/>
                    <a:pt x="3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772625" y="161027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0" y="0"/>
                  </a:moveTo>
                  <a:cubicBezTo>
                    <a:pt x="0" y="34"/>
                    <a:pt x="0" y="34"/>
                    <a:pt x="33" y="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7746775" y="1591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7674200" y="1626125"/>
              <a:ext cx="61750" cy="59225"/>
            </a:xfrm>
            <a:custGeom>
              <a:avLst/>
              <a:gdLst/>
              <a:ahLst/>
              <a:cxnLst/>
              <a:rect l="l" t="t" r="r" b="b"/>
              <a:pathLst>
                <a:path w="2470" h="2369" extrusionOk="0">
                  <a:moveTo>
                    <a:pt x="2136" y="0"/>
                  </a:moveTo>
                  <a:lnTo>
                    <a:pt x="1" y="2035"/>
                  </a:lnTo>
                  <a:lnTo>
                    <a:pt x="301" y="2369"/>
                  </a:lnTo>
                  <a:lnTo>
                    <a:pt x="2469" y="334"/>
                  </a:lnTo>
                  <a:lnTo>
                    <a:pt x="21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7727575" y="1615275"/>
              <a:ext cx="70925" cy="22550"/>
            </a:xfrm>
            <a:custGeom>
              <a:avLst/>
              <a:gdLst/>
              <a:ahLst/>
              <a:cxnLst/>
              <a:rect l="l" t="t" r="r" b="b"/>
              <a:pathLst>
                <a:path w="2837" h="902" extrusionOk="0">
                  <a:moveTo>
                    <a:pt x="2836" y="1"/>
                  </a:moveTo>
                  <a:lnTo>
                    <a:pt x="1969" y="134"/>
                  </a:lnTo>
                  <a:lnTo>
                    <a:pt x="1769" y="167"/>
                  </a:lnTo>
                  <a:lnTo>
                    <a:pt x="334" y="401"/>
                  </a:lnTo>
                  <a:lnTo>
                    <a:pt x="1" y="434"/>
                  </a:lnTo>
                  <a:lnTo>
                    <a:pt x="34" y="668"/>
                  </a:lnTo>
                  <a:lnTo>
                    <a:pt x="68" y="901"/>
                  </a:lnTo>
                  <a:lnTo>
                    <a:pt x="201" y="868"/>
                  </a:lnTo>
                  <a:lnTo>
                    <a:pt x="1535" y="668"/>
                  </a:lnTo>
                  <a:lnTo>
                    <a:pt x="2036" y="601"/>
                  </a:lnTo>
                  <a:lnTo>
                    <a:pt x="2636" y="501"/>
                  </a:lnTo>
                  <a:lnTo>
                    <a:pt x="2703" y="401"/>
                  </a:lnTo>
                  <a:cubicBezTo>
                    <a:pt x="2769" y="267"/>
                    <a:pt x="2803" y="134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7723425" y="1566900"/>
              <a:ext cx="25025" cy="66750"/>
            </a:xfrm>
            <a:custGeom>
              <a:avLst/>
              <a:gdLst/>
              <a:ahLst/>
              <a:cxnLst/>
              <a:rect l="l" t="t" r="r" b="b"/>
              <a:pathLst>
                <a:path w="1001" h="2670" extrusionOk="0">
                  <a:moveTo>
                    <a:pt x="1001" y="1"/>
                  </a:moveTo>
                  <a:lnTo>
                    <a:pt x="500" y="134"/>
                  </a:lnTo>
                  <a:lnTo>
                    <a:pt x="334" y="1002"/>
                  </a:lnTo>
                  <a:lnTo>
                    <a:pt x="300" y="1168"/>
                  </a:lnTo>
                  <a:lnTo>
                    <a:pt x="0" y="2536"/>
                  </a:lnTo>
                  <a:lnTo>
                    <a:pt x="0" y="2569"/>
                  </a:lnTo>
                  <a:lnTo>
                    <a:pt x="200" y="2603"/>
                  </a:lnTo>
                  <a:lnTo>
                    <a:pt x="467" y="2669"/>
                  </a:lnTo>
                  <a:lnTo>
                    <a:pt x="534" y="2336"/>
                  </a:lnTo>
                  <a:lnTo>
                    <a:pt x="801" y="1035"/>
                  </a:lnTo>
                  <a:lnTo>
                    <a:pt x="801" y="968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4_2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18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512" name="Google Shape;512;p18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4" name="Google Shape;514;p18"/>
          <p:cNvSpPr txBox="1">
            <a:spLocks noGrp="1"/>
          </p:cNvSpPr>
          <p:nvPr>
            <p:ph type="subTitle" idx="1"/>
          </p:nvPr>
        </p:nvSpPr>
        <p:spPr>
          <a:xfrm>
            <a:off x="1739501" y="1493514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515" name="Google Shape;515;p18"/>
          <p:cNvSpPr txBox="1">
            <a:spLocks noGrp="1"/>
          </p:cNvSpPr>
          <p:nvPr>
            <p:ph type="subTitle" idx="2"/>
          </p:nvPr>
        </p:nvSpPr>
        <p:spPr>
          <a:xfrm>
            <a:off x="1739500" y="1875631"/>
            <a:ext cx="26415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516" name="Google Shape;516;p18"/>
          <p:cNvSpPr txBox="1">
            <a:spLocks noGrp="1"/>
          </p:cNvSpPr>
          <p:nvPr>
            <p:ph type="subTitle" idx="3"/>
          </p:nvPr>
        </p:nvSpPr>
        <p:spPr>
          <a:xfrm>
            <a:off x="1739501" y="3020336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517" name="Google Shape;517;p18"/>
          <p:cNvSpPr txBox="1">
            <a:spLocks noGrp="1"/>
          </p:cNvSpPr>
          <p:nvPr>
            <p:ph type="subTitle" idx="4"/>
          </p:nvPr>
        </p:nvSpPr>
        <p:spPr>
          <a:xfrm>
            <a:off x="1739500" y="3402478"/>
            <a:ext cx="26415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518" name="Google Shape;518;p18"/>
          <p:cNvSpPr txBox="1">
            <a:spLocks noGrp="1"/>
          </p:cNvSpPr>
          <p:nvPr>
            <p:ph type="subTitle" idx="5"/>
          </p:nvPr>
        </p:nvSpPr>
        <p:spPr>
          <a:xfrm>
            <a:off x="5679747" y="1493519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519" name="Google Shape;519;p18"/>
          <p:cNvSpPr txBox="1">
            <a:spLocks noGrp="1"/>
          </p:cNvSpPr>
          <p:nvPr>
            <p:ph type="subTitle" idx="6"/>
          </p:nvPr>
        </p:nvSpPr>
        <p:spPr>
          <a:xfrm>
            <a:off x="5679748" y="1875631"/>
            <a:ext cx="26415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520" name="Google Shape;520;p18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57813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521" name="Google Shape;521;p18"/>
          <p:cNvSpPr txBox="1">
            <a:spLocks noGrp="1"/>
          </p:cNvSpPr>
          <p:nvPr>
            <p:ph type="subTitle" idx="7"/>
          </p:nvPr>
        </p:nvSpPr>
        <p:spPr>
          <a:xfrm>
            <a:off x="5679747" y="3020336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522" name="Google Shape;522;p18"/>
          <p:cNvSpPr txBox="1">
            <a:spLocks noGrp="1"/>
          </p:cNvSpPr>
          <p:nvPr>
            <p:ph type="subTitle" idx="8"/>
          </p:nvPr>
        </p:nvSpPr>
        <p:spPr>
          <a:xfrm>
            <a:off x="5679748" y="3402488"/>
            <a:ext cx="26415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grpSp>
        <p:nvGrpSpPr>
          <p:cNvPr id="523" name="Google Shape;523;p18"/>
          <p:cNvGrpSpPr/>
          <p:nvPr/>
        </p:nvGrpSpPr>
        <p:grpSpPr>
          <a:xfrm rot="2700000">
            <a:off x="7664629" y="-177539"/>
            <a:ext cx="1975202" cy="1398925"/>
            <a:chOff x="-313375" y="377350"/>
            <a:chExt cx="2546825" cy="1891375"/>
          </a:xfrm>
        </p:grpSpPr>
        <p:grpSp>
          <p:nvGrpSpPr>
            <p:cNvPr id="524" name="Google Shape;524;p18"/>
            <p:cNvGrpSpPr/>
            <p:nvPr/>
          </p:nvGrpSpPr>
          <p:grpSpPr>
            <a:xfrm>
              <a:off x="-313375" y="377350"/>
              <a:ext cx="2546825" cy="1891375"/>
              <a:chOff x="-313375" y="377350"/>
              <a:chExt cx="2546825" cy="1891375"/>
            </a:xfrm>
          </p:grpSpPr>
          <p:sp>
            <p:nvSpPr>
              <p:cNvPr id="525" name="Google Shape;525;p18"/>
              <p:cNvSpPr/>
              <p:nvPr/>
            </p:nvSpPr>
            <p:spPr>
              <a:xfrm>
                <a:off x="-313375" y="377350"/>
                <a:ext cx="2546825" cy="1891375"/>
              </a:xfrm>
              <a:custGeom>
                <a:avLst/>
                <a:gdLst/>
                <a:ahLst/>
                <a:cxnLst/>
                <a:rect l="l" t="t" r="r" b="b"/>
                <a:pathLst>
                  <a:path w="101873" h="75655" extrusionOk="0">
                    <a:moveTo>
                      <a:pt x="11942" y="1"/>
                    </a:moveTo>
                    <a:cubicBezTo>
                      <a:pt x="5337" y="1"/>
                      <a:pt x="0" y="5338"/>
                      <a:pt x="0" y="11943"/>
                    </a:cubicBezTo>
                    <a:lnTo>
                      <a:pt x="0" y="63713"/>
                    </a:lnTo>
                    <a:cubicBezTo>
                      <a:pt x="0" y="70318"/>
                      <a:pt x="5337" y="75655"/>
                      <a:pt x="11942" y="75655"/>
                    </a:cubicBezTo>
                    <a:lnTo>
                      <a:pt x="89898" y="75655"/>
                    </a:lnTo>
                    <a:cubicBezTo>
                      <a:pt x="96502" y="75655"/>
                      <a:pt x="101840" y="70318"/>
                      <a:pt x="101873" y="63713"/>
                    </a:cubicBezTo>
                    <a:lnTo>
                      <a:pt x="101873" y="11943"/>
                    </a:lnTo>
                    <a:cubicBezTo>
                      <a:pt x="101840" y="5338"/>
                      <a:pt x="96502" y="1"/>
                      <a:pt x="898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dist="85725" dir="9060000" algn="bl" rotWithShape="0">
                  <a:schemeClr val="lt2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18"/>
              <p:cNvSpPr/>
              <p:nvPr/>
            </p:nvSpPr>
            <p:spPr>
              <a:xfrm>
                <a:off x="-139100" y="550825"/>
                <a:ext cx="2198275" cy="1544450"/>
              </a:xfrm>
              <a:custGeom>
                <a:avLst/>
                <a:gdLst/>
                <a:ahLst/>
                <a:cxnLst/>
                <a:rect l="l" t="t" r="r" b="b"/>
                <a:pathLst>
                  <a:path w="87931" h="61778" extrusionOk="0">
                    <a:moveTo>
                      <a:pt x="4971" y="0"/>
                    </a:moveTo>
                    <a:cubicBezTo>
                      <a:pt x="2202" y="0"/>
                      <a:pt x="1" y="2235"/>
                      <a:pt x="1" y="5004"/>
                    </a:cubicBezTo>
                    <a:lnTo>
                      <a:pt x="1" y="56774"/>
                    </a:lnTo>
                    <a:cubicBezTo>
                      <a:pt x="1" y="59543"/>
                      <a:pt x="2202" y="61778"/>
                      <a:pt x="4971" y="61778"/>
                    </a:cubicBezTo>
                    <a:lnTo>
                      <a:pt x="82960" y="61778"/>
                    </a:lnTo>
                    <a:cubicBezTo>
                      <a:pt x="85695" y="61778"/>
                      <a:pt x="87930" y="59543"/>
                      <a:pt x="87930" y="56774"/>
                    </a:cubicBezTo>
                    <a:lnTo>
                      <a:pt x="87930" y="5004"/>
                    </a:lnTo>
                    <a:cubicBezTo>
                      <a:pt x="87930" y="2235"/>
                      <a:pt x="85695" y="0"/>
                      <a:pt x="829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8"/>
              <p:cNvSpPr/>
              <p:nvPr/>
            </p:nvSpPr>
            <p:spPr>
              <a:xfrm>
                <a:off x="-244175" y="446575"/>
                <a:ext cx="2407575" cy="1752950"/>
              </a:xfrm>
              <a:custGeom>
                <a:avLst/>
                <a:gdLst/>
                <a:ahLst/>
                <a:cxnLst/>
                <a:rect l="l" t="t" r="r" b="b"/>
                <a:pathLst>
                  <a:path w="96303" h="70118" fill="none" extrusionOk="0">
                    <a:moveTo>
                      <a:pt x="9174" y="0"/>
                    </a:moveTo>
                    <a:lnTo>
                      <a:pt x="87130" y="0"/>
                    </a:lnTo>
                    <a:cubicBezTo>
                      <a:pt x="92233" y="0"/>
                      <a:pt x="96303" y="4070"/>
                      <a:pt x="96303" y="9140"/>
                    </a:cubicBezTo>
                    <a:lnTo>
                      <a:pt x="96303" y="60944"/>
                    </a:lnTo>
                    <a:cubicBezTo>
                      <a:pt x="96303" y="66014"/>
                      <a:pt x="92233" y="70117"/>
                      <a:pt x="87130" y="70117"/>
                    </a:cubicBezTo>
                    <a:lnTo>
                      <a:pt x="9174" y="70117"/>
                    </a:lnTo>
                    <a:cubicBezTo>
                      <a:pt x="4104" y="70117"/>
                      <a:pt x="1" y="66014"/>
                      <a:pt x="1" y="60944"/>
                    </a:cubicBezTo>
                    <a:lnTo>
                      <a:pt x="1" y="9140"/>
                    </a:lnTo>
                    <a:cubicBezTo>
                      <a:pt x="1" y="4070"/>
                      <a:pt x="4104" y="0"/>
                      <a:pt x="9174" y="0"/>
                    </a:cubicBezTo>
                    <a:close/>
                  </a:path>
                </a:pathLst>
              </a:custGeom>
              <a:noFill/>
              <a:ln w="7500" cap="flat" cmpd="sng">
                <a:solidFill>
                  <a:schemeClr val="accent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8"/>
            <p:cNvGrpSpPr/>
            <p:nvPr/>
          </p:nvGrpSpPr>
          <p:grpSpPr>
            <a:xfrm rot="-5400000">
              <a:off x="356688" y="395688"/>
              <a:ext cx="1206700" cy="1854700"/>
              <a:chOff x="562250" y="-71300"/>
              <a:chExt cx="1206700" cy="1854700"/>
            </a:xfrm>
          </p:grpSpPr>
          <p:sp>
            <p:nvSpPr>
              <p:cNvPr id="529" name="Google Shape;529;p18"/>
              <p:cNvSpPr/>
              <p:nvPr/>
            </p:nvSpPr>
            <p:spPr>
              <a:xfrm>
                <a:off x="642300" y="548300"/>
                <a:ext cx="529575" cy="529575"/>
              </a:xfrm>
              <a:custGeom>
                <a:avLst/>
                <a:gdLst/>
                <a:ahLst/>
                <a:cxnLst/>
                <a:rect l="l" t="t" r="r" b="b"/>
                <a:pathLst>
                  <a:path w="21183" h="21183" extrusionOk="0">
                    <a:moveTo>
                      <a:pt x="0" y="1"/>
                    </a:moveTo>
                    <a:lnTo>
                      <a:pt x="0" y="21183"/>
                    </a:lnTo>
                    <a:lnTo>
                      <a:pt x="21182" y="21183"/>
                    </a:lnTo>
                    <a:lnTo>
                      <a:pt x="21182" y="1"/>
                    </a:lnTo>
                    <a:close/>
                  </a:path>
                </a:pathLst>
              </a:custGeom>
              <a:solidFill>
                <a:srgbClr val="7D92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8"/>
              <p:cNvSpPr/>
              <p:nvPr/>
            </p:nvSpPr>
            <p:spPr>
              <a:xfrm>
                <a:off x="712350" y="69625"/>
                <a:ext cx="496200" cy="236050"/>
              </a:xfrm>
              <a:custGeom>
                <a:avLst/>
                <a:gdLst/>
                <a:ahLst/>
                <a:cxnLst/>
                <a:rect l="l" t="t" r="r" b="b"/>
                <a:pathLst>
                  <a:path w="19848" h="9442" fill="none" extrusionOk="0">
                    <a:moveTo>
                      <a:pt x="0" y="1"/>
                    </a:moveTo>
                    <a:lnTo>
                      <a:pt x="8840" y="9441"/>
                    </a:lnTo>
                    <a:lnTo>
                      <a:pt x="19848" y="2503"/>
                    </a:lnTo>
                  </a:path>
                </a:pathLst>
              </a:custGeom>
              <a:noFill/>
              <a:ln w="7500" cap="flat" cmpd="sng">
                <a:solidFill>
                  <a:srgbClr val="EDEAEE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8"/>
              <p:cNvSpPr/>
              <p:nvPr/>
            </p:nvSpPr>
            <p:spPr>
              <a:xfrm>
                <a:off x="562250" y="33475"/>
                <a:ext cx="1121650" cy="1638925"/>
              </a:xfrm>
              <a:custGeom>
                <a:avLst/>
                <a:gdLst/>
                <a:ahLst/>
                <a:cxnLst/>
                <a:rect l="l" t="t" r="r" b="b"/>
                <a:pathLst>
                  <a:path w="44866" h="65557" extrusionOk="0">
                    <a:moveTo>
                      <a:pt x="12139" y="0"/>
                    </a:moveTo>
                    <a:cubicBezTo>
                      <a:pt x="8139" y="0"/>
                      <a:pt x="4037" y="745"/>
                      <a:pt x="0" y="2348"/>
                    </a:cubicBezTo>
                    <a:lnTo>
                      <a:pt x="0" y="63225"/>
                    </a:lnTo>
                    <a:cubicBezTo>
                      <a:pt x="4026" y="64816"/>
                      <a:pt x="8116" y="65556"/>
                      <a:pt x="12106" y="65556"/>
                    </a:cubicBezTo>
                    <a:cubicBezTo>
                      <a:pt x="29437" y="65556"/>
                      <a:pt x="44866" y="51587"/>
                      <a:pt x="44866" y="32769"/>
                    </a:cubicBezTo>
                    <a:cubicBezTo>
                      <a:pt x="44866" y="13963"/>
                      <a:pt x="29456" y="0"/>
                      <a:pt x="12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8"/>
              <p:cNvSpPr/>
              <p:nvPr/>
            </p:nvSpPr>
            <p:spPr>
              <a:xfrm>
                <a:off x="1432875" y="906900"/>
                <a:ext cx="169300" cy="169325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6773" extrusionOk="0">
                    <a:moveTo>
                      <a:pt x="3236" y="1"/>
                    </a:moveTo>
                    <a:lnTo>
                      <a:pt x="0" y="5271"/>
                    </a:lnTo>
                    <a:lnTo>
                      <a:pt x="2435" y="6772"/>
                    </a:lnTo>
                    <a:lnTo>
                      <a:pt x="6772" y="2169"/>
                    </a:lnTo>
                    <a:lnTo>
                      <a:pt x="3236" y="1"/>
                    </a:lnTo>
                    <a:close/>
                  </a:path>
                </a:pathLst>
              </a:custGeom>
              <a:solidFill>
                <a:srgbClr val="DF72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8"/>
              <p:cNvSpPr/>
              <p:nvPr/>
            </p:nvSpPr>
            <p:spPr>
              <a:xfrm>
                <a:off x="1497075" y="923575"/>
                <a:ext cx="44225" cy="6340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2536" fill="none" extrusionOk="0">
                    <a:moveTo>
                      <a:pt x="1768" y="1"/>
                    </a:moveTo>
                    <a:lnTo>
                      <a:pt x="1" y="2536"/>
                    </a:lnTo>
                  </a:path>
                </a:pathLst>
              </a:custGeom>
              <a:noFill/>
              <a:ln w="10850" cap="flat" cmpd="sng">
                <a:solidFill>
                  <a:srgbClr val="EDEAEE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8"/>
              <p:cNvSpPr/>
              <p:nvPr/>
            </p:nvSpPr>
            <p:spPr>
              <a:xfrm>
                <a:off x="1526275" y="941100"/>
                <a:ext cx="43375" cy="63400"/>
              </a:xfrm>
              <a:custGeom>
                <a:avLst/>
                <a:gdLst/>
                <a:ahLst/>
                <a:cxnLst/>
                <a:rect l="l" t="t" r="r" b="b"/>
                <a:pathLst>
                  <a:path w="1735" h="2536" fill="none" extrusionOk="0">
                    <a:moveTo>
                      <a:pt x="1735" y="0"/>
                    </a:moveTo>
                    <a:lnTo>
                      <a:pt x="0" y="2535"/>
                    </a:lnTo>
                  </a:path>
                </a:pathLst>
              </a:custGeom>
              <a:noFill/>
              <a:ln w="10850" cap="flat" cmpd="sng">
                <a:solidFill>
                  <a:srgbClr val="EDEAEE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8"/>
              <p:cNvSpPr/>
              <p:nvPr/>
            </p:nvSpPr>
            <p:spPr>
              <a:xfrm>
                <a:off x="1429525" y="1042000"/>
                <a:ext cx="145975" cy="169300"/>
              </a:xfrm>
              <a:custGeom>
                <a:avLst/>
                <a:gdLst/>
                <a:ahLst/>
                <a:cxnLst/>
                <a:rect l="l" t="t" r="r" b="b"/>
                <a:pathLst>
                  <a:path w="5839" h="6772" extrusionOk="0">
                    <a:moveTo>
                      <a:pt x="2736" y="0"/>
                    </a:moveTo>
                    <a:lnTo>
                      <a:pt x="1" y="868"/>
                    </a:lnTo>
                    <a:lnTo>
                      <a:pt x="1869" y="6772"/>
                    </a:lnTo>
                    <a:lnTo>
                      <a:pt x="5838" y="5504"/>
                    </a:lnTo>
                    <a:lnTo>
                      <a:pt x="273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8"/>
              <p:cNvSpPr/>
              <p:nvPr/>
            </p:nvSpPr>
            <p:spPr>
              <a:xfrm>
                <a:off x="1203525" y="1007800"/>
                <a:ext cx="565425" cy="490050"/>
              </a:xfrm>
              <a:custGeom>
                <a:avLst/>
                <a:gdLst/>
                <a:ahLst/>
                <a:cxnLst/>
                <a:rect l="l" t="t" r="r" b="b"/>
                <a:pathLst>
                  <a:path w="22617" h="19602" extrusionOk="0">
                    <a:moveTo>
                      <a:pt x="7673" y="1"/>
                    </a:moveTo>
                    <a:cubicBezTo>
                      <a:pt x="6972" y="34"/>
                      <a:pt x="6272" y="168"/>
                      <a:pt x="5605" y="434"/>
                    </a:cubicBezTo>
                    <a:cubicBezTo>
                      <a:pt x="4804" y="735"/>
                      <a:pt x="4070" y="1168"/>
                      <a:pt x="3437" y="1735"/>
                    </a:cubicBezTo>
                    <a:cubicBezTo>
                      <a:pt x="3103" y="2036"/>
                      <a:pt x="2769" y="2336"/>
                      <a:pt x="2503" y="2703"/>
                    </a:cubicBezTo>
                    <a:cubicBezTo>
                      <a:pt x="2236" y="2970"/>
                      <a:pt x="2036" y="3270"/>
                      <a:pt x="1835" y="3570"/>
                    </a:cubicBezTo>
                    <a:cubicBezTo>
                      <a:pt x="1569" y="3970"/>
                      <a:pt x="1335" y="4371"/>
                      <a:pt x="1135" y="4771"/>
                    </a:cubicBezTo>
                    <a:cubicBezTo>
                      <a:pt x="968" y="5071"/>
                      <a:pt x="835" y="5371"/>
                      <a:pt x="701" y="5705"/>
                    </a:cubicBezTo>
                    <a:cubicBezTo>
                      <a:pt x="401" y="6472"/>
                      <a:pt x="201" y="7273"/>
                      <a:pt x="101" y="8073"/>
                    </a:cubicBezTo>
                    <a:cubicBezTo>
                      <a:pt x="1" y="8907"/>
                      <a:pt x="1" y="9774"/>
                      <a:pt x="101" y="10642"/>
                    </a:cubicBezTo>
                    <a:cubicBezTo>
                      <a:pt x="134" y="10975"/>
                      <a:pt x="201" y="11276"/>
                      <a:pt x="268" y="11609"/>
                    </a:cubicBezTo>
                    <a:cubicBezTo>
                      <a:pt x="401" y="12176"/>
                      <a:pt x="568" y="12710"/>
                      <a:pt x="801" y="13244"/>
                    </a:cubicBezTo>
                    <a:cubicBezTo>
                      <a:pt x="1035" y="13777"/>
                      <a:pt x="1335" y="14244"/>
                      <a:pt x="1635" y="14745"/>
                    </a:cubicBezTo>
                    <a:cubicBezTo>
                      <a:pt x="2369" y="15779"/>
                      <a:pt x="3270" y="16713"/>
                      <a:pt x="4337" y="17447"/>
                    </a:cubicBezTo>
                    <a:cubicBezTo>
                      <a:pt x="4738" y="17747"/>
                      <a:pt x="5205" y="18014"/>
                      <a:pt x="5672" y="18247"/>
                    </a:cubicBezTo>
                    <a:cubicBezTo>
                      <a:pt x="6639" y="18748"/>
                      <a:pt x="7640" y="19114"/>
                      <a:pt x="8707" y="19315"/>
                    </a:cubicBezTo>
                    <a:lnTo>
                      <a:pt x="9307" y="19448"/>
                    </a:lnTo>
                    <a:cubicBezTo>
                      <a:pt x="9950" y="19550"/>
                      <a:pt x="10598" y="19601"/>
                      <a:pt x="11247" y="19601"/>
                    </a:cubicBezTo>
                    <a:cubicBezTo>
                      <a:pt x="12082" y="19601"/>
                      <a:pt x="12918" y="19517"/>
                      <a:pt x="13744" y="19348"/>
                    </a:cubicBezTo>
                    <a:cubicBezTo>
                      <a:pt x="14111" y="19248"/>
                      <a:pt x="14444" y="19181"/>
                      <a:pt x="14811" y="19081"/>
                    </a:cubicBezTo>
                    <a:cubicBezTo>
                      <a:pt x="16646" y="18514"/>
                      <a:pt x="18314" y="17513"/>
                      <a:pt x="19715" y="16212"/>
                    </a:cubicBezTo>
                    <a:lnTo>
                      <a:pt x="19848" y="16112"/>
                    </a:lnTo>
                    <a:lnTo>
                      <a:pt x="20149" y="15812"/>
                    </a:lnTo>
                    <a:lnTo>
                      <a:pt x="20582" y="15378"/>
                    </a:lnTo>
                    <a:cubicBezTo>
                      <a:pt x="21149" y="14845"/>
                      <a:pt x="21583" y="14144"/>
                      <a:pt x="21816" y="13377"/>
                    </a:cubicBezTo>
                    <a:cubicBezTo>
                      <a:pt x="21850" y="13310"/>
                      <a:pt x="21883" y="13210"/>
                      <a:pt x="21883" y="13110"/>
                    </a:cubicBezTo>
                    <a:cubicBezTo>
                      <a:pt x="22617" y="10275"/>
                      <a:pt x="20749" y="7439"/>
                      <a:pt x="17847" y="7006"/>
                    </a:cubicBezTo>
                    <a:cubicBezTo>
                      <a:pt x="17568" y="6959"/>
                      <a:pt x="17290" y="6934"/>
                      <a:pt x="17014" y="6934"/>
                    </a:cubicBezTo>
                    <a:cubicBezTo>
                      <a:pt x="16696" y="6934"/>
                      <a:pt x="16383" y="6968"/>
                      <a:pt x="16079" y="7039"/>
                    </a:cubicBezTo>
                    <a:cubicBezTo>
                      <a:pt x="15012" y="7273"/>
                      <a:pt x="14011" y="7873"/>
                      <a:pt x="13310" y="8707"/>
                    </a:cubicBezTo>
                    <a:cubicBezTo>
                      <a:pt x="13177" y="8874"/>
                      <a:pt x="13043" y="9041"/>
                      <a:pt x="12943" y="9241"/>
                    </a:cubicBezTo>
                    <a:cubicBezTo>
                      <a:pt x="12843" y="9374"/>
                      <a:pt x="12743" y="9541"/>
                      <a:pt x="12677" y="9708"/>
                    </a:cubicBezTo>
                    <a:cubicBezTo>
                      <a:pt x="12443" y="10175"/>
                      <a:pt x="12109" y="10608"/>
                      <a:pt x="11676" y="10909"/>
                    </a:cubicBezTo>
                    <a:cubicBezTo>
                      <a:pt x="11309" y="11142"/>
                      <a:pt x="10875" y="11342"/>
                      <a:pt x="10442" y="11442"/>
                    </a:cubicBezTo>
                    <a:cubicBezTo>
                      <a:pt x="10275" y="11476"/>
                      <a:pt x="10108" y="11509"/>
                      <a:pt x="9908" y="11542"/>
                    </a:cubicBezTo>
                    <a:lnTo>
                      <a:pt x="9674" y="11576"/>
                    </a:lnTo>
                    <a:cubicBezTo>
                      <a:pt x="9577" y="11581"/>
                      <a:pt x="9480" y="11584"/>
                      <a:pt x="9382" y="11584"/>
                    </a:cubicBezTo>
                    <a:cubicBezTo>
                      <a:pt x="8881" y="11584"/>
                      <a:pt x="8387" y="11510"/>
                      <a:pt x="7940" y="11342"/>
                    </a:cubicBezTo>
                    <a:cubicBezTo>
                      <a:pt x="7439" y="11209"/>
                      <a:pt x="7006" y="10942"/>
                      <a:pt x="6639" y="10608"/>
                    </a:cubicBezTo>
                    <a:cubicBezTo>
                      <a:pt x="6539" y="10508"/>
                      <a:pt x="6439" y="10408"/>
                      <a:pt x="6372" y="10308"/>
                    </a:cubicBezTo>
                    <a:cubicBezTo>
                      <a:pt x="6305" y="10241"/>
                      <a:pt x="6239" y="10141"/>
                      <a:pt x="6172" y="10075"/>
                    </a:cubicBezTo>
                    <a:cubicBezTo>
                      <a:pt x="5838" y="9541"/>
                      <a:pt x="5605" y="8974"/>
                      <a:pt x="5571" y="8340"/>
                    </a:cubicBezTo>
                    <a:cubicBezTo>
                      <a:pt x="5471" y="7506"/>
                      <a:pt x="5571" y="6672"/>
                      <a:pt x="5838" y="5905"/>
                    </a:cubicBezTo>
                    <a:lnTo>
                      <a:pt x="5872" y="5838"/>
                    </a:lnTo>
                    <a:cubicBezTo>
                      <a:pt x="5872" y="5805"/>
                      <a:pt x="5872" y="5772"/>
                      <a:pt x="5872" y="5772"/>
                    </a:cubicBezTo>
                    <a:cubicBezTo>
                      <a:pt x="6139" y="5004"/>
                      <a:pt x="6606" y="4337"/>
                      <a:pt x="7239" y="3870"/>
                    </a:cubicBezTo>
                    <a:lnTo>
                      <a:pt x="7339" y="3770"/>
                    </a:lnTo>
                    <a:lnTo>
                      <a:pt x="7439" y="3703"/>
                    </a:lnTo>
                    <a:cubicBezTo>
                      <a:pt x="7673" y="3570"/>
                      <a:pt x="7973" y="3470"/>
                      <a:pt x="8240" y="3403"/>
                    </a:cubicBezTo>
                    <a:cubicBezTo>
                      <a:pt x="8424" y="3370"/>
                      <a:pt x="8607" y="3353"/>
                      <a:pt x="8795" y="3353"/>
                    </a:cubicBezTo>
                    <a:cubicBezTo>
                      <a:pt x="8982" y="3353"/>
                      <a:pt x="9174" y="3370"/>
                      <a:pt x="9374" y="3403"/>
                    </a:cubicBezTo>
                    <a:cubicBezTo>
                      <a:pt x="9408" y="3403"/>
                      <a:pt x="9441" y="3437"/>
                      <a:pt x="9508" y="3437"/>
                    </a:cubicBezTo>
                    <a:lnTo>
                      <a:pt x="9608" y="3437"/>
                    </a:lnTo>
                    <a:cubicBezTo>
                      <a:pt x="9717" y="3458"/>
                      <a:pt x="9823" y="3468"/>
                      <a:pt x="9924" y="3468"/>
                    </a:cubicBezTo>
                    <a:cubicBezTo>
                      <a:pt x="11402" y="3468"/>
                      <a:pt x="12007" y="1321"/>
                      <a:pt x="10508" y="635"/>
                    </a:cubicBezTo>
                    <a:cubicBezTo>
                      <a:pt x="9774" y="268"/>
                      <a:pt x="8974" y="68"/>
                      <a:pt x="81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8"/>
              <p:cNvSpPr/>
              <p:nvPr/>
            </p:nvSpPr>
            <p:spPr>
              <a:xfrm>
                <a:off x="1432875" y="499950"/>
                <a:ext cx="169300" cy="169300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6772" extrusionOk="0">
                    <a:moveTo>
                      <a:pt x="3236" y="0"/>
                    </a:moveTo>
                    <a:lnTo>
                      <a:pt x="0" y="5271"/>
                    </a:lnTo>
                    <a:lnTo>
                      <a:pt x="2435" y="6772"/>
                    </a:lnTo>
                    <a:lnTo>
                      <a:pt x="6772" y="2168"/>
                    </a:lnTo>
                    <a:lnTo>
                      <a:pt x="3236" y="0"/>
                    </a:lnTo>
                    <a:close/>
                  </a:path>
                </a:pathLst>
              </a:custGeom>
              <a:solidFill>
                <a:srgbClr val="DF72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8"/>
              <p:cNvSpPr/>
              <p:nvPr/>
            </p:nvSpPr>
            <p:spPr>
              <a:xfrm>
                <a:off x="1497075" y="516625"/>
                <a:ext cx="44225" cy="6340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2536" fill="none" extrusionOk="0">
                    <a:moveTo>
                      <a:pt x="1768" y="0"/>
                    </a:moveTo>
                    <a:lnTo>
                      <a:pt x="1" y="2536"/>
                    </a:lnTo>
                  </a:path>
                </a:pathLst>
              </a:custGeom>
              <a:noFill/>
              <a:ln w="10850" cap="flat" cmpd="sng">
                <a:solidFill>
                  <a:srgbClr val="EDEAEE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8"/>
              <p:cNvSpPr/>
              <p:nvPr/>
            </p:nvSpPr>
            <p:spPr>
              <a:xfrm>
                <a:off x="1526275" y="534125"/>
                <a:ext cx="4337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1735" h="2537" fill="none" extrusionOk="0">
                    <a:moveTo>
                      <a:pt x="1735" y="1"/>
                    </a:moveTo>
                    <a:lnTo>
                      <a:pt x="0" y="2536"/>
                    </a:lnTo>
                  </a:path>
                </a:pathLst>
              </a:custGeom>
              <a:noFill/>
              <a:ln w="10850" cap="flat" cmpd="sng">
                <a:solidFill>
                  <a:srgbClr val="EDEAEE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8"/>
              <p:cNvSpPr/>
              <p:nvPr/>
            </p:nvSpPr>
            <p:spPr>
              <a:xfrm>
                <a:off x="1429525" y="635050"/>
                <a:ext cx="145975" cy="169300"/>
              </a:xfrm>
              <a:custGeom>
                <a:avLst/>
                <a:gdLst/>
                <a:ahLst/>
                <a:cxnLst/>
                <a:rect l="l" t="t" r="r" b="b"/>
                <a:pathLst>
                  <a:path w="5839" h="6772" extrusionOk="0">
                    <a:moveTo>
                      <a:pt x="2736" y="0"/>
                    </a:moveTo>
                    <a:lnTo>
                      <a:pt x="1" y="867"/>
                    </a:lnTo>
                    <a:lnTo>
                      <a:pt x="1869" y="6772"/>
                    </a:lnTo>
                    <a:lnTo>
                      <a:pt x="5838" y="5504"/>
                    </a:lnTo>
                    <a:lnTo>
                      <a:pt x="273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8"/>
              <p:cNvSpPr/>
              <p:nvPr/>
            </p:nvSpPr>
            <p:spPr>
              <a:xfrm>
                <a:off x="1203525" y="601050"/>
                <a:ext cx="565425" cy="489825"/>
              </a:xfrm>
              <a:custGeom>
                <a:avLst/>
                <a:gdLst/>
                <a:ahLst/>
                <a:cxnLst/>
                <a:rect l="l" t="t" r="r" b="b"/>
                <a:pathLst>
                  <a:path w="22617" h="19593" extrusionOk="0">
                    <a:moveTo>
                      <a:pt x="7919" y="1"/>
                    </a:moveTo>
                    <a:cubicBezTo>
                      <a:pt x="7840" y="1"/>
                      <a:pt x="7756" y="9"/>
                      <a:pt x="7673" y="26"/>
                    </a:cubicBezTo>
                    <a:cubicBezTo>
                      <a:pt x="6972" y="26"/>
                      <a:pt x="6272" y="159"/>
                      <a:pt x="5605" y="426"/>
                    </a:cubicBezTo>
                    <a:cubicBezTo>
                      <a:pt x="4804" y="760"/>
                      <a:pt x="4070" y="1193"/>
                      <a:pt x="3437" y="1760"/>
                    </a:cubicBezTo>
                    <a:cubicBezTo>
                      <a:pt x="2803" y="2294"/>
                      <a:pt x="2269" y="2895"/>
                      <a:pt x="1835" y="3562"/>
                    </a:cubicBezTo>
                    <a:cubicBezTo>
                      <a:pt x="1569" y="3962"/>
                      <a:pt x="1335" y="4362"/>
                      <a:pt x="1102" y="4796"/>
                    </a:cubicBezTo>
                    <a:cubicBezTo>
                      <a:pt x="968" y="5096"/>
                      <a:pt x="835" y="5396"/>
                      <a:pt x="701" y="5697"/>
                    </a:cubicBezTo>
                    <a:cubicBezTo>
                      <a:pt x="401" y="6464"/>
                      <a:pt x="201" y="7264"/>
                      <a:pt x="101" y="8065"/>
                    </a:cubicBezTo>
                    <a:cubicBezTo>
                      <a:pt x="1" y="8932"/>
                      <a:pt x="1" y="9800"/>
                      <a:pt x="101" y="10633"/>
                    </a:cubicBezTo>
                    <a:cubicBezTo>
                      <a:pt x="134" y="10967"/>
                      <a:pt x="201" y="11301"/>
                      <a:pt x="268" y="11634"/>
                    </a:cubicBezTo>
                    <a:cubicBezTo>
                      <a:pt x="401" y="12168"/>
                      <a:pt x="568" y="12735"/>
                      <a:pt x="801" y="13235"/>
                    </a:cubicBezTo>
                    <a:cubicBezTo>
                      <a:pt x="1035" y="13769"/>
                      <a:pt x="1335" y="14269"/>
                      <a:pt x="1635" y="14736"/>
                    </a:cubicBezTo>
                    <a:cubicBezTo>
                      <a:pt x="2369" y="15804"/>
                      <a:pt x="3270" y="16738"/>
                      <a:pt x="4304" y="17472"/>
                    </a:cubicBezTo>
                    <a:cubicBezTo>
                      <a:pt x="5638" y="18372"/>
                      <a:pt x="7139" y="19006"/>
                      <a:pt x="8707" y="19340"/>
                    </a:cubicBezTo>
                    <a:lnTo>
                      <a:pt x="9307" y="19440"/>
                    </a:lnTo>
                    <a:cubicBezTo>
                      <a:pt x="9950" y="19542"/>
                      <a:pt x="10598" y="19593"/>
                      <a:pt x="11247" y="19593"/>
                    </a:cubicBezTo>
                    <a:cubicBezTo>
                      <a:pt x="12082" y="19593"/>
                      <a:pt x="12918" y="19509"/>
                      <a:pt x="13744" y="19340"/>
                    </a:cubicBezTo>
                    <a:cubicBezTo>
                      <a:pt x="14111" y="19273"/>
                      <a:pt x="14444" y="19173"/>
                      <a:pt x="14811" y="19073"/>
                    </a:cubicBezTo>
                    <a:cubicBezTo>
                      <a:pt x="15479" y="18873"/>
                      <a:pt x="16112" y="18606"/>
                      <a:pt x="16713" y="18306"/>
                    </a:cubicBezTo>
                    <a:cubicBezTo>
                      <a:pt x="17814" y="17772"/>
                      <a:pt x="18814" y="17071"/>
                      <a:pt x="19715" y="16237"/>
                    </a:cubicBezTo>
                    <a:lnTo>
                      <a:pt x="19815" y="16104"/>
                    </a:lnTo>
                    <a:lnTo>
                      <a:pt x="20149" y="15837"/>
                    </a:lnTo>
                    <a:lnTo>
                      <a:pt x="20582" y="15370"/>
                    </a:lnTo>
                    <a:cubicBezTo>
                      <a:pt x="20982" y="14970"/>
                      <a:pt x="21316" y="14503"/>
                      <a:pt x="21550" y="14003"/>
                    </a:cubicBezTo>
                    <a:cubicBezTo>
                      <a:pt x="21650" y="13802"/>
                      <a:pt x="21750" y="13602"/>
                      <a:pt x="21816" y="13369"/>
                    </a:cubicBezTo>
                    <a:cubicBezTo>
                      <a:pt x="21850" y="13269"/>
                      <a:pt x="21883" y="13202"/>
                      <a:pt x="21883" y="13102"/>
                    </a:cubicBezTo>
                    <a:cubicBezTo>
                      <a:pt x="22617" y="10300"/>
                      <a:pt x="20749" y="7465"/>
                      <a:pt x="17847" y="6998"/>
                    </a:cubicBezTo>
                    <a:cubicBezTo>
                      <a:pt x="17610" y="6958"/>
                      <a:pt x="17373" y="6939"/>
                      <a:pt x="17138" y="6939"/>
                    </a:cubicBezTo>
                    <a:cubicBezTo>
                      <a:pt x="16778" y="6939"/>
                      <a:pt x="16422" y="6983"/>
                      <a:pt x="16079" y="7064"/>
                    </a:cubicBezTo>
                    <a:cubicBezTo>
                      <a:pt x="15479" y="7198"/>
                      <a:pt x="14945" y="7398"/>
                      <a:pt x="14444" y="7731"/>
                    </a:cubicBezTo>
                    <a:cubicBezTo>
                      <a:pt x="14011" y="7998"/>
                      <a:pt x="13644" y="8332"/>
                      <a:pt x="13310" y="8732"/>
                    </a:cubicBezTo>
                    <a:cubicBezTo>
                      <a:pt x="13177" y="8899"/>
                      <a:pt x="13043" y="9066"/>
                      <a:pt x="12943" y="9232"/>
                    </a:cubicBezTo>
                    <a:cubicBezTo>
                      <a:pt x="12843" y="9399"/>
                      <a:pt x="12743" y="9566"/>
                      <a:pt x="12677" y="9733"/>
                    </a:cubicBezTo>
                    <a:cubicBezTo>
                      <a:pt x="12443" y="10200"/>
                      <a:pt x="12109" y="10600"/>
                      <a:pt x="11676" y="10900"/>
                    </a:cubicBezTo>
                    <a:cubicBezTo>
                      <a:pt x="11309" y="11167"/>
                      <a:pt x="10875" y="11334"/>
                      <a:pt x="10442" y="11434"/>
                    </a:cubicBezTo>
                    <a:cubicBezTo>
                      <a:pt x="10275" y="11501"/>
                      <a:pt x="10108" y="11534"/>
                      <a:pt x="9908" y="11534"/>
                    </a:cubicBezTo>
                    <a:lnTo>
                      <a:pt x="9674" y="11534"/>
                    </a:lnTo>
                    <a:cubicBezTo>
                      <a:pt x="9524" y="11551"/>
                      <a:pt x="9374" y="11559"/>
                      <a:pt x="9225" y="11559"/>
                    </a:cubicBezTo>
                    <a:cubicBezTo>
                      <a:pt x="8778" y="11559"/>
                      <a:pt x="8340" y="11484"/>
                      <a:pt x="7940" y="11334"/>
                    </a:cubicBezTo>
                    <a:cubicBezTo>
                      <a:pt x="7439" y="11167"/>
                      <a:pt x="7006" y="10934"/>
                      <a:pt x="6639" y="10567"/>
                    </a:cubicBezTo>
                    <a:cubicBezTo>
                      <a:pt x="6539" y="10500"/>
                      <a:pt x="6439" y="10400"/>
                      <a:pt x="6372" y="10300"/>
                    </a:cubicBezTo>
                    <a:cubicBezTo>
                      <a:pt x="6305" y="10233"/>
                      <a:pt x="6239" y="10133"/>
                      <a:pt x="6172" y="10033"/>
                    </a:cubicBezTo>
                    <a:cubicBezTo>
                      <a:pt x="5838" y="9533"/>
                      <a:pt x="5605" y="8966"/>
                      <a:pt x="5538" y="8332"/>
                    </a:cubicBezTo>
                    <a:cubicBezTo>
                      <a:pt x="5471" y="7498"/>
                      <a:pt x="5571" y="6664"/>
                      <a:pt x="5838" y="5863"/>
                    </a:cubicBezTo>
                    <a:lnTo>
                      <a:pt x="5872" y="5797"/>
                    </a:lnTo>
                    <a:cubicBezTo>
                      <a:pt x="5872" y="5797"/>
                      <a:pt x="5872" y="5763"/>
                      <a:pt x="5872" y="5763"/>
                    </a:cubicBezTo>
                    <a:cubicBezTo>
                      <a:pt x="6139" y="4996"/>
                      <a:pt x="6606" y="4329"/>
                      <a:pt x="7239" y="3829"/>
                    </a:cubicBezTo>
                    <a:lnTo>
                      <a:pt x="7339" y="3762"/>
                    </a:lnTo>
                    <a:lnTo>
                      <a:pt x="7439" y="3695"/>
                    </a:lnTo>
                    <a:cubicBezTo>
                      <a:pt x="7706" y="3562"/>
                      <a:pt x="7973" y="3428"/>
                      <a:pt x="8240" y="3395"/>
                    </a:cubicBezTo>
                    <a:cubicBezTo>
                      <a:pt x="8424" y="3362"/>
                      <a:pt x="8607" y="3345"/>
                      <a:pt x="8790" y="3345"/>
                    </a:cubicBezTo>
                    <a:cubicBezTo>
                      <a:pt x="8974" y="3345"/>
                      <a:pt x="9157" y="3362"/>
                      <a:pt x="9341" y="3395"/>
                    </a:cubicBezTo>
                    <a:lnTo>
                      <a:pt x="9474" y="3395"/>
                    </a:lnTo>
                    <a:lnTo>
                      <a:pt x="9574" y="3428"/>
                    </a:lnTo>
                    <a:cubicBezTo>
                      <a:pt x="9695" y="3454"/>
                      <a:pt x="9810" y="3466"/>
                      <a:pt x="9921" y="3466"/>
                    </a:cubicBezTo>
                    <a:cubicBezTo>
                      <a:pt x="11408" y="3466"/>
                      <a:pt x="11998" y="1309"/>
                      <a:pt x="10508" y="626"/>
                    </a:cubicBezTo>
                    <a:cubicBezTo>
                      <a:pt x="10241" y="493"/>
                      <a:pt x="9941" y="393"/>
                      <a:pt x="9641" y="293"/>
                    </a:cubicBezTo>
                    <a:cubicBezTo>
                      <a:pt x="9174" y="126"/>
                      <a:pt x="8674" y="59"/>
                      <a:pt x="8140" y="26"/>
                    </a:cubicBezTo>
                    <a:cubicBezTo>
                      <a:pt x="8073" y="9"/>
                      <a:pt x="7998" y="1"/>
                      <a:pt x="79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1432875" y="92975"/>
                <a:ext cx="169300" cy="168500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6740" extrusionOk="0">
                    <a:moveTo>
                      <a:pt x="3236" y="1"/>
                    </a:moveTo>
                    <a:lnTo>
                      <a:pt x="0" y="5271"/>
                    </a:lnTo>
                    <a:lnTo>
                      <a:pt x="2435" y="6739"/>
                    </a:lnTo>
                    <a:lnTo>
                      <a:pt x="6772" y="2169"/>
                    </a:lnTo>
                    <a:lnTo>
                      <a:pt x="323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8"/>
              <p:cNvSpPr/>
              <p:nvPr/>
            </p:nvSpPr>
            <p:spPr>
              <a:xfrm>
                <a:off x="1429525" y="228075"/>
                <a:ext cx="145975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5839" h="6739" extrusionOk="0">
                    <a:moveTo>
                      <a:pt x="2736" y="1"/>
                    </a:moveTo>
                    <a:lnTo>
                      <a:pt x="1" y="868"/>
                    </a:lnTo>
                    <a:lnTo>
                      <a:pt x="1869" y="6739"/>
                    </a:lnTo>
                    <a:lnTo>
                      <a:pt x="5838" y="5505"/>
                    </a:lnTo>
                    <a:lnTo>
                      <a:pt x="273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8"/>
              <p:cNvSpPr/>
              <p:nvPr/>
            </p:nvSpPr>
            <p:spPr>
              <a:xfrm>
                <a:off x="1203525" y="193275"/>
                <a:ext cx="562925" cy="489825"/>
              </a:xfrm>
              <a:custGeom>
                <a:avLst/>
                <a:gdLst/>
                <a:ahLst/>
                <a:cxnLst/>
                <a:rect l="l" t="t" r="r" b="b"/>
                <a:pathLst>
                  <a:path w="22517" h="19593" extrusionOk="0">
                    <a:moveTo>
                      <a:pt x="7919" y="0"/>
                    </a:moveTo>
                    <a:cubicBezTo>
                      <a:pt x="7840" y="0"/>
                      <a:pt x="7756" y="8"/>
                      <a:pt x="7673" y="25"/>
                    </a:cubicBezTo>
                    <a:cubicBezTo>
                      <a:pt x="6972" y="25"/>
                      <a:pt x="6272" y="159"/>
                      <a:pt x="5605" y="425"/>
                    </a:cubicBezTo>
                    <a:cubicBezTo>
                      <a:pt x="4804" y="726"/>
                      <a:pt x="4070" y="1193"/>
                      <a:pt x="3437" y="1760"/>
                    </a:cubicBezTo>
                    <a:cubicBezTo>
                      <a:pt x="2803" y="2293"/>
                      <a:pt x="2269" y="2894"/>
                      <a:pt x="1835" y="3561"/>
                    </a:cubicBezTo>
                    <a:cubicBezTo>
                      <a:pt x="1569" y="3961"/>
                      <a:pt x="1335" y="4362"/>
                      <a:pt x="1135" y="4795"/>
                    </a:cubicBezTo>
                    <a:cubicBezTo>
                      <a:pt x="968" y="5095"/>
                      <a:pt x="835" y="5396"/>
                      <a:pt x="701" y="5696"/>
                    </a:cubicBezTo>
                    <a:cubicBezTo>
                      <a:pt x="401" y="6463"/>
                      <a:pt x="201" y="7264"/>
                      <a:pt x="101" y="8064"/>
                    </a:cubicBezTo>
                    <a:cubicBezTo>
                      <a:pt x="1" y="8932"/>
                      <a:pt x="1" y="9799"/>
                      <a:pt x="101" y="10633"/>
                    </a:cubicBezTo>
                    <a:cubicBezTo>
                      <a:pt x="134" y="10966"/>
                      <a:pt x="201" y="11300"/>
                      <a:pt x="268" y="11600"/>
                    </a:cubicBezTo>
                    <a:cubicBezTo>
                      <a:pt x="401" y="12167"/>
                      <a:pt x="568" y="12701"/>
                      <a:pt x="801" y="13235"/>
                    </a:cubicBezTo>
                    <a:cubicBezTo>
                      <a:pt x="1035" y="13768"/>
                      <a:pt x="1335" y="14269"/>
                      <a:pt x="1635" y="14736"/>
                    </a:cubicBezTo>
                    <a:cubicBezTo>
                      <a:pt x="2369" y="15803"/>
                      <a:pt x="3270" y="16704"/>
                      <a:pt x="4337" y="17438"/>
                    </a:cubicBezTo>
                    <a:cubicBezTo>
                      <a:pt x="5638" y="18372"/>
                      <a:pt x="7139" y="19005"/>
                      <a:pt x="8707" y="19306"/>
                    </a:cubicBezTo>
                    <a:cubicBezTo>
                      <a:pt x="8907" y="19372"/>
                      <a:pt x="9107" y="19406"/>
                      <a:pt x="9307" y="19439"/>
                    </a:cubicBezTo>
                    <a:cubicBezTo>
                      <a:pt x="9950" y="19541"/>
                      <a:pt x="10598" y="19592"/>
                      <a:pt x="11247" y="19592"/>
                    </a:cubicBezTo>
                    <a:cubicBezTo>
                      <a:pt x="12082" y="19592"/>
                      <a:pt x="12918" y="19508"/>
                      <a:pt x="13744" y="19339"/>
                    </a:cubicBezTo>
                    <a:cubicBezTo>
                      <a:pt x="14111" y="19272"/>
                      <a:pt x="14444" y="19172"/>
                      <a:pt x="14811" y="19072"/>
                    </a:cubicBezTo>
                    <a:cubicBezTo>
                      <a:pt x="15479" y="18872"/>
                      <a:pt x="16112" y="18605"/>
                      <a:pt x="16713" y="18305"/>
                    </a:cubicBezTo>
                    <a:cubicBezTo>
                      <a:pt x="17814" y="17771"/>
                      <a:pt x="18814" y="17071"/>
                      <a:pt x="19715" y="16237"/>
                    </a:cubicBezTo>
                    <a:lnTo>
                      <a:pt x="19848" y="16103"/>
                    </a:lnTo>
                    <a:lnTo>
                      <a:pt x="20149" y="15803"/>
                    </a:lnTo>
                    <a:lnTo>
                      <a:pt x="20582" y="15403"/>
                    </a:lnTo>
                    <a:cubicBezTo>
                      <a:pt x="20982" y="15003"/>
                      <a:pt x="21316" y="14536"/>
                      <a:pt x="21550" y="14035"/>
                    </a:cubicBezTo>
                    <a:cubicBezTo>
                      <a:pt x="21650" y="13835"/>
                      <a:pt x="21750" y="13602"/>
                      <a:pt x="21816" y="13401"/>
                    </a:cubicBezTo>
                    <a:cubicBezTo>
                      <a:pt x="21850" y="13301"/>
                      <a:pt x="21883" y="13201"/>
                      <a:pt x="21883" y="13135"/>
                    </a:cubicBezTo>
                    <a:cubicBezTo>
                      <a:pt x="22517" y="10833"/>
                      <a:pt x="21383" y="8431"/>
                      <a:pt x="19248" y="7397"/>
                    </a:cubicBezTo>
                    <a:cubicBezTo>
                      <a:pt x="18593" y="7081"/>
                      <a:pt x="17861" y="6918"/>
                      <a:pt x="17126" y="6918"/>
                    </a:cubicBezTo>
                    <a:cubicBezTo>
                      <a:pt x="16775" y="6918"/>
                      <a:pt x="16424" y="6955"/>
                      <a:pt x="16079" y="7030"/>
                    </a:cubicBezTo>
                    <a:cubicBezTo>
                      <a:pt x="15512" y="7164"/>
                      <a:pt x="14945" y="7397"/>
                      <a:pt x="14444" y="7697"/>
                    </a:cubicBezTo>
                    <a:cubicBezTo>
                      <a:pt x="14011" y="7964"/>
                      <a:pt x="13644" y="8298"/>
                      <a:pt x="13310" y="8698"/>
                    </a:cubicBezTo>
                    <a:cubicBezTo>
                      <a:pt x="13177" y="8865"/>
                      <a:pt x="13043" y="9032"/>
                      <a:pt x="12943" y="9198"/>
                    </a:cubicBezTo>
                    <a:cubicBezTo>
                      <a:pt x="12843" y="9365"/>
                      <a:pt x="12743" y="9532"/>
                      <a:pt x="12677" y="9699"/>
                    </a:cubicBezTo>
                    <a:cubicBezTo>
                      <a:pt x="12443" y="10166"/>
                      <a:pt x="12109" y="10566"/>
                      <a:pt x="11676" y="10866"/>
                    </a:cubicBezTo>
                    <a:cubicBezTo>
                      <a:pt x="11309" y="11133"/>
                      <a:pt x="10875" y="11300"/>
                      <a:pt x="10442" y="11400"/>
                    </a:cubicBezTo>
                    <a:cubicBezTo>
                      <a:pt x="10275" y="11467"/>
                      <a:pt x="10108" y="11500"/>
                      <a:pt x="9908" y="11500"/>
                    </a:cubicBezTo>
                    <a:cubicBezTo>
                      <a:pt x="9841" y="11533"/>
                      <a:pt x="9741" y="11533"/>
                      <a:pt x="9674" y="11533"/>
                    </a:cubicBezTo>
                    <a:cubicBezTo>
                      <a:pt x="9546" y="11548"/>
                      <a:pt x="9418" y="11554"/>
                      <a:pt x="9290" y="11554"/>
                    </a:cubicBezTo>
                    <a:cubicBezTo>
                      <a:pt x="8820" y="11554"/>
                      <a:pt x="8359" y="11464"/>
                      <a:pt x="7940" y="11333"/>
                    </a:cubicBezTo>
                    <a:cubicBezTo>
                      <a:pt x="7439" y="11166"/>
                      <a:pt x="7006" y="10933"/>
                      <a:pt x="6639" y="10566"/>
                    </a:cubicBezTo>
                    <a:cubicBezTo>
                      <a:pt x="6539" y="10499"/>
                      <a:pt x="6439" y="10399"/>
                      <a:pt x="6372" y="10299"/>
                    </a:cubicBezTo>
                    <a:cubicBezTo>
                      <a:pt x="6305" y="10199"/>
                      <a:pt x="6239" y="10132"/>
                      <a:pt x="6172" y="10032"/>
                    </a:cubicBezTo>
                    <a:cubicBezTo>
                      <a:pt x="5838" y="9532"/>
                      <a:pt x="5605" y="8932"/>
                      <a:pt x="5538" y="8331"/>
                    </a:cubicBezTo>
                    <a:cubicBezTo>
                      <a:pt x="5471" y="7497"/>
                      <a:pt x="5571" y="6663"/>
                      <a:pt x="5838" y="5863"/>
                    </a:cubicBezTo>
                    <a:lnTo>
                      <a:pt x="5872" y="5796"/>
                    </a:lnTo>
                    <a:cubicBezTo>
                      <a:pt x="5872" y="5796"/>
                      <a:pt x="5872" y="5763"/>
                      <a:pt x="5872" y="5729"/>
                    </a:cubicBezTo>
                    <a:cubicBezTo>
                      <a:pt x="6139" y="4995"/>
                      <a:pt x="6606" y="4328"/>
                      <a:pt x="7239" y="3828"/>
                    </a:cubicBezTo>
                    <a:lnTo>
                      <a:pt x="7339" y="3761"/>
                    </a:lnTo>
                    <a:lnTo>
                      <a:pt x="7439" y="3694"/>
                    </a:lnTo>
                    <a:cubicBezTo>
                      <a:pt x="7706" y="3528"/>
                      <a:pt x="7973" y="3428"/>
                      <a:pt x="8240" y="3361"/>
                    </a:cubicBezTo>
                    <a:cubicBezTo>
                      <a:pt x="8424" y="3328"/>
                      <a:pt x="8607" y="3311"/>
                      <a:pt x="8795" y="3311"/>
                    </a:cubicBezTo>
                    <a:cubicBezTo>
                      <a:pt x="8982" y="3311"/>
                      <a:pt x="9174" y="3328"/>
                      <a:pt x="9374" y="3361"/>
                    </a:cubicBezTo>
                    <a:lnTo>
                      <a:pt x="9508" y="3394"/>
                    </a:lnTo>
                    <a:lnTo>
                      <a:pt x="9608" y="3428"/>
                    </a:lnTo>
                    <a:cubicBezTo>
                      <a:pt x="9717" y="3449"/>
                      <a:pt x="9823" y="3459"/>
                      <a:pt x="9924" y="3459"/>
                    </a:cubicBezTo>
                    <a:cubicBezTo>
                      <a:pt x="11398" y="3459"/>
                      <a:pt x="11975" y="1312"/>
                      <a:pt x="10508" y="626"/>
                    </a:cubicBezTo>
                    <a:cubicBezTo>
                      <a:pt x="10241" y="492"/>
                      <a:pt x="9941" y="392"/>
                      <a:pt x="9641" y="292"/>
                    </a:cubicBezTo>
                    <a:cubicBezTo>
                      <a:pt x="9174" y="125"/>
                      <a:pt x="8674" y="25"/>
                      <a:pt x="8140" y="25"/>
                    </a:cubicBezTo>
                    <a:cubicBezTo>
                      <a:pt x="8073" y="8"/>
                      <a:pt x="7998" y="0"/>
                      <a:pt x="79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18"/>
              <p:cNvSpPr/>
              <p:nvPr/>
            </p:nvSpPr>
            <p:spPr>
              <a:xfrm>
                <a:off x="1102625" y="435725"/>
                <a:ext cx="196000" cy="391150"/>
              </a:xfrm>
              <a:custGeom>
                <a:avLst/>
                <a:gdLst/>
                <a:ahLst/>
                <a:cxnLst/>
                <a:rect l="l" t="t" r="r" b="b"/>
                <a:pathLst>
                  <a:path w="7840" h="15646" extrusionOk="0">
                    <a:moveTo>
                      <a:pt x="1" y="1"/>
                    </a:moveTo>
                    <a:lnTo>
                      <a:pt x="1" y="2836"/>
                    </a:lnTo>
                    <a:cubicBezTo>
                      <a:pt x="2736" y="2836"/>
                      <a:pt x="4971" y="5038"/>
                      <a:pt x="5004" y="7806"/>
                    </a:cubicBezTo>
                    <a:cubicBezTo>
                      <a:pt x="5004" y="10542"/>
                      <a:pt x="2769" y="12777"/>
                      <a:pt x="34" y="12810"/>
                    </a:cubicBezTo>
                    <a:lnTo>
                      <a:pt x="34" y="15645"/>
                    </a:lnTo>
                    <a:cubicBezTo>
                      <a:pt x="4337" y="15612"/>
                      <a:pt x="7840" y="12109"/>
                      <a:pt x="7806" y="7806"/>
                    </a:cubicBezTo>
                    <a:cubicBezTo>
                      <a:pt x="7806" y="3503"/>
                      <a:pt x="4304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8"/>
              <p:cNvSpPr/>
              <p:nvPr/>
            </p:nvSpPr>
            <p:spPr>
              <a:xfrm>
                <a:off x="1102625" y="583325"/>
                <a:ext cx="196000" cy="391150"/>
              </a:xfrm>
              <a:custGeom>
                <a:avLst/>
                <a:gdLst/>
                <a:ahLst/>
                <a:cxnLst/>
                <a:rect l="l" t="t" r="r" b="b"/>
                <a:pathLst>
                  <a:path w="7840" h="15646" extrusionOk="0">
                    <a:moveTo>
                      <a:pt x="1" y="1"/>
                    </a:moveTo>
                    <a:lnTo>
                      <a:pt x="1" y="2836"/>
                    </a:lnTo>
                    <a:cubicBezTo>
                      <a:pt x="2736" y="2836"/>
                      <a:pt x="4971" y="5071"/>
                      <a:pt x="5004" y="7807"/>
                    </a:cubicBezTo>
                    <a:cubicBezTo>
                      <a:pt x="5004" y="10542"/>
                      <a:pt x="2769" y="12777"/>
                      <a:pt x="34" y="12810"/>
                    </a:cubicBezTo>
                    <a:lnTo>
                      <a:pt x="34" y="15646"/>
                    </a:lnTo>
                    <a:cubicBezTo>
                      <a:pt x="4337" y="15646"/>
                      <a:pt x="7840" y="12110"/>
                      <a:pt x="7806" y="7807"/>
                    </a:cubicBezTo>
                    <a:cubicBezTo>
                      <a:pt x="7806" y="3503"/>
                      <a:pt x="4304" y="1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8"/>
              <p:cNvSpPr/>
              <p:nvPr/>
            </p:nvSpPr>
            <p:spPr>
              <a:xfrm>
                <a:off x="1102625" y="730950"/>
                <a:ext cx="196000" cy="391125"/>
              </a:xfrm>
              <a:custGeom>
                <a:avLst/>
                <a:gdLst/>
                <a:ahLst/>
                <a:cxnLst/>
                <a:rect l="l" t="t" r="r" b="b"/>
                <a:pathLst>
                  <a:path w="7840" h="15645" extrusionOk="0">
                    <a:moveTo>
                      <a:pt x="1" y="0"/>
                    </a:moveTo>
                    <a:lnTo>
                      <a:pt x="1" y="2836"/>
                    </a:lnTo>
                    <a:cubicBezTo>
                      <a:pt x="2736" y="2836"/>
                      <a:pt x="4971" y="5071"/>
                      <a:pt x="5004" y="7806"/>
                    </a:cubicBezTo>
                    <a:cubicBezTo>
                      <a:pt x="5004" y="10574"/>
                      <a:pt x="2769" y="12809"/>
                      <a:pt x="34" y="12809"/>
                    </a:cubicBezTo>
                    <a:lnTo>
                      <a:pt x="34" y="15645"/>
                    </a:lnTo>
                    <a:cubicBezTo>
                      <a:pt x="4337" y="15611"/>
                      <a:pt x="7840" y="12109"/>
                      <a:pt x="7806" y="7806"/>
                    </a:cubicBezTo>
                    <a:cubicBezTo>
                      <a:pt x="7806" y="3469"/>
                      <a:pt x="4304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8"/>
              <p:cNvSpPr/>
              <p:nvPr/>
            </p:nvSpPr>
            <p:spPr>
              <a:xfrm>
                <a:off x="1102625" y="879375"/>
                <a:ext cx="191000" cy="390300"/>
              </a:xfrm>
              <a:custGeom>
                <a:avLst/>
                <a:gdLst/>
                <a:ahLst/>
                <a:cxnLst/>
                <a:rect l="l" t="t" r="r" b="b"/>
                <a:pathLst>
                  <a:path w="7640" h="15612" extrusionOk="0">
                    <a:moveTo>
                      <a:pt x="1" y="1"/>
                    </a:moveTo>
                    <a:lnTo>
                      <a:pt x="1" y="2836"/>
                    </a:lnTo>
                    <a:cubicBezTo>
                      <a:pt x="21" y="2836"/>
                      <a:pt x="41" y="2836"/>
                      <a:pt x="61" y="2836"/>
                    </a:cubicBezTo>
                    <a:cubicBezTo>
                      <a:pt x="2769" y="2836"/>
                      <a:pt x="4971" y="5058"/>
                      <a:pt x="5004" y="7773"/>
                    </a:cubicBezTo>
                    <a:cubicBezTo>
                      <a:pt x="5004" y="10542"/>
                      <a:pt x="2769" y="12777"/>
                      <a:pt x="34" y="12777"/>
                    </a:cubicBezTo>
                    <a:lnTo>
                      <a:pt x="34" y="15612"/>
                    </a:lnTo>
                    <a:cubicBezTo>
                      <a:pt x="4270" y="15512"/>
                      <a:pt x="7639" y="12043"/>
                      <a:pt x="7639" y="7773"/>
                    </a:cubicBezTo>
                    <a:cubicBezTo>
                      <a:pt x="7639" y="3537"/>
                      <a:pt x="4237" y="68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8"/>
              <p:cNvSpPr/>
              <p:nvPr/>
            </p:nvSpPr>
            <p:spPr>
              <a:xfrm>
                <a:off x="1250225" y="1200450"/>
                <a:ext cx="180150" cy="201000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8040" extrusionOk="0">
                    <a:moveTo>
                      <a:pt x="4604" y="0"/>
                    </a:moveTo>
                    <a:cubicBezTo>
                      <a:pt x="4504" y="0"/>
                      <a:pt x="4404" y="34"/>
                      <a:pt x="4304" y="67"/>
                    </a:cubicBezTo>
                    <a:lnTo>
                      <a:pt x="4137" y="100"/>
                    </a:lnTo>
                    <a:cubicBezTo>
                      <a:pt x="3937" y="167"/>
                      <a:pt x="3737" y="234"/>
                      <a:pt x="3537" y="334"/>
                    </a:cubicBezTo>
                    <a:cubicBezTo>
                      <a:pt x="2436" y="834"/>
                      <a:pt x="1502" y="1702"/>
                      <a:pt x="901" y="2736"/>
                    </a:cubicBezTo>
                    <a:lnTo>
                      <a:pt x="901" y="2802"/>
                    </a:lnTo>
                    <a:cubicBezTo>
                      <a:pt x="801" y="3002"/>
                      <a:pt x="668" y="3203"/>
                      <a:pt x="568" y="3436"/>
                    </a:cubicBezTo>
                    <a:lnTo>
                      <a:pt x="268" y="4103"/>
                    </a:lnTo>
                    <a:lnTo>
                      <a:pt x="334" y="4137"/>
                    </a:lnTo>
                    <a:cubicBezTo>
                      <a:pt x="334" y="4170"/>
                      <a:pt x="334" y="4237"/>
                      <a:pt x="301" y="4270"/>
                    </a:cubicBezTo>
                    <a:cubicBezTo>
                      <a:pt x="301" y="4303"/>
                      <a:pt x="268" y="4370"/>
                      <a:pt x="268" y="4403"/>
                    </a:cubicBezTo>
                    <a:lnTo>
                      <a:pt x="101" y="5271"/>
                    </a:lnTo>
                    <a:cubicBezTo>
                      <a:pt x="1" y="5638"/>
                      <a:pt x="34" y="6038"/>
                      <a:pt x="134" y="6438"/>
                    </a:cubicBezTo>
                    <a:cubicBezTo>
                      <a:pt x="168" y="6538"/>
                      <a:pt x="201" y="6605"/>
                      <a:pt x="234" y="6705"/>
                    </a:cubicBezTo>
                    <a:cubicBezTo>
                      <a:pt x="268" y="6738"/>
                      <a:pt x="268" y="6772"/>
                      <a:pt x="268" y="6805"/>
                    </a:cubicBezTo>
                    <a:lnTo>
                      <a:pt x="368" y="6939"/>
                    </a:lnTo>
                    <a:cubicBezTo>
                      <a:pt x="434" y="7072"/>
                      <a:pt x="535" y="7205"/>
                      <a:pt x="635" y="7306"/>
                    </a:cubicBezTo>
                    <a:cubicBezTo>
                      <a:pt x="601" y="7139"/>
                      <a:pt x="601" y="6939"/>
                      <a:pt x="635" y="6738"/>
                    </a:cubicBezTo>
                    <a:lnTo>
                      <a:pt x="801" y="6038"/>
                    </a:lnTo>
                    <a:cubicBezTo>
                      <a:pt x="1102" y="4637"/>
                      <a:pt x="2136" y="3503"/>
                      <a:pt x="3503" y="3069"/>
                    </a:cubicBezTo>
                    <a:cubicBezTo>
                      <a:pt x="3603" y="3036"/>
                      <a:pt x="3737" y="3002"/>
                      <a:pt x="3870" y="3002"/>
                    </a:cubicBezTo>
                    <a:cubicBezTo>
                      <a:pt x="4170" y="3002"/>
                      <a:pt x="4471" y="3136"/>
                      <a:pt x="4671" y="3336"/>
                    </a:cubicBezTo>
                    <a:cubicBezTo>
                      <a:pt x="4738" y="3403"/>
                      <a:pt x="4771" y="3436"/>
                      <a:pt x="4804" y="3503"/>
                    </a:cubicBezTo>
                    <a:cubicBezTo>
                      <a:pt x="4971" y="3736"/>
                      <a:pt x="5038" y="3970"/>
                      <a:pt x="5038" y="4237"/>
                    </a:cubicBezTo>
                    <a:cubicBezTo>
                      <a:pt x="5004" y="4303"/>
                      <a:pt x="5004" y="4370"/>
                      <a:pt x="5004" y="4437"/>
                    </a:cubicBezTo>
                    <a:lnTo>
                      <a:pt x="4838" y="5104"/>
                    </a:lnTo>
                    <a:cubicBezTo>
                      <a:pt x="4804" y="5271"/>
                      <a:pt x="4771" y="5438"/>
                      <a:pt x="4704" y="5571"/>
                    </a:cubicBezTo>
                    <a:cubicBezTo>
                      <a:pt x="4304" y="6705"/>
                      <a:pt x="3437" y="7606"/>
                      <a:pt x="2302" y="8039"/>
                    </a:cubicBezTo>
                    <a:lnTo>
                      <a:pt x="2436" y="8039"/>
                    </a:lnTo>
                    <a:cubicBezTo>
                      <a:pt x="2636" y="8006"/>
                      <a:pt x="2836" y="7973"/>
                      <a:pt x="3036" y="7939"/>
                    </a:cubicBezTo>
                    <a:cubicBezTo>
                      <a:pt x="4170" y="7572"/>
                      <a:pt x="5171" y="6872"/>
                      <a:pt x="5872" y="5971"/>
                    </a:cubicBezTo>
                    <a:lnTo>
                      <a:pt x="5972" y="5971"/>
                    </a:lnTo>
                    <a:lnTo>
                      <a:pt x="6072" y="5704"/>
                    </a:lnTo>
                    <a:cubicBezTo>
                      <a:pt x="6139" y="5638"/>
                      <a:pt x="6172" y="5571"/>
                      <a:pt x="6239" y="5504"/>
                    </a:cubicBezTo>
                    <a:cubicBezTo>
                      <a:pt x="6606" y="4904"/>
                      <a:pt x="6872" y="4270"/>
                      <a:pt x="7006" y="3603"/>
                    </a:cubicBezTo>
                    <a:lnTo>
                      <a:pt x="7206" y="2736"/>
                    </a:lnTo>
                    <a:cubicBezTo>
                      <a:pt x="7206" y="2736"/>
                      <a:pt x="7206" y="2702"/>
                      <a:pt x="7206" y="2702"/>
                    </a:cubicBezTo>
                    <a:cubicBezTo>
                      <a:pt x="7206" y="2636"/>
                      <a:pt x="7206" y="2602"/>
                      <a:pt x="7206" y="2569"/>
                    </a:cubicBezTo>
                    <a:cubicBezTo>
                      <a:pt x="7206" y="2535"/>
                      <a:pt x="7206" y="2535"/>
                      <a:pt x="7206" y="2502"/>
                    </a:cubicBezTo>
                    <a:cubicBezTo>
                      <a:pt x="7206" y="2502"/>
                      <a:pt x="7206" y="2469"/>
                      <a:pt x="7206" y="2469"/>
                    </a:cubicBezTo>
                    <a:lnTo>
                      <a:pt x="7206" y="2302"/>
                    </a:lnTo>
                    <a:cubicBezTo>
                      <a:pt x="7206" y="1935"/>
                      <a:pt x="7139" y="1568"/>
                      <a:pt x="6972" y="1268"/>
                    </a:cubicBezTo>
                    <a:cubicBezTo>
                      <a:pt x="6706" y="734"/>
                      <a:pt x="6205" y="301"/>
                      <a:pt x="5605" y="134"/>
                    </a:cubicBezTo>
                    <a:cubicBezTo>
                      <a:pt x="5538" y="100"/>
                      <a:pt x="5438" y="67"/>
                      <a:pt x="5338" y="34"/>
                    </a:cubicBezTo>
                    <a:cubicBezTo>
                      <a:pt x="5205" y="0"/>
                      <a:pt x="5038" y="0"/>
                      <a:pt x="4904" y="0"/>
                    </a:cubicBezTo>
                    <a:close/>
                  </a:path>
                </a:pathLst>
              </a:custGeom>
              <a:solidFill>
                <a:srgbClr val="7D92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8"/>
              <p:cNvSpPr/>
              <p:nvPr/>
            </p:nvSpPr>
            <p:spPr>
              <a:xfrm>
                <a:off x="1307775" y="14014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8"/>
              <p:cNvSpPr/>
              <p:nvPr/>
            </p:nvSpPr>
            <p:spPr>
              <a:xfrm>
                <a:off x="1250225" y="1200450"/>
                <a:ext cx="180150" cy="201000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8040" extrusionOk="0">
                    <a:moveTo>
                      <a:pt x="4604" y="0"/>
                    </a:moveTo>
                    <a:cubicBezTo>
                      <a:pt x="4504" y="0"/>
                      <a:pt x="4404" y="34"/>
                      <a:pt x="4304" y="67"/>
                    </a:cubicBezTo>
                    <a:lnTo>
                      <a:pt x="4170" y="100"/>
                    </a:lnTo>
                    <a:cubicBezTo>
                      <a:pt x="3970" y="167"/>
                      <a:pt x="3770" y="267"/>
                      <a:pt x="3570" y="334"/>
                    </a:cubicBezTo>
                    <a:cubicBezTo>
                      <a:pt x="2436" y="834"/>
                      <a:pt x="1535" y="1702"/>
                      <a:pt x="901" y="2769"/>
                    </a:cubicBezTo>
                    <a:lnTo>
                      <a:pt x="901" y="2802"/>
                    </a:lnTo>
                    <a:cubicBezTo>
                      <a:pt x="801" y="3002"/>
                      <a:pt x="668" y="3236"/>
                      <a:pt x="601" y="3436"/>
                    </a:cubicBezTo>
                    <a:lnTo>
                      <a:pt x="268" y="4103"/>
                    </a:lnTo>
                    <a:lnTo>
                      <a:pt x="334" y="4137"/>
                    </a:lnTo>
                    <a:cubicBezTo>
                      <a:pt x="334" y="4170"/>
                      <a:pt x="301" y="4237"/>
                      <a:pt x="301" y="4270"/>
                    </a:cubicBezTo>
                    <a:cubicBezTo>
                      <a:pt x="301" y="4303"/>
                      <a:pt x="301" y="4370"/>
                      <a:pt x="268" y="4403"/>
                    </a:cubicBezTo>
                    <a:lnTo>
                      <a:pt x="101" y="5271"/>
                    </a:lnTo>
                    <a:cubicBezTo>
                      <a:pt x="1" y="5638"/>
                      <a:pt x="34" y="6038"/>
                      <a:pt x="134" y="6438"/>
                    </a:cubicBezTo>
                    <a:cubicBezTo>
                      <a:pt x="168" y="6538"/>
                      <a:pt x="201" y="6605"/>
                      <a:pt x="234" y="6705"/>
                    </a:cubicBezTo>
                    <a:cubicBezTo>
                      <a:pt x="268" y="6738"/>
                      <a:pt x="268" y="6772"/>
                      <a:pt x="268" y="6805"/>
                    </a:cubicBezTo>
                    <a:lnTo>
                      <a:pt x="368" y="6939"/>
                    </a:lnTo>
                    <a:cubicBezTo>
                      <a:pt x="434" y="7072"/>
                      <a:pt x="535" y="7205"/>
                      <a:pt x="635" y="7306"/>
                    </a:cubicBezTo>
                    <a:cubicBezTo>
                      <a:pt x="601" y="7139"/>
                      <a:pt x="601" y="6939"/>
                      <a:pt x="635" y="6738"/>
                    </a:cubicBezTo>
                    <a:lnTo>
                      <a:pt x="801" y="6038"/>
                    </a:lnTo>
                    <a:cubicBezTo>
                      <a:pt x="1102" y="4637"/>
                      <a:pt x="2136" y="3503"/>
                      <a:pt x="3503" y="3069"/>
                    </a:cubicBezTo>
                    <a:cubicBezTo>
                      <a:pt x="3603" y="3036"/>
                      <a:pt x="3737" y="3002"/>
                      <a:pt x="3870" y="3002"/>
                    </a:cubicBezTo>
                    <a:cubicBezTo>
                      <a:pt x="4170" y="3002"/>
                      <a:pt x="4471" y="3136"/>
                      <a:pt x="4671" y="3336"/>
                    </a:cubicBezTo>
                    <a:cubicBezTo>
                      <a:pt x="4738" y="3403"/>
                      <a:pt x="4771" y="3436"/>
                      <a:pt x="4804" y="3503"/>
                    </a:cubicBezTo>
                    <a:cubicBezTo>
                      <a:pt x="4971" y="3736"/>
                      <a:pt x="5038" y="3970"/>
                      <a:pt x="5038" y="4237"/>
                    </a:cubicBezTo>
                    <a:cubicBezTo>
                      <a:pt x="5004" y="4303"/>
                      <a:pt x="5004" y="4370"/>
                      <a:pt x="5004" y="4437"/>
                    </a:cubicBezTo>
                    <a:lnTo>
                      <a:pt x="4838" y="5104"/>
                    </a:lnTo>
                    <a:cubicBezTo>
                      <a:pt x="4804" y="5271"/>
                      <a:pt x="4771" y="5438"/>
                      <a:pt x="4704" y="5571"/>
                    </a:cubicBezTo>
                    <a:cubicBezTo>
                      <a:pt x="4304" y="6705"/>
                      <a:pt x="3437" y="7606"/>
                      <a:pt x="2302" y="8039"/>
                    </a:cubicBezTo>
                    <a:lnTo>
                      <a:pt x="2436" y="8039"/>
                    </a:lnTo>
                    <a:cubicBezTo>
                      <a:pt x="2636" y="8006"/>
                      <a:pt x="2836" y="7973"/>
                      <a:pt x="3036" y="7939"/>
                    </a:cubicBezTo>
                    <a:cubicBezTo>
                      <a:pt x="4170" y="7572"/>
                      <a:pt x="5171" y="6872"/>
                      <a:pt x="5905" y="5971"/>
                    </a:cubicBezTo>
                    <a:lnTo>
                      <a:pt x="5972" y="5971"/>
                    </a:lnTo>
                    <a:lnTo>
                      <a:pt x="6072" y="5704"/>
                    </a:lnTo>
                    <a:cubicBezTo>
                      <a:pt x="6139" y="5638"/>
                      <a:pt x="6172" y="5571"/>
                      <a:pt x="6239" y="5504"/>
                    </a:cubicBezTo>
                    <a:cubicBezTo>
                      <a:pt x="6606" y="4904"/>
                      <a:pt x="6872" y="4270"/>
                      <a:pt x="7006" y="3603"/>
                    </a:cubicBezTo>
                    <a:lnTo>
                      <a:pt x="7206" y="2736"/>
                    </a:lnTo>
                    <a:cubicBezTo>
                      <a:pt x="7206" y="2736"/>
                      <a:pt x="7206" y="2702"/>
                      <a:pt x="7206" y="2702"/>
                    </a:cubicBezTo>
                    <a:cubicBezTo>
                      <a:pt x="7206" y="2636"/>
                      <a:pt x="7206" y="2602"/>
                      <a:pt x="7206" y="2569"/>
                    </a:cubicBezTo>
                    <a:cubicBezTo>
                      <a:pt x="7206" y="2535"/>
                      <a:pt x="7206" y="2535"/>
                      <a:pt x="7206" y="2502"/>
                    </a:cubicBezTo>
                    <a:cubicBezTo>
                      <a:pt x="7206" y="2502"/>
                      <a:pt x="7206" y="2469"/>
                      <a:pt x="7206" y="2469"/>
                    </a:cubicBezTo>
                    <a:lnTo>
                      <a:pt x="7206" y="2302"/>
                    </a:lnTo>
                    <a:cubicBezTo>
                      <a:pt x="7206" y="1935"/>
                      <a:pt x="7139" y="1568"/>
                      <a:pt x="6972" y="1268"/>
                    </a:cubicBezTo>
                    <a:cubicBezTo>
                      <a:pt x="6706" y="734"/>
                      <a:pt x="6205" y="301"/>
                      <a:pt x="5638" y="134"/>
                    </a:cubicBezTo>
                    <a:cubicBezTo>
                      <a:pt x="5538" y="100"/>
                      <a:pt x="5438" y="67"/>
                      <a:pt x="5338" y="67"/>
                    </a:cubicBezTo>
                    <a:cubicBezTo>
                      <a:pt x="5205" y="34"/>
                      <a:pt x="5038" y="0"/>
                      <a:pt x="49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8"/>
              <p:cNvSpPr/>
              <p:nvPr/>
            </p:nvSpPr>
            <p:spPr>
              <a:xfrm>
                <a:off x="1225675" y="1242150"/>
                <a:ext cx="183875" cy="201275"/>
              </a:xfrm>
              <a:custGeom>
                <a:avLst/>
                <a:gdLst/>
                <a:ahLst/>
                <a:cxnLst/>
                <a:rect l="l" t="t" r="r" b="b"/>
                <a:pathLst>
                  <a:path w="7355" h="8051" extrusionOk="0">
                    <a:moveTo>
                      <a:pt x="4852" y="1368"/>
                    </a:moveTo>
                    <a:cubicBezTo>
                      <a:pt x="5186" y="1368"/>
                      <a:pt x="5453" y="1468"/>
                      <a:pt x="5686" y="1701"/>
                    </a:cubicBezTo>
                    <a:cubicBezTo>
                      <a:pt x="5720" y="1735"/>
                      <a:pt x="5786" y="1801"/>
                      <a:pt x="5820" y="1868"/>
                    </a:cubicBezTo>
                    <a:cubicBezTo>
                      <a:pt x="5986" y="2068"/>
                      <a:pt x="6053" y="2335"/>
                      <a:pt x="6020" y="2602"/>
                    </a:cubicBezTo>
                    <a:cubicBezTo>
                      <a:pt x="6020" y="2635"/>
                      <a:pt x="6020" y="2702"/>
                      <a:pt x="6020" y="2769"/>
                    </a:cubicBezTo>
                    <a:lnTo>
                      <a:pt x="5853" y="3469"/>
                    </a:lnTo>
                    <a:cubicBezTo>
                      <a:pt x="5820" y="3636"/>
                      <a:pt x="5786" y="3770"/>
                      <a:pt x="5720" y="3936"/>
                    </a:cubicBezTo>
                    <a:cubicBezTo>
                      <a:pt x="5319" y="5070"/>
                      <a:pt x="4419" y="5971"/>
                      <a:pt x="3318" y="6371"/>
                    </a:cubicBezTo>
                    <a:lnTo>
                      <a:pt x="3284" y="6405"/>
                    </a:lnTo>
                    <a:cubicBezTo>
                      <a:pt x="3251" y="6405"/>
                      <a:pt x="3184" y="6438"/>
                      <a:pt x="3151" y="6438"/>
                    </a:cubicBezTo>
                    <a:cubicBezTo>
                      <a:pt x="3027" y="6477"/>
                      <a:pt x="2901" y="6496"/>
                      <a:pt x="2778" y="6496"/>
                    </a:cubicBezTo>
                    <a:cubicBezTo>
                      <a:pt x="2274" y="6496"/>
                      <a:pt x="1811" y="6181"/>
                      <a:pt x="1650" y="5671"/>
                    </a:cubicBezTo>
                    <a:cubicBezTo>
                      <a:pt x="1617" y="5471"/>
                      <a:pt x="1617" y="5271"/>
                      <a:pt x="1650" y="5104"/>
                    </a:cubicBezTo>
                    <a:lnTo>
                      <a:pt x="1817" y="4403"/>
                    </a:lnTo>
                    <a:cubicBezTo>
                      <a:pt x="2117" y="3002"/>
                      <a:pt x="3151" y="1868"/>
                      <a:pt x="4485" y="1401"/>
                    </a:cubicBezTo>
                    <a:cubicBezTo>
                      <a:pt x="4619" y="1368"/>
                      <a:pt x="4752" y="1368"/>
                      <a:pt x="4852" y="1368"/>
                    </a:cubicBezTo>
                    <a:close/>
                    <a:moveTo>
                      <a:pt x="4886" y="0"/>
                    </a:moveTo>
                    <a:cubicBezTo>
                      <a:pt x="4719" y="34"/>
                      <a:pt x="4585" y="67"/>
                      <a:pt x="4419" y="100"/>
                    </a:cubicBezTo>
                    <a:cubicBezTo>
                      <a:pt x="3118" y="534"/>
                      <a:pt x="2017" y="1401"/>
                      <a:pt x="1283" y="2535"/>
                    </a:cubicBezTo>
                    <a:cubicBezTo>
                      <a:pt x="916" y="3102"/>
                      <a:pt x="683" y="3736"/>
                      <a:pt x="516" y="4403"/>
                    </a:cubicBezTo>
                    <a:lnTo>
                      <a:pt x="316" y="5271"/>
                    </a:lnTo>
                    <a:cubicBezTo>
                      <a:pt x="1" y="6759"/>
                      <a:pt x="1159" y="8050"/>
                      <a:pt x="2569" y="8050"/>
                    </a:cubicBezTo>
                    <a:cubicBezTo>
                      <a:pt x="2802" y="8050"/>
                      <a:pt x="3043" y="8015"/>
                      <a:pt x="3284" y="7939"/>
                    </a:cubicBezTo>
                    <a:cubicBezTo>
                      <a:pt x="4485" y="7472"/>
                      <a:pt x="5553" y="6638"/>
                      <a:pt x="6253" y="5571"/>
                    </a:cubicBezTo>
                    <a:cubicBezTo>
                      <a:pt x="6287" y="5471"/>
                      <a:pt x="6320" y="5404"/>
                      <a:pt x="6387" y="5337"/>
                    </a:cubicBezTo>
                    <a:lnTo>
                      <a:pt x="6420" y="5271"/>
                    </a:lnTo>
                    <a:cubicBezTo>
                      <a:pt x="6453" y="5204"/>
                      <a:pt x="6487" y="5171"/>
                      <a:pt x="6520" y="5137"/>
                    </a:cubicBezTo>
                    <a:cubicBezTo>
                      <a:pt x="6520" y="5104"/>
                      <a:pt x="6553" y="5070"/>
                      <a:pt x="6553" y="5037"/>
                    </a:cubicBezTo>
                    <a:lnTo>
                      <a:pt x="6620" y="4904"/>
                    </a:lnTo>
                    <a:cubicBezTo>
                      <a:pt x="6654" y="4837"/>
                      <a:pt x="6687" y="4770"/>
                      <a:pt x="6720" y="4704"/>
                    </a:cubicBezTo>
                    <a:cubicBezTo>
                      <a:pt x="6754" y="4637"/>
                      <a:pt x="6787" y="4537"/>
                      <a:pt x="6820" y="4470"/>
                    </a:cubicBezTo>
                    <a:cubicBezTo>
                      <a:pt x="6854" y="4437"/>
                      <a:pt x="6854" y="4403"/>
                      <a:pt x="6854" y="4370"/>
                    </a:cubicBezTo>
                    <a:cubicBezTo>
                      <a:pt x="6887" y="4270"/>
                      <a:pt x="6920" y="4170"/>
                      <a:pt x="6954" y="4070"/>
                    </a:cubicBezTo>
                    <a:cubicBezTo>
                      <a:pt x="7020" y="3903"/>
                      <a:pt x="7054" y="3736"/>
                      <a:pt x="7121" y="3536"/>
                    </a:cubicBezTo>
                    <a:lnTo>
                      <a:pt x="7287" y="2669"/>
                    </a:lnTo>
                    <a:cubicBezTo>
                      <a:pt x="7321" y="2535"/>
                      <a:pt x="7354" y="2402"/>
                      <a:pt x="7354" y="2268"/>
                    </a:cubicBezTo>
                    <a:cubicBezTo>
                      <a:pt x="7354" y="2235"/>
                      <a:pt x="7354" y="2202"/>
                      <a:pt x="7354" y="2168"/>
                    </a:cubicBezTo>
                    <a:lnTo>
                      <a:pt x="7354" y="2102"/>
                    </a:lnTo>
                    <a:cubicBezTo>
                      <a:pt x="7354" y="2102"/>
                      <a:pt x="7354" y="2068"/>
                      <a:pt x="7354" y="2035"/>
                    </a:cubicBezTo>
                    <a:lnTo>
                      <a:pt x="7354" y="1935"/>
                    </a:lnTo>
                    <a:cubicBezTo>
                      <a:pt x="7354" y="1935"/>
                      <a:pt x="7354" y="1902"/>
                      <a:pt x="7354" y="1902"/>
                    </a:cubicBezTo>
                    <a:cubicBezTo>
                      <a:pt x="7354" y="1868"/>
                      <a:pt x="7354" y="1801"/>
                      <a:pt x="7321" y="1768"/>
                    </a:cubicBezTo>
                    <a:cubicBezTo>
                      <a:pt x="7321" y="1735"/>
                      <a:pt x="7287" y="1601"/>
                      <a:pt x="7287" y="1535"/>
                    </a:cubicBezTo>
                    <a:cubicBezTo>
                      <a:pt x="7254" y="1501"/>
                      <a:pt x="7254" y="1468"/>
                      <a:pt x="7221" y="1435"/>
                    </a:cubicBezTo>
                    <a:cubicBezTo>
                      <a:pt x="7221" y="1368"/>
                      <a:pt x="7187" y="1301"/>
                      <a:pt x="7154" y="1234"/>
                    </a:cubicBezTo>
                    <a:cubicBezTo>
                      <a:pt x="7154" y="1201"/>
                      <a:pt x="7121" y="1168"/>
                      <a:pt x="7121" y="1168"/>
                    </a:cubicBezTo>
                    <a:lnTo>
                      <a:pt x="7121" y="1101"/>
                    </a:lnTo>
                    <a:cubicBezTo>
                      <a:pt x="7121" y="1101"/>
                      <a:pt x="7020" y="1001"/>
                      <a:pt x="6987" y="934"/>
                    </a:cubicBezTo>
                    <a:cubicBezTo>
                      <a:pt x="6887" y="801"/>
                      <a:pt x="6787" y="667"/>
                      <a:pt x="6654" y="534"/>
                    </a:cubicBezTo>
                    <a:cubicBezTo>
                      <a:pt x="6587" y="467"/>
                      <a:pt x="6520" y="434"/>
                      <a:pt x="6453" y="367"/>
                    </a:cubicBezTo>
                    <a:lnTo>
                      <a:pt x="6320" y="300"/>
                    </a:lnTo>
                    <a:lnTo>
                      <a:pt x="6220" y="234"/>
                    </a:lnTo>
                    <a:cubicBezTo>
                      <a:pt x="6187" y="234"/>
                      <a:pt x="6187" y="200"/>
                      <a:pt x="6153" y="200"/>
                    </a:cubicBezTo>
                    <a:cubicBezTo>
                      <a:pt x="6120" y="200"/>
                      <a:pt x="6086" y="167"/>
                      <a:pt x="6053" y="167"/>
                    </a:cubicBezTo>
                    <a:lnTo>
                      <a:pt x="5953" y="134"/>
                    </a:lnTo>
                    <a:cubicBezTo>
                      <a:pt x="5886" y="100"/>
                      <a:pt x="5786" y="67"/>
                      <a:pt x="5720" y="34"/>
                    </a:cubicBezTo>
                    <a:cubicBezTo>
                      <a:pt x="5653" y="34"/>
                      <a:pt x="5586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8"/>
              <p:cNvSpPr/>
              <p:nvPr/>
            </p:nvSpPr>
            <p:spPr>
              <a:xfrm>
                <a:off x="1266900" y="138307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68" y="67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8"/>
              <p:cNvSpPr/>
              <p:nvPr/>
            </p:nvSpPr>
            <p:spPr>
              <a:xfrm>
                <a:off x="1307775" y="14014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8"/>
              <p:cNvSpPr/>
              <p:nvPr/>
            </p:nvSpPr>
            <p:spPr>
              <a:xfrm>
                <a:off x="1272750" y="267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1263575" y="308975"/>
                <a:ext cx="85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34" h="68" extrusionOk="0">
                    <a:moveTo>
                      <a:pt x="34" y="0"/>
                    </a:moveTo>
                    <a:lnTo>
                      <a:pt x="1" y="67"/>
                    </a:lnTo>
                    <a:lnTo>
                      <a:pt x="1" y="67"/>
                    </a:ln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8"/>
              <p:cNvSpPr/>
              <p:nvPr/>
            </p:nvSpPr>
            <p:spPr>
              <a:xfrm>
                <a:off x="1272750" y="267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8"/>
              <p:cNvSpPr/>
              <p:nvPr/>
            </p:nvSpPr>
            <p:spPr>
              <a:xfrm>
                <a:off x="943350" y="-32925"/>
                <a:ext cx="140950" cy="678825"/>
              </a:xfrm>
              <a:custGeom>
                <a:avLst/>
                <a:gdLst/>
                <a:ahLst/>
                <a:cxnLst/>
                <a:rect l="l" t="t" r="r" b="b"/>
                <a:pathLst>
                  <a:path w="5638" h="27153" extrusionOk="0">
                    <a:moveTo>
                      <a:pt x="4137" y="0"/>
                    </a:moveTo>
                    <a:lnTo>
                      <a:pt x="0" y="26919"/>
                    </a:lnTo>
                    <a:lnTo>
                      <a:pt x="1501" y="27153"/>
                    </a:lnTo>
                    <a:lnTo>
                      <a:pt x="5638" y="234"/>
                    </a:lnTo>
                    <a:lnTo>
                      <a:pt x="41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8"/>
              <p:cNvSpPr/>
              <p:nvPr/>
            </p:nvSpPr>
            <p:spPr>
              <a:xfrm>
                <a:off x="969200" y="-28775"/>
                <a:ext cx="140125" cy="678025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27121" extrusionOk="0">
                    <a:moveTo>
                      <a:pt x="4103" y="1"/>
                    </a:moveTo>
                    <a:lnTo>
                      <a:pt x="0" y="26887"/>
                    </a:lnTo>
                    <a:lnTo>
                      <a:pt x="1502" y="27120"/>
                    </a:lnTo>
                    <a:lnTo>
                      <a:pt x="5604" y="201"/>
                    </a:lnTo>
                    <a:lnTo>
                      <a:pt x="41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8"/>
              <p:cNvSpPr/>
              <p:nvPr/>
            </p:nvSpPr>
            <p:spPr>
              <a:xfrm>
                <a:off x="695675" y="-71300"/>
                <a:ext cx="140950" cy="678850"/>
              </a:xfrm>
              <a:custGeom>
                <a:avLst/>
                <a:gdLst/>
                <a:ahLst/>
                <a:cxnLst/>
                <a:rect l="l" t="t" r="r" b="b"/>
                <a:pathLst>
                  <a:path w="5638" h="27154" extrusionOk="0">
                    <a:moveTo>
                      <a:pt x="4137" y="1"/>
                    </a:moveTo>
                    <a:lnTo>
                      <a:pt x="0" y="26920"/>
                    </a:lnTo>
                    <a:lnTo>
                      <a:pt x="1501" y="27153"/>
                    </a:lnTo>
                    <a:lnTo>
                      <a:pt x="5638" y="234"/>
                    </a:lnTo>
                    <a:lnTo>
                      <a:pt x="413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8"/>
              <p:cNvSpPr/>
              <p:nvPr/>
            </p:nvSpPr>
            <p:spPr>
              <a:xfrm>
                <a:off x="772400" y="-59625"/>
                <a:ext cx="140125" cy="678850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27154" extrusionOk="0">
                    <a:moveTo>
                      <a:pt x="4103" y="1"/>
                    </a:moveTo>
                    <a:lnTo>
                      <a:pt x="0" y="26920"/>
                    </a:lnTo>
                    <a:lnTo>
                      <a:pt x="1468" y="27153"/>
                    </a:lnTo>
                    <a:lnTo>
                      <a:pt x="5604" y="234"/>
                    </a:lnTo>
                    <a:lnTo>
                      <a:pt x="410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18"/>
              <p:cNvSpPr/>
              <p:nvPr/>
            </p:nvSpPr>
            <p:spPr>
              <a:xfrm>
                <a:off x="855775" y="-46275"/>
                <a:ext cx="140975" cy="678850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27154" extrusionOk="0">
                    <a:moveTo>
                      <a:pt x="4137" y="0"/>
                    </a:moveTo>
                    <a:lnTo>
                      <a:pt x="1" y="26920"/>
                    </a:lnTo>
                    <a:lnTo>
                      <a:pt x="1502" y="27153"/>
                    </a:lnTo>
                    <a:lnTo>
                      <a:pt x="5638" y="234"/>
                    </a:lnTo>
                    <a:lnTo>
                      <a:pt x="41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18"/>
              <p:cNvSpPr/>
              <p:nvPr/>
            </p:nvSpPr>
            <p:spPr>
              <a:xfrm>
                <a:off x="727350" y="-67125"/>
                <a:ext cx="139300" cy="679675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27187" extrusionOk="0">
                    <a:moveTo>
                      <a:pt x="4070" y="0"/>
                    </a:moveTo>
                    <a:lnTo>
                      <a:pt x="1" y="26986"/>
                    </a:lnTo>
                    <a:lnTo>
                      <a:pt x="1502" y="27186"/>
                    </a:lnTo>
                    <a:lnTo>
                      <a:pt x="5572" y="234"/>
                    </a:lnTo>
                    <a:lnTo>
                      <a:pt x="40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8"/>
              <p:cNvSpPr/>
              <p:nvPr/>
            </p:nvSpPr>
            <p:spPr>
              <a:xfrm>
                <a:off x="803250" y="-55450"/>
                <a:ext cx="139300" cy="679675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27187" extrusionOk="0">
                    <a:moveTo>
                      <a:pt x="4070" y="0"/>
                    </a:moveTo>
                    <a:lnTo>
                      <a:pt x="0" y="26953"/>
                    </a:lnTo>
                    <a:lnTo>
                      <a:pt x="1501" y="27186"/>
                    </a:lnTo>
                    <a:lnTo>
                      <a:pt x="5571" y="234"/>
                    </a:lnTo>
                    <a:lnTo>
                      <a:pt x="40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8"/>
              <p:cNvSpPr/>
              <p:nvPr/>
            </p:nvSpPr>
            <p:spPr>
              <a:xfrm>
                <a:off x="881625" y="-42100"/>
                <a:ext cx="140125" cy="678000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27120" extrusionOk="0">
                    <a:moveTo>
                      <a:pt x="4104" y="0"/>
                    </a:moveTo>
                    <a:lnTo>
                      <a:pt x="1" y="26886"/>
                    </a:lnTo>
                    <a:lnTo>
                      <a:pt x="1502" y="27119"/>
                    </a:lnTo>
                    <a:lnTo>
                      <a:pt x="5605" y="200"/>
                    </a:lnTo>
                    <a:lnTo>
                      <a:pt x="410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8"/>
              <p:cNvSpPr/>
              <p:nvPr/>
            </p:nvSpPr>
            <p:spPr>
              <a:xfrm>
                <a:off x="799075" y="1368300"/>
                <a:ext cx="370300" cy="411750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16470" extrusionOk="0">
                    <a:moveTo>
                      <a:pt x="6443" y="1"/>
                    </a:moveTo>
                    <a:cubicBezTo>
                      <a:pt x="5255" y="1"/>
                      <a:pt x="3995" y="437"/>
                      <a:pt x="2703" y="1425"/>
                    </a:cubicBezTo>
                    <a:cubicBezTo>
                      <a:pt x="668" y="3027"/>
                      <a:pt x="1" y="4895"/>
                      <a:pt x="301" y="6763"/>
                    </a:cubicBezTo>
                    <a:cubicBezTo>
                      <a:pt x="1035" y="11466"/>
                      <a:pt x="7840" y="16136"/>
                      <a:pt x="14311" y="16470"/>
                    </a:cubicBezTo>
                    <a:cubicBezTo>
                      <a:pt x="14811" y="13834"/>
                      <a:pt x="14711" y="11099"/>
                      <a:pt x="14044" y="8497"/>
                    </a:cubicBezTo>
                    <a:cubicBezTo>
                      <a:pt x="14044" y="8497"/>
                      <a:pt x="14044" y="8464"/>
                      <a:pt x="14044" y="8431"/>
                    </a:cubicBezTo>
                    <a:cubicBezTo>
                      <a:pt x="12823" y="3797"/>
                      <a:pt x="9947" y="1"/>
                      <a:pt x="64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8"/>
              <p:cNvSpPr/>
              <p:nvPr/>
            </p:nvSpPr>
            <p:spPr>
              <a:xfrm>
                <a:off x="775725" y="1285500"/>
                <a:ext cx="286075" cy="371125"/>
              </a:xfrm>
              <a:custGeom>
                <a:avLst/>
                <a:gdLst/>
                <a:ahLst/>
                <a:cxnLst/>
                <a:rect l="l" t="t" r="r" b="b"/>
                <a:pathLst>
                  <a:path w="11443" h="14845" fill="none" extrusionOk="0">
                    <a:moveTo>
                      <a:pt x="11442" y="14845"/>
                    </a:moveTo>
                    <a:lnTo>
                      <a:pt x="1" y="1"/>
                    </a:lnTo>
                  </a:path>
                </a:pathLst>
              </a:custGeom>
              <a:noFill/>
              <a:ln w="2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8"/>
              <p:cNvSpPr/>
              <p:nvPr/>
            </p:nvSpPr>
            <p:spPr>
              <a:xfrm>
                <a:off x="913325" y="1462300"/>
                <a:ext cx="171825" cy="95925"/>
              </a:xfrm>
              <a:custGeom>
                <a:avLst/>
                <a:gdLst/>
                <a:ahLst/>
                <a:cxnLst/>
                <a:rect l="l" t="t" r="r" b="b"/>
                <a:pathLst>
                  <a:path w="6873" h="3837" fill="none" extrusionOk="0">
                    <a:moveTo>
                      <a:pt x="6872" y="3837"/>
                    </a:moveTo>
                    <a:lnTo>
                      <a:pt x="2769" y="3670"/>
                    </a:lnTo>
                    <a:lnTo>
                      <a:pt x="1" y="67"/>
                    </a:lnTo>
                    <a:lnTo>
                      <a:pt x="5271" y="0"/>
                    </a:lnTo>
                  </a:path>
                </a:pathLst>
              </a:custGeom>
              <a:noFill/>
              <a:ln w="2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8"/>
              <p:cNvSpPr/>
              <p:nvPr/>
            </p:nvSpPr>
            <p:spPr>
              <a:xfrm>
                <a:off x="877475" y="1463975"/>
                <a:ext cx="105100" cy="190150"/>
              </a:xfrm>
              <a:custGeom>
                <a:avLst/>
                <a:gdLst/>
                <a:ahLst/>
                <a:cxnLst/>
                <a:rect l="l" t="t" r="r" b="b"/>
                <a:pathLst>
                  <a:path w="4204" h="7606" fill="none" extrusionOk="0">
                    <a:moveTo>
                      <a:pt x="3336" y="7606"/>
                    </a:moveTo>
                    <a:lnTo>
                      <a:pt x="4203" y="3603"/>
                    </a:lnTo>
                    <a:lnTo>
                      <a:pt x="1435" y="0"/>
                    </a:lnTo>
                    <a:lnTo>
                      <a:pt x="0" y="5104"/>
                    </a:lnTo>
                  </a:path>
                </a:pathLst>
              </a:custGeom>
              <a:noFill/>
              <a:ln w="2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8"/>
              <p:cNvSpPr/>
              <p:nvPr/>
            </p:nvSpPr>
            <p:spPr>
              <a:xfrm>
                <a:off x="889150" y="1199450"/>
                <a:ext cx="382800" cy="242275"/>
              </a:xfrm>
              <a:custGeom>
                <a:avLst/>
                <a:gdLst/>
                <a:ahLst/>
                <a:cxnLst/>
                <a:rect l="l" t="t" r="r" b="b"/>
                <a:pathLst>
                  <a:path w="15312" h="9691" extrusionOk="0">
                    <a:moveTo>
                      <a:pt x="4969" y="0"/>
                    </a:moveTo>
                    <a:cubicBezTo>
                      <a:pt x="2555" y="0"/>
                      <a:pt x="634" y="1222"/>
                      <a:pt x="267" y="4177"/>
                    </a:cubicBezTo>
                    <a:cubicBezTo>
                      <a:pt x="0" y="6245"/>
                      <a:pt x="667" y="7679"/>
                      <a:pt x="1902" y="8580"/>
                    </a:cubicBezTo>
                    <a:cubicBezTo>
                      <a:pt x="2955" y="9335"/>
                      <a:pt x="4412" y="9690"/>
                      <a:pt x="6028" y="9690"/>
                    </a:cubicBezTo>
                    <a:cubicBezTo>
                      <a:pt x="9120" y="9690"/>
                      <a:pt x="12791" y="8390"/>
                      <a:pt x="15311" y="6111"/>
                    </a:cubicBezTo>
                    <a:cubicBezTo>
                      <a:pt x="14110" y="4343"/>
                      <a:pt x="12509" y="2842"/>
                      <a:pt x="10641" y="1775"/>
                    </a:cubicBezTo>
                    <a:lnTo>
                      <a:pt x="10608" y="1742"/>
                    </a:lnTo>
                    <a:cubicBezTo>
                      <a:pt x="8740" y="646"/>
                      <a:pt x="6724" y="0"/>
                      <a:pt x="49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8"/>
              <p:cNvSpPr/>
              <p:nvPr/>
            </p:nvSpPr>
            <p:spPr>
              <a:xfrm>
                <a:off x="776550" y="1288000"/>
                <a:ext cx="371975" cy="48400"/>
              </a:xfrm>
              <a:custGeom>
                <a:avLst/>
                <a:gdLst/>
                <a:ahLst/>
                <a:cxnLst/>
                <a:rect l="l" t="t" r="r" b="b"/>
                <a:pathLst>
                  <a:path w="14879" h="1936" fill="none" extrusionOk="0">
                    <a:moveTo>
                      <a:pt x="14878" y="1936"/>
                    </a:moveTo>
                    <a:lnTo>
                      <a:pt x="1" y="1"/>
                    </a:lnTo>
                  </a:path>
                </a:pathLst>
              </a:custGeom>
              <a:noFill/>
              <a:ln w="2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18"/>
              <p:cNvSpPr/>
              <p:nvPr/>
            </p:nvSpPr>
            <p:spPr>
              <a:xfrm>
                <a:off x="955025" y="1235475"/>
                <a:ext cx="150125" cy="87575"/>
              </a:xfrm>
              <a:custGeom>
                <a:avLst/>
                <a:gdLst/>
                <a:ahLst/>
                <a:cxnLst/>
                <a:rect l="l" t="t" r="r" b="b"/>
                <a:pathLst>
                  <a:path w="6005" h="3503" fill="none" extrusionOk="0">
                    <a:moveTo>
                      <a:pt x="6005" y="1268"/>
                    </a:moveTo>
                    <a:lnTo>
                      <a:pt x="3603" y="3503"/>
                    </a:lnTo>
                    <a:lnTo>
                      <a:pt x="0" y="3036"/>
                    </a:lnTo>
                    <a:lnTo>
                      <a:pt x="2969" y="0"/>
                    </a:lnTo>
                  </a:path>
                </a:pathLst>
              </a:custGeom>
              <a:noFill/>
              <a:ln w="2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8"/>
              <p:cNvSpPr/>
              <p:nvPr/>
            </p:nvSpPr>
            <p:spPr>
              <a:xfrm>
                <a:off x="955025" y="1311350"/>
                <a:ext cx="134275" cy="91775"/>
              </a:xfrm>
              <a:custGeom>
                <a:avLst/>
                <a:gdLst/>
                <a:ahLst/>
                <a:cxnLst/>
                <a:rect l="l" t="t" r="r" b="b"/>
                <a:pathLst>
                  <a:path w="5371" h="3671" fill="none" extrusionOk="0">
                    <a:moveTo>
                      <a:pt x="5371" y="3236"/>
                    </a:moveTo>
                    <a:lnTo>
                      <a:pt x="3603" y="468"/>
                    </a:lnTo>
                    <a:lnTo>
                      <a:pt x="0" y="1"/>
                    </a:lnTo>
                    <a:lnTo>
                      <a:pt x="2102" y="3670"/>
                    </a:lnTo>
                  </a:path>
                </a:pathLst>
              </a:custGeom>
              <a:noFill/>
              <a:ln w="2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8"/>
              <p:cNvSpPr/>
              <p:nvPr/>
            </p:nvSpPr>
            <p:spPr>
              <a:xfrm>
                <a:off x="597275" y="1405800"/>
                <a:ext cx="292725" cy="377600"/>
              </a:xfrm>
              <a:custGeom>
                <a:avLst/>
                <a:gdLst/>
                <a:ahLst/>
                <a:cxnLst/>
                <a:rect l="l" t="t" r="r" b="b"/>
                <a:pathLst>
                  <a:path w="11709" h="15104" extrusionOk="0">
                    <a:moveTo>
                      <a:pt x="5766" y="1"/>
                    </a:moveTo>
                    <a:cubicBezTo>
                      <a:pt x="4160" y="1"/>
                      <a:pt x="3003" y="641"/>
                      <a:pt x="2235" y="1693"/>
                    </a:cubicBezTo>
                    <a:cubicBezTo>
                      <a:pt x="0" y="4762"/>
                      <a:pt x="1201" y="11267"/>
                      <a:pt x="4670" y="15103"/>
                    </a:cubicBezTo>
                    <a:cubicBezTo>
                      <a:pt x="6471" y="13902"/>
                      <a:pt x="7939" y="12301"/>
                      <a:pt x="9040" y="10466"/>
                    </a:cubicBezTo>
                    <a:cubicBezTo>
                      <a:pt x="9040" y="10433"/>
                      <a:pt x="9040" y="10433"/>
                      <a:pt x="9040" y="10400"/>
                    </a:cubicBezTo>
                    <a:cubicBezTo>
                      <a:pt x="11675" y="5963"/>
                      <a:pt x="11709" y="726"/>
                      <a:pt x="6638" y="59"/>
                    </a:cubicBezTo>
                    <a:cubicBezTo>
                      <a:pt x="6334" y="20"/>
                      <a:pt x="6043" y="1"/>
                      <a:pt x="576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18"/>
              <p:cNvSpPr/>
              <p:nvPr/>
            </p:nvSpPr>
            <p:spPr>
              <a:xfrm>
                <a:off x="743200" y="1466475"/>
                <a:ext cx="87600" cy="150950"/>
              </a:xfrm>
              <a:custGeom>
                <a:avLst/>
                <a:gdLst/>
                <a:ahLst/>
                <a:cxnLst/>
                <a:rect l="l" t="t" r="r" b="b"/>
                <a:pathLst>
                  <a:path w="3504" h="6038" fill="none" extrusionOk="0">
                    <a:moveTo>
                      <a:pt x="2202" y="6038"/>
                    </a:moveTo>
                    <a:lnTo>
                      <a:pt x="1" y="3636"/>
                    </a:lnTo>
                    <a:lnTo>
                      <a:pt x="468" y="0"/>
                    </a:lnTo>
                    <a:lnTo>
                      <a:pt x="3503" y="2969"/>
                    </a:lnTo>
                  </a:path>
                </a:pathLst>
              </a:custGeom>
              <a:noFill/>
              <a:ln w="2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18"/>
              <p:cNvSpPr/>
              <p:nvPr/>
            </p:nvSpPr>
            <p:spPr>
              <a:xfrm>
                <a:off x="662325" y="1466475"/>
                <a:ext cx="92575" cy="134275"/>
              </a:xfrm>
              <a:custGeom>
                <a:avLst/>
                <a:gdLst/>
                <a:ahLst/>
                <a:cxnLst/>
                <a:rect l="l" t="t" r="r" b="b"/>
                <a:pathLst>
                  <a:path w="3703" h="5371" fill="none" extrusionOk="0">
                    <a:moveTo>
                      <a:pt x="467" y="5371"/>
                    </a:moveTo>
                    <a:lnTo>
                      <a:pt x="3236" y="3636"/>
                    </a:lnTo>
                    <a:lnTo>
                      <a:pt x="3703" y="0"/>
                    </a:lnTo>
                    <a:lnTo>
                      <a:pt x="0" y="2102"/>
                    </a:lnTo>
                  </a:path>
                </a:pathLst>
              </a:custGeom>
              <a:noFill/>
              <a:ln w="2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8"/>
              <p:cNvSpPr/>
              <p:nvPr/>
            </p:nvSpPr>
            <p:spPr>
              <a:xfrm>
                <a:off x="729850" y="1288850"/>
                <a:ext cx="47575" cy="37112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14845" fill="none" extrusionOk="0">
                    <a:moveTo>
                      <a:pt x="1" y="14844"/>
                    </a:moveTo>
                    <a:lnTo>
                      <a:pt x="1902" y="0"/>
                    </a:lnTo>
                  </a:path>
                </a:pathLst>
              </a:custGeom>
              <a:noFill/>
              <a:ln w="2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8"/>
              <p:cNvSpPr/>
              <p:nvPr/>
            </p:nvSpPr>
            <p:spPr>
              <a:xfrm>
                <a:off x="562250" y="92150"/>
                <a:ext cx="582925" cy="1521950"/>
              </a:xfrm>
              <a:custGeom>
                <a:avLst/>
                <a:gdLst/>
                <a:ahLst/>
                <a:cxnLst/>
                <a:rect l="l" t="t" r="r" b="b"/>
                <a:pathLst>
                  <a:path w="23317" h="60878" extrusionOk="0">
                    <a:moveTo>
                      <a:pt x="0" y="1"/>
                    </a:moveTo>
                    <a:lnTo>
                      <a:pt x="0" y="60878"/>
                    </a:lnTo>
                    <a:cubicBezTo>
                      <a:pt x="13743" y="57141"/>
                      <a:pt x="23317" y="44666"/>
                      <a:pt x="23317" y="30422"/>
                    </a:cubicBezTo>
                    <a:cubicBezTo>
                      <a:pt x="23317" y="16179"/>
                      <a:pt x="13743" y="3703"/>
                      <a:pt x="0" y="1"/>
                    </a:cubicBezTo>
                    <a:close/>
                  </a:path>
                </a:pathLst>
              </a:custGeom>
              <a:solidFill>
                <a:srgbClr val="E9AD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18"/>
              <p:cNvSpPr/>
              <p:nvPr/>
            </p:nvSpPr>
            <p:spPr>
              <a:xfrm>
                <a:off x="562250" y="92150"/>
                <a:ext cx="582925" cy="1521950"/>
              </a:xfrm>
              <a:custGeom>
                <a:avLst/>
                <a:gdLst/>
                <a:ahLst/>
                <a:cxnLst/>
                <a:rect l="l" t="t" r="r" b="b"/>
                <a:pathLst>
                  <a:path w="23317" h="60878" extrusionOk="0">
                    <a:moveTo>
                      <a:pt x="0" y="1"/>
                    </a:moveTo>
                    <a:lnTo>
                      <a:pt x="0" y="60878"/>
                    </a:lnTo>
                    <a:cubicBezTo>
                      <a:pt x="13743" y="57141"/>
                      <a:pt x="23317" y="44666"/>
                      <a:pt x="23317" y="30422"/>
                    </a:cubicBezTo>
                    <a:cubicBezTo>
                      <a:pt x="23317" y="16179"/>
                      <a:pt x="13743" y="3703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8"/>
              <p:cNvSpPr/>
              <p:nvPr/>
            </p:nvSpPr>
            <p:spPr>
              <a:xfrm>
                <a:off x="562250" y="286450"/>
                <a:ext cx="382800" cy="1158350"/>
              </a:xfrm>
              <a:custGeom>
                <a:avLst/>
                <a:gdLst/>
                <a:ahLst/>
                <a:cxnLst/>
                <a:rect l="l" t="t" r="r" b="b"/>
                <a:pathLst>
                  <a:path w="15312" h="46334" extrusionOk="0">
                    <a:moveTo>
                      <a:pt x="0" y="1"/>
                    </a:moveTo>
                    <a:lnTo>
                      <a:pt x="0" y="46334"/>
                    </a:lnTo>
                    <a:cubicBezTo>
                      <a:pt x="3269" y="44933"/>
                      <a:pt x="6205" y="42865"/>
                      <a:pt x="8640" y="40230"/>
                    </a:cubicBezTo>
                    <a:cubicBezTo>
                      <a:pt x="12943" y="35593"/>
                      <a:pt x="15311" y="29489"/>
                      <a:pt x="15311" y="23184"/>
                    </a:cubicBezTo>
                    <a:cubicBezTo>
                      <a:pt x="15311" y="16846"/>
                      <a:pt x="12943" y="10742"/>
                      <a:pt x="8640" y="6105"/>
                    </a:cubicBezTo>
                    <a:cubicBezTo>
                      <a:pt x="7839" y="5205"/>
                      <a:pt x="6938" y="4371"/>
                      <a:pt x="6004" y="3603"/>
                    </a:cubicBezTo>
                    <a:cubicBezTo>
                      <a:pt x="5037" y="2836"/>
                      <a:pt x="4036" y="2136"/>
                      <a:pt x="3002" y="1535"/>
                    </a:cubicBezTo>
                    <a:cubicBezTo>
                      <a:pt x="2035" y="968"/>
                      <a:pt x="1034" y="434"/>
                      <a:pt x="0" y="1"/>
                    </a:cubicBezTo>
                    <a:close/>
                  </a:path>
                </a:pathLst>
              </a:custGeom>
              <a:solidFill>
                <a:srgbClr val="E9AD4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18"/>
              <p:cNvSpPr/>
              <p:nvPr/>
            </p:nvSpPr>
            <p:spPr>
              <a:xfrm>
                <a:off x="562250" y="286450"/>
                <a:ext cx="382800" cy="1158350"/>
              </a:xfrm>
              <a:custGeom>
                <a:avLst/>
                <a:gdLst/>
                <a:ahLst/>
                <a:cxnLst/>
                <a:rect l="l" t="t" r="r" b="b"/>
                <a:pathLst>
                  <a:path w="15312" h="46334" extrusionOk="0">
                    <a:moveTo>
                      <a:pt x="0" y="1"/>
                    </a:moveTo>
                    <a:lnTo>
                      <a:pt x="0" y="46334"/>
                    </a:lnTo>
                    <a:cubicBezTo>
                      <a:pt x="3269" y="44933"/>
                      <a:pt x="6205" y="42865"/>
                      <a:pt x="8640" y="40230"/>
                    </a:cubicBezTo>
                    <a:cubicBezTo>
                      <a:pt x="12943" y="35593"/>
                      <a:pt x="15311" y="29489"/>
                      <a:pt x="15311" y="23184"/>
                    </a:cubicBezTo>
                    <a:cubicBezTo>
                      <a:pt x="15311" y="16846"/>
                      <a:pt x="12943" y="10742"/>
                      <a:pt x="8640" y="6105"/>
                    </a:cubicBezTo>
                    <a:cubicBezTo>
                      <a:pt x="7839" y="5205"/>
                      <a:pt x="6938" y="4371"/>
                      <a:pt x="6004" y="3603"/>
                    </a:cubicBezTo>
                    <a:cubicBezTo>
                      <a:pt x="5037" y="2836"/>
                      <a:pt x="4036" y="2136"/>
                      <a:pt x="3002" y="1535"/>
                    </a:cubicBezTo>
                    <a:cubicBezTo>
                      <a:pt x="2035" y="968"/>
                      <a:pt x="1034" y="43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18"/>
              <p:cNvSpPr/>
              <p:nvPr/>
            </p:nvSpPr>
            <p:spPr>
              <a:xfrm>
                <a:off x="619775" y="254775"/>
                <a:ext cx="484550" cy="847300"/>
              </a:xfrm>
              <a:custGeom>
                <a:avLst/>
                <a:gdLst/>
                <a:ahLst/>
                <a:cxnLst/>
                <a:rect l="l" t="t" r="r" b="b"/>
                <a:pathLst>
                  <a:path w="19382" h="33892" fill="none" extrusionOk="0">
                    <a:moveTo>
                      <a:pt x="1" y="34"/>
                    </a:moveTo>
                    <a:lnTo>
                      <a:pt x="3337" y="34"/>
                    </a:lnTo>
                    <a:cubicBezTo>
                      <a:pt x="4271" y="0"/>
                      <a:pt x="5038" y="767"/>
                      <a:pt x="5038" y="1701"/>
                    </a:cubicBezTo>
                    <a:lnTo>
                      <a:pt x="5038" y="1968"/>
                    </a:lnTo>
                    <a:cubicBezTo>
                      <a:pt x="5038" y="2902"/>
                      <a:pt x="5772" y="3670"/>
                      <a:pt x="6706" y="3670"/>
                    </a:cubicBezTo>
                    <a:lnTo>
                      <a:pt x="6972" y="3670"/>
                    </a:lnTo>
                    <a:cubicBezTo>
                      <a:pt x="7906" y="3670"/>
                      <a:pt x="8674" y="4437"/>
                      <a:pt x="8674" y="5371"/>
                    </a:cubicBezTo>
                    <a:lnTo>
                      <a:pt x="8674" y="5371"/>
                    </a:lnTo>
                    <a:cubicBezTo>
                      <a:pt x="8674" y="6305"/>
                      <a:pt x="9408" y="7039"/>
                      <a:pt x="10342" y="7072"/>
                    </a:cubicBezTo>
                    <a:lnTo>
                      <a:pt x="11542" y="7072"/>
                    </a:lnTo>
                    <a:cubicBezTo>
                      <a:pt x="12176" y="7072"/>
                      <a:pt x="12743" y="7439"/>
                      <a:pt x="13043" y="8006"/>
                    </a:cubicBezTo>
                    <a:cubicBezTo>
                      <a:pt x="16779" y="13076"/>
                      <a:pt x="19381" y="24384"/>
                      <a:pt x="15912" y="33891"/>
                    </a:cubicBezTo>
                  </a:path>
                </a:pathLst>
              </a:custGeom>
              <a:solidFill>
                <a:schemeClr val="accent3"/>
              </a:solidFill>
              <a:ln w="10850" cap="flat" cmpd="sng">
                <a:solidFill>
                  <a:schemeClr val="accent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18"/>
              <p:cNvSpPr/>
              <p:nvPr/>
            </p:nvSpPr>
            <p:spPr>
              <a:xfrm>
                <a:off x="1470400" y="8160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18"/>
              <p:cNvSpPr/>
              <p:nvPr/>
            </p:nvSpPr>
            <p:spPr>
              <a:xfrm>
                <a:off x="1507925" y="825175"/>
                <a:ext cx="850" cy="8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34" extrusionOk="0">
                    <a:moveTo>
                      <a:pt x="0" y="1"/>
                    </a:moveTo>
                    <a:cubicBezTo>
                      <a:pt x="0" y="34"/>
                      <a:pt x="34" y="34"/>
                      <a:pt x="34" y="3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18"/>
              <p:cNvSpPr/>
              <p:nvPr/>
            </p:nvSpPr>
            <p:spPr>
              <a:xfrm>
                <a:off x="1470400" y="8160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18"/>
              <p:cNvSpPr/>
              <p:nvPr/>
            </p:nvSpPr>
            <p:spPr>
              <a:xfrm>
                <a:off x="1131400" y="263550"/>
                <a:ext cx="192650" cy="140675"/>
              </a:xfrm>
              <a:custGeom>
                <a:avLst/>
                <a:gdLst/>
                <a:ahLst/>
                <a:cxnLst/>
                <a:rect l="l" t="t" r="r" b="b"/>
                <a:pathLst>
                  <a:path w="7706" h="5627" extrusionOk="0">
                    <a:moveTo>
                      <a:pt x="4854" y="1"/>
                    </a:moveTo>
                    <a:cubicBezTo>
                      <a:pt x="3997" y="1"/>
                      <a:pt x="3141" y="209"/>
                      <a:pt x="2369" y="608"/>
                    </a:cubicBezTo>
                    <a:lnTo>
                      <a:pt x="2335" y="608"/>
                    </a:lnTo>
                    <a:cubicBezTo>
                      <a:pt x="2135" y="742"/>
                      <a:pt x="1968" y="842"/>
                      <a:pt x="1802" y="975"/>
                    </a:cubicBezTo>
                    <a:lnTo>
                      <a:pt x="1234" y="1309"/>
                    </a:lnTo>
                    <a:lnTo>
                      <a:pt x="1301" y="1375"/>
                    </a:lnTo>
                    <a:lnTo>
                      <a:pt x="1201" y="1475"/>
                    </a:lnTo>
                    <a:lnTo>
                      <a:pt x="1101" y="1542"/>
                    </a:lnTo>
                    <a:lnTo>
                      <a:pt x="567" y="2109"/>
                    </a:lnTo>
                    <a:cubicBezTo>
                      <a:pt x="300" y="2343"/>
                      <a:pt x="134" y="2676"/>
                      <a:pt x="34" y="3010"/>
                    </a:cubicBezTo>
                    <a:cubicBezTo>
                      <a:pt x="0" y="3110"/>
                      <a:pt x="0" y="3177"/>
                      <a:pt x="0" y="3277"/>
                    </a:cubicBezTo>
                    <a:lnTo>
                      <a:pt x="0" y="3343"/>
                    </a:lnTo>
                    <a:lnTo>
                      <a:pt x="0" y="3477"/>
                    </a:lnTo>
                    <a:cubicBezTo>
                      <a:pt x="0" y="3644"/>
                      <a:pt x="0" y="3777"/>
                      <a:pt x="34" y="3910"/>
                    </a:cubicBezTo>
                    <a:cubicBezTo>
                      <a:pt x="67" y="3744"/>
                      <a:pt x="167" y="3577"/>
                      <a:pt x="300" y="3477"/>
                    </a:cubicBezTo>
                    <a:lnTo>
                      <a:pt x="734" y="3010"/>
                    </a:lnTo>
                    <a:cubicBezTo>
                      <a:pt x="1427" y="2317"/>
                      <a:pt x="2358" y="1940"/>
                      <a:pt x="3312" y="1940"/>
                    </a:cubicBezTo>
                    <a:cubicBezTo>
                      <a:pt x="3598" y="1940"/>
                      <a:pt x="3886" y="1973"/>
                      <a:pt x="4170" y="2042"/>
                    </a:cubicBezTo>
                    <a:cubicBezTo>
                      <a:pt x="4270" y="2076"/>
                      <a:pt x="4370" y="2109"/>
                      <a:pt x="4470" y="2176"/>
                    </a:cubicBezTo>
                    <a:cubicBezTo>
                      <a:pt x="4704" y="2309"/>
                      <a:pt x="4870" y="2543"/>
                      <a:pt x="4937" y="2810"/>
                    </a:cubicBezTo>
                    <a:cubicBezTo>
                      <a:pt x="4937" y="2876"/>
                      <a:pt x="4937" y="2943"/>
                      <a:pt x="4970" y="3010"/>
                    </a:cubicBezTo>
                    <a:cubicBezTo>
                      <a:pt x="4970" y="3243"/>
                      <a:pt x="4904" y="3443"/>
                      <a:pt x="4770" y="3644"/>
                    </a:cubicBezTo>
                    <a:cubicBezTo>
                      <a:pt x="4737" y="3677"/>
                      <a:pt x="4704" y="3744"/>
                      <a:pt x="4670" y="3777"/>
                    </a:cubicBezTo>
                    <a:lnTo>
                      <a:pt x="4237" y="4211"/>
                    </a:lnTo>
                    <a:cubicBezTo>
                      <a:pt x="4103" y="4311"/>
                      <a:pt x="4003" y="4411"/>
                      <a:pt x="3903" y="4511"/>
                    </a:cubicBezTo>
                    <a:cubicBezTo>
                      <a:pt x="3268" y="5019"/>
                      <a:pt x="2479" y="5294"/>
                      <a:pt x="1683" y="5294"/>
                    </a:cubicBezTo>
                    <a:cubicBezTo>
                      <a:pt x="1432" y="5294"/>
                      <a:pt x="1181" y="5267"/>
                      <a:pt x="934" y="5211"/>
                    </a:cubicBezTo>
                    <a:lnTo>
                      <a:pt x="934" y="5211"/>
                    </a:lnTo>
                    <a:cubicBezTo>
                      <a:pt x="934" y="5245"/>
                      <a:pt x="968" y="5245"/>
                      <a:pt x="968" y="5245"/>
                    </a:cubicBezTo>
                    <a:lnTo>
                      <a:pt x="1034" y="5311"/>
                    </a:lnTo>
                    <a:cubicBezTo>
                      <a:pt x="1201" y="5378"/>
                      <a:pt x="1368" y="5445"/>
                      <a:pt x="1535" y="5478"/>
                    </a:cubicBezTo>
                    <a:cubicBezTo>
                      <a:pt x="1951" y="5575"/>
                      <a:pt x="2373" y="5626"/>
                      <a:pt x="2791" y="5626"/>
                    </a:cubicBezTo>
                    <a:cubicBezTo>
                      <a:pt x="3378" y="5626"/>
                      <a:pt x="3958" y="5526"/>
                      <a:pt x="4503" y="5311"/>
                    </a:cubicBezTo>
                    <a:lnTo>
                      <a:pt x="4570" y="5378"/>
                    </a:lnTo>
                    <a:lnTo>
                      <a:pt x="4770" y="5245"/>
                    </a:lnTo>
                    <a:lnTo>
                      <a:pt x="4804" y="5245"/>
                    </a:lnTo>
                    <a:lnTo>
                      <a:pt x="5004" y="5145"/>
                    </a:lnTo>
                    <a:cubicBezTo>
                      <a:pt x="5571" y="4878"/>
                      <a:pt x="6071" y="4511"/>
                      <a:pt x="6505" y="4077"/>
                    </a:cubicBezTo>
                    <a:lnTo>
                      <a:pt x="7039" y="3510"/>
                    </a:lnTo>
                    <a:lnTo>
                      <a:pt x="7072" y="3477"/>
                    </a:lnTo>
                    <a:cubicBezTo>
                      <a:pt x="7105" y="3443"/>
                      <a:pt x="7139" y="3443"/>
                      <a:pt x="7139" y="3410"/>
                    </a:cubicBezTo>
                    <a:cubicBezTo>
                      <a:pt x="7172" y="3377"/>
                      <a:pt x="7172" y="3377"/>
                      <a:pt x="7172" y="3343"/>
                    </a:cubicBezTo>
                    <a:lnTo>
                      <a:pt x="7205" y="3343"/>
                    </a:lnTo>
                    <a:cubicBezTo>
                      <a:pt x="7239" y="3277"/>
                      <a:pt x="7272" y="3243"/>
                      <a:pt x="7305" y="3210"/>
                    </a:cubicBezTo>
                    <a:cubicBezTo>
                      <a:pt x="7606" y="2710"/>
                      <a:pt x="7706" y="2109"/>
                      <a:pt x="7539" y="1542"/>
                    </a:cubicBezTo>
                    <a:cubicBezTo>
                      <a:pt x="7472" y="1309"/>
                      <a:pt x="7339" y="1042"/>
                      <a:pt x="7172" y="842"/>
                    </a:cubicBezTo>
                    <a:cubicBezTo>
                      <a:pt x="7139" y="775"/>
                      <a:pt x="7072" y="708"/>
                      <a:pt x="7005" y="641"/>
                    </a:cubicBezTo>
                    <a:cubicBezTo>
                      <a:pt x="6905" y="541"/>
                      <a:pt x="6805" y="475"/>
                      <a:pt x="6705" y="408"/>
                    </a:cubicBezTo>
                    <a:cubicBezTo>
                      <a:pt x="6605" y="341"/>
                      <a:pt x="6538" y="308"/>
                      <a:pt x="6472" y="275"/>
                    </a:cubicBezTo>
                    <a:cubicBezTo>
                      <a:pt x="6371" y="241"/>
                      <a:pt x="6305" y="208"/>
                      <a:pt x="6205" y="174"/>
                    </a:cubicBezTo>
                    <a:lnTo>
                      <a:pt x="6071" y="141"/>
                    </a:lnTo>
                    <a:cubicBezTo>
                      <a:pt x="5904" y="108"/>
                      <a:pt x="5704" y="74"/>
                      <a:pt x="5504" y="41"/>
                    </a:cubicBezTo>
                    <a:cubicBezTo>
                      <a:pt x="5289" y="14"/>
                      <a:pt x="5071" y="1"/>
                      <a:pt x="48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8"/>
              <p:cNvSpPr/>
              <p:nvPr/>
            </p:nvSpPr>
            <p:spPr>
              <a:xfrm>
                <a:off x="1030900" y="4932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18"/>
              <p:cNvSpPr/>
              <p:nvPr/>
            </p:nvSpPr>
            <p:spPr>
              <a:xfrm>
                <a:off x="1085525" y="284825"/>
                <a:ext cx="201000" cy="141900"/>
              </a:xfrm>
              <a:custGeom>
                <a:avLst/>
                <a:gdLst/>
                <a:ahLst/>
                <a:cxnLst/>
                <a:rect l="l" t="t" r="r" b="b"/>
                <a:pathLst>
                  <a:path w="8040" h="5676" extrusionOk="0">
                    <a:moveTo>
                      <a:pt x="5107" y="1075"/>
                    </a:moveTo>
                    <a:cubicBezTo>
                      <a:pt x="5404" y="1075"/>
                      <a:pt x="5706" y="1113"/>
                      <a:pt x="6005" y="1191"/>
                    </a:cubicBezTo>
                    <a:cubicBezTo>
                      <a:pt x="6105" y="1191"/>
                      <a:pt x="6205" y="1258"/>
                      <a:pt x="6305" y="1292"/>
                    </a:cubicBezTo>
                    <a:cubicBezTo>
                      <a:pt x="6372" y="1358"/>
                      <a:pt x="6439" y="1425"/>
                      <a:pt x="6505" y="1492"/>
                    </a:cubicBezTo>
                    <a:cubicBezTo>
                      <a:pt x="6639" y="1625"/>
                      <a:pt x="6705" y="1759"/>
                      <a:pt x="6739" y="1959"/>
                    </a:cubicBezTo>
                    <a:lnTo>
                      <a:pt x="6739" y="1992"/>
                    </a:lnTo>
                    <a:lnTo>
                      <a:pt x="6739" y="2125"/>
                    </a:lnTo>
                    <a:cubicBezTo>
                      <a:pt x="6772" y="2359"/>
                      <a:pt x="6705" y="2592"/>
                      <a:pt x="6572" y="2793"/>
                    </a:cubicBezTo>
                    <a:cubicBezTo>
                      <a:pt x="6539" y="2826"/>
                      <a:pt x="6505" y="2859"/>
                      <a:pt x="6472" y="2926"/>
                    </a:cubicBezTo>
                    <a:lnTo>
                      <a:pt x="6005" y="3360"/>
                    </a:lnTo>
                    <a:cubicBezTo>
                      <a:pt x="5905" y="3460"/>
                      <a:pt x="5805" y="3560"/>
                      <a:pt x="5705" y="3660"/>
                    </a:cubicBezTo>
                    <a:cubicBezTo>
                      <a:pt x="5071" y="4127"/>
                      <a:pt x="4304" y="4427"/>
                      <a:pt x="3536" y="4427"/>
                    </a:cubicBezTo>
                    <a:cubicBezTo>
                      <a:pt x="3336" y="4427"/>
                      <a:pt x="3103" y="4427"/>
                      <a:pt x="2903" y="4394"/>
                    </a:cubicBezTo>
                    <a:lnTo>
                      <a:pt x="2736" y="4360"/>
                    </a:lnTo>
                    <a:lnTo>
                      <a:pt x="2736" y="4394"/>
                    </a:lnTo>
                    <a:cubicBezTo>
                      <a:pt x="2703" y="4360"/>
                      <a:pt x="2636" y="4360"/>
                      <a:pt x="2602" y="4360"/>
                    </a:cubicBezTo>
                    <a:cubicBezTo>
                      <a:pt x="2044" y="4196"/>
                      <a:pt x="1712" y="3644"/>
                      <a:pt x="1861" y="3086"/>
                    </a:cubicBezTo>
                    <a:lnTo>
                      <a:pt x="1861" y="3086"/>
                    </a:lnTo>
                    <a:cubicBezTo>
                      <a:pt x="1864" y="3088"/>
                      <a:pt x="1866" y="3090"/>
                      <a:pt x="1869" y="3093"/>
                    </a:cubicBezTo>
                    <a:lnTo>
                      <a:pt x="1869" y="3059"/>
                    </a:lnTo>
                    <a:lnTo>
                      <a:pt x="1869" y="3059"/>
                    </a:lnTo>
                    <a:cubicBezTo>
                      <a:pt x="1866" y="3068"/>
                      <a:pt x="1864" y="3077"/>
                      <a:pt x="1861" y="3086"/>
                    </a:cubicBezTo>
                    <a:lnTo>
                      <a:pt x="1861" y="3086"/>
                    </a:lnTo>
                    <a:cubicBezTo>
                      <a:pt x="1835" y="3059"/>
                      <a:pt x="1838" y="3059"/>
                      <a:pt x="1869" y="3059"/>
                    </a:cubicBezTo>
                    <a:cubicBezTo>
                      <a:pt x="1902" y="2926"/>
                      <a:pt x="1935" y="2793"/>
                      <a:pt x="2035" y="2693"/>
                    </a:cubicBezTo>
                    <a:cubicBezTo>
                      <a:pt x="2069" y="2659"/>
                      <a:pt x="2069" y="2659"/>
                      <a:pt x="2102" y="2626"/>
                    </a:cubicBezTo>
                    <a:lnTo>
                      <a:pt x="2502" y="2192"/>
                    </a:lnTo>
                    <a:lnTo>
                      <a:pt x="2569" y="2159"/>
                    </a:lnTo>
                    <a:cubicBezTo>
                      <a:pt x="3232" y="1471"/>
                      <a:pt x="4147" y="1075"/>
                      <a:pt x="5107" y="1075"/>
                    </a:cubicBezTo>
                    <a:close/>
                    <a:moveTo>
                      <a:pt x="5260" y="0"/>
                    </a:moveTo>
                    <a:cubicBezTo>
                      <a:pt x="4488" y="0"/>
                      <a:pt x="3717" y="178"/>
                      <a:pt x="3003" y="524"/>
                    </a:cubicBezTo>
                    <a:cubicBezTo>
                      <a:pt x="2469" y="791"/>
                      <a:pt x="1969" y="1125"/>
                      <a:pt x="1535" y="1558"/>
                    </a:cubicBezTo>
                    <a:lnTo>
                      <a:pt x="1101" y="2025"/>
                    </a:lnTo>
                    <a:lnTo>
                      <a:pt x="1001" y="2125"/>
                    </a:lnTo>
                    <a:cubicBezTo>
                      <a:pt x="868" y="2226"/>
                      <a:pt x="768" y="2359"/>
                      <a:pt x="701" y="2492"/>
                    </a:cubicBezTo>
                    <a:cubicBezTo>
                      <a:pt x="1" y="3693"/>
                      <a:pt x="634" y="5194"/>
                      <a:pt x="1935" y="5528"/>
                    </a:cubicBezTo>
                    <a:lnTo>
                      <a:pt x="2169" y="5561"/>
                    </a:lnTo>
                    <a:cubicBezTo>
                      <a:pt x="2402" y="5595"/>
                      <a:pt x="2602" y="5628"/>
                      <a:pt x="2803" y="5661"/>
                    </a:cubicBezTo>
                    <a:cubicBezTo>
                      <a:pt x="2929" y="5671"/>
                      <a:pt x="3055" y="5676"/>
                      <a:pt x="3180" y="5676"/>
                    </a:cubicBezTo>
                    <a:cubicBezTo>
                      <a:pt x="3913" y="5676"/>
                      <a:pt x="4621" y="5513"/>
                      <a:pt x="5304" y="5228"/>
                    </a:cubicBezTo>
                    <a:lnTo>
                      <a:pt x="5571" y="5061"/>
                    </a:lnTo>
                    <a:lnTo>
                      <a:pt x="5638" y="5028"/>
                    </a:lnTo>
                    <a:cubicBezTo>
                      <a:pt x="5671" y="5028"/>
                      <a:pt x="5705" y="4994"/>
                      <a:pt x="5771" y="4961"/>
                    </a:cubicBezTo>
                    <a:lnTo>
                      <a:pt x="5838" y="4927"/>
                    </a:lnTo>
                    <a:cubicBezTo>
                      <a:pt x="5871" y="4894"/>
                      <a:pt x="5905" y="4861"/>
                      <a:pt x="5938" y="4861"/>
                    </a:cubicBezTo>
                    <a:cubicBezTo>
                      <a:pt x="6005" y="4827"/>
                      <a:pt x="6072" y="4794"/>
                      <a:pt x="6138" y="4727"/>
                    </a:cubicBezTo>
                    <a:cubicBezTo>
                      <a:pt x="6205" y="4694"/>
                      <a:pt x="6238" y="4661"/>
                      <a:pt x="6305" y="4627"/>
                    </a:cubicBezTo>
                    <a:cubicBezTo>
                      <a:pt x="6338" y="4594"/>
                      <a:pt x="6372" y="4594"/>
                      <a:pt x="6372" y="4561"/>
                    </a:cubicBezTo>
                    <a:lnTo>
                      <a:pt x="6605" y="4394"/>
                    </a:lnTo>
                    <a:cubicBezTo>
                      <a:pt x="6739" y="4294"/>
                      <a:pt x="6839" y="4160"/>
                      <a:pt x="6972" y="4060"/>
                    </a:cubicBezTo>
                    <a:lnTo>
                      <a:pt x="7506" y="3493"/>
                    </a:lnTo>
                    <a:cubicBezTo>
                      <a:pt x="7606" y="3393"/>
                      <a:pt x="7673" y="3293"/>
                      <a:pt x="7773" y="3193"/>
                    </a:cubicBezTo>
                    <a:cubicBezTo>
                      <a:pt x="7773" y="3160"/>
                      <a:pt x="7773" y="3160"/>
                      <a:pt x="7806" y="3126"/>
                    </a:cubicBezTo>
                    <a:lnTo>
                      <a:pt x="7840" y="3059"/>
                    </a:lnTo>
                    <a:cubicBezTo>
                      <a:pt x="7840" y="3059"/>
                      <a:pt x="7840" y="3059"/>
                      <a:pt x="7840" y="3026"/>
                    </a:cubicBezTo>
                    <a:cubicBezTo>
                      <a:pt x="7873" y="2993"/>
                      <a:pt x="7873" y="2959"/>
                      <a:pt x="7906" y="2926"/>
                    </a:cubicBezTo>
                    <a:cubicBezTo>
                      <a:pt x="7906" y="2893"/>
                      <a:pt x="7940" y="2826"/>
                      <a:pt x="7940" y="2793"/>
                    </a:cubicBezTo>
                    <a:cubicBezTo>
                      <a:pt x="7973" y="2759"/>
                      <a:pt x="8006" y="2659"/>
                      <a:pt x="8006" y="2592"/>
                    </a:cubicBezTo>
                    <a:cubicBezTo>
                      <a:pt x="8040" y="2526"/>
                      <a:pt x="8006" y="2526"/>
                      <a:pt x="8006" y="2492"/>
                    </a:cubicBezTo>
                    <a:cubicBezTo>
                      <a:pt x="8040" y="2426"/>
                      <a:pt x="8040" y="2392"/>
                      <a:pt x="8040" y="2326"/>
                    </a:cubicBezTo>
                    <a:cubicBezTo>
                      <a:pt x="8040" y="2292"/>
                      <a:pt x="8040" y="2259"/>
                      <a:pt x="8040" y="2226"/>
                    </a:cubicBezTo>
                    <a:lnTo>
                      <a:pt x="8040" y="2192"/>
                    </a:lnTo>
                    <a:cubicBezTo>
                      <a:pt x="8040" y="2125"/>
                      <a:pt x="8040" y="2059"/>
                      <a:pt x="8040" y="1992"/>
                    </a:cubicBezTo>
                    <a:cubicBezTo>
                      <a:pt x="8040" y="1859"/>
                      <a:pt x="8006" y="1692"/>
                      <a:pt x="7973" y="1558"/>
                    </a:cubicBezTo>
                    <a:cubicBezTo>
                      <a:pt x="7940" y="1458"/>
                      <a:pt x="7906" y="1392"/>
                      <a:pt x="7873" y="1325"/>
                    </a:cubicBezTo>
                    <a:cubicBezTo>
                      <a:pt x="7873" y="1292"/>
                      <a:pt x="7840" y="1258"/>
                      <a:pt x="7840" y="1225"/>
                    </a:cubicBezTo>
                    <a:cubicBezTo>
                      <a:pt x="7806" y="1191"/>
                      <a:pt x="7806" y="1158"/>
                      <a:pt x="7806" y="1125"/>
                    </a:cubicBezTo>
                    <a:lnTo>
                      <a:pt x="7739" y="1058"/>
                    </a:lnTo>
                    <a:lnTo>
                      <a:pt x="7706" y="991"/>
                    </a:lnTo>
                    <a:cubicBezTo>
                      <a:pt x="7706" y="958"/>
                      <a:pt x="7673" y="958"/>
                      <a:pt x="7639" y="925"/>
                    </a:cubicBezTo>
                    <a:cubicBezTo>
                      <a:pt x="7606" y="858"/>
                      <a:pt x="7573" y="791"/>
                      <a:pt x="7506" y="724"/>
                    </a:cubicBezTo>
                    <a:cubicBezTo>
                      <a:pt x="7473" y="691"/>
                      <a:pt x="7439" y="658"/>
                      <a:pt x="7373" y="624"/>
                    </a:cubicBezTo>
                    <a:cubicBezTo>
                      <a:pt x="7373" y="624"/>
                      <a:pt x="7373" y="591"/>
                      <a:pt x="7339" y="591"/>
                    </a:cubicBezTo>
                    <a:lnTo>
                      <a:pt x="7339" y="558"/>
                    </a:lnTo>
                    <a:cubicBezTo>
                      <a:pt x="7339" y="558"/>
                      <a:pt x="7239" y="491"/>
                      <a:pt x="7206" y="458"/>
                    </a:cubicBezTo>
                    <a:cubicBezTo>
                      <a:pt x="7172" y="424"/>
                      <a:pt x="7106" y="424"/>
                      <a:pt x="7072" y="391"/>
                    </a:cubicBezTo>
                    <a:cubicBezTo>
                      <a:pt x="7072" y="358"/>
                      <a:pt x="7039" y="358"/>
                      <a:pt x="7006" y="324"/>
                    </a:cubicBezTo>
                    <a:cubicBezTo>
                      <a:pt x="6972" y="324"/>
                      <a:pt x="6972" y="324"/>
                      <a:pt x="6939" y="291"/>
                    </a:cubicBezTo>
                    <a:cubicBezTo>
                      <a:pt x="6805" y="224"/>
                      <a:pt x="6672" y="191"/>
                      <a:pt x="6505" y="157"/>
                    </a:cubicBezTo>
                    <a:cubicBezTo>
                      <a:pt x="6096" y="52"/>
                      <a:pt x="5678" y="0"/>
                      <a:pt x="52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18"/>
              <p:cNvSpPr/>
              <p:nvPr/>
            </p:nvSpPr>
            <p:spPr>
              <a:xfrm>
                <a:off x="1009225" y="460750"/>
                <a:ext cx="25" cy="850"/>
              </a:xfrm>
              <a:custGeom>
                <a:avLst/>
                <a:gdLst/>
                <a:ahLst/>
                <a:cxnLst/>
                <a:rect l="l" t="t" r="r" b="b"/>
                <a:pathLst>
                  <a:path w="1" h="34" extrusionOk="0">
                    <a:moveTo>
                      <a:pt x="1" y="34"/>
                    </a:moveTo>
                    <a:lnTo>
                      <a:pt x="1" y="0"/>
                    </a:lnTo>
                    <a:lnTo>
                      <a:pt x="1" y="0"/>
                    </a:lnTo>
                    <a:cubicBezTo>
                      <a:pt x="1" y="0"/>
                      <a:pt x="1" y="34"/>
                      <a:pt x="1" y="34"/>
                    </a:cubicBez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8"/>
              <p:cNvSpPr/>
              <p:nvPr/>
            </p:nvSpPr>
            <p:spPr>
              <a:xfrm>
                <a:off x="1030900" y="4941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18"/>
              <p:cNvSpPr/>
              <p:nvPr/>
            </p:nvSpPr>
            <p:spPr>
              <a:xfrm>
                <a:off x="1183925" y="313775"/>
                <a:ext cx="89250" cy="49225"/>
              </a:xfrm>
              <a:custGeom>
                <a:avLst/>
                <a:gdLst/>
                <a:ahLst/>
                <a:cxnLst/>
                <a:rect l="l" t="t" r="r" b="b"/>
                <a:pathLst>
                  <a:path w="3570" h="1969" extrusionOk="0">
                    <a:moveTo>
                      <a:pt x="3370" y="0"/>
                    </a:moveTo>
                    <a:lnTo>
                      <a:pt x="1" y="1468"/>
                    </a:lnTo>
                    <a:lnTo>
                      <a:pt x="234" y="1968"/>
                    </a:lnTo>
                    <a:lnTo>
                      <a:pt x="3570" y="500"/>
                    </a:lnTo>
                    <a:lnTo>
                      <a:pt x="33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18"/>
              <p:cNvSpPr/>
              <p:nvPr/>
            </p:nvSpPr>
            <p:spPr>
              <a:xfrm>
                <a:off x="1104700" y="333775"/>
                <a:ext cx="88425" cy="29225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169" extrusionOk="0">
                    <a:moveTo>
                      <a:pt x="401" y="1"/>
                    </a:moveTo>
                    <a:lnTo>
                      <a:pt x="301" y="101"/>
                    </a:lnTo>
                    <a:cubicBezTo>
                      <a:pt x="201" y="201"/>
                      <a:pt x="101" y="334"/>
                      <a:pt x="1" y="501"/>
                    </a:cubicBezTo>
                    <a:lnTo>
                      <a:pt x="1068" y="701"/>
                    </a:lnTo>
                    <a:lnTo>
                      <a:pt x="1302" y="735"/>
                    </a:lnTo>
                    <a:lnTo>
                      <a:pt x="3003" y="1101"/>
                    </a:lnTo>
                    <a:lnTo>
                      <a:pt x="3437" y="1168"/>
                    </a:lnTo>
                    <a:lnTo>
                      <a:pt x="3503" y="868"/>
                    </a:lnTo>
                    <a:lnTo>
                      <a:pt x="3537" y="601"/>
                    </a:lnTo>
                    <a:lnTo>
                      <a:pt x="3370" y="568"/>
                    </a:lnTo>
                    <a:lnTo>
                      <a:pt x="1769" y="268"/>
                    </a:lnTo>
                    <a:lnTo>
                      <a:pt x="1135" y="134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8"/>
              <p:cNvSpPr/>
              <p:nvPr/>
            </p:nvSpPr>
            <p:spPr>
              <a:xfrm>
                <a:off x="1142225" y="351300"/>
                <a:ext cx="55075" cy="73400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2936" extrusionOk="0">
                    <a:moveTo>
                      <a:pt x="1735" y="0"/>
                    </a:moveTo>
                    <a:lnTo>
                      <a:pt x="1735" y="34"/>
                    </a:lnTo>
                    <a:lnTo>
                      <a:pt x="1502" y="400"/>
                    </a:lnTo>
                    <a:lnTo>
                      <a:pt x="668" y="1735"/>
                    </a:lnTo>
                    <a:lnTo>
                      <a:pt x="635" y="1801"/>
                    </a:lnTo>
                    <a:lnTo>
                      <a:pt x="1" y="2836"/>
                    </a:lnTo>
                    <a:lnTo>
                      <a:pt x="601" y="2936"/>
                    </a:lnTo>
                    <a:lnTo>
                      <a:pt x="1168" y="2002"/>
                    </a:lnTo>
                    <a:lnTo>
                      <a:pt x="1302" y="1801"/>
                    </a:lnTo>
                    <a:lnTo>
                      <a:pt x="2169" y="367"/>
                    </a:lnTo>
                    <a:lnTo>
                      <a:pt x="2202" y="300"/>
                    </a:lnTo>
                    <a:lnTo>
                      <a:pt x="2002" y="167"/>
                    </a:lnTo>
                    <a:lnTo>
                      <a:pt x="17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8"/>
              <p:cNvSpPr/>
              <p:nvPr/>
            </p:nvSpPr>
            <p:spPr>
              <a:xfrm>
                <a:off x="1113475" y="13722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18"/>
              <p:cNvSpPr/>
              <p:nvPr/>
            </p:nvSpPr>
            <p:spPr>
              <a:xfrm>
                <a:off x="1141000" y="1343875"/>
                <a:ext cx="850" cy="875"/>
              </a:xfrm>
              <a:custGeom>
                <a:avLst/>
                <a:gdLst/>
                <a:ahLst/>
                <a:cxnLst/>
                <a:rect l="l" t="t" r="r" b="b"/>
                <a:pathLst>
                  <a:path w="34" h="35" extrusionOk="0">
                    <a:moveTo>
                      <a:pt x="0" y="34"/>
                    </a:moveTo>
                    <a:lnTo>
                      <a:pt x="33" y="1"/>
                    </a:lnTo>
                    <a:lnTo>
                      <a:pt x="33" y="1"/>
                    </a:ln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8"/>
              <p:cNvSpPr/>
              <p:nvPr/>
            </p:nvSpPr>
            <p:spPr>
              <a:xfrm>
                <a:off x="1112625" y="13722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7" name="Google Shape;597;p18"/>
          <p:cNvGrpSpPr/>
          <p:nvPr/>
        </p:nvGrpSpPr>
        <p:grpSpPr>
          <a:xfrm>
            <a:off x="-865170" y="3918145"/>
            <a:ext cx="2410736" cy="2198319"/>
            <a:chOff x="-484170" y="3841945"/>
            <a:chExt cx="2410736" cy="2198319"/>
          </a:xfrm>
        </p:grpSpPr>
        <p:grpSp>
          <p:nvGrpSpPr>
            <p:cNvPr id="598" name="Google Shape;598;p18"/>
            <p:cNvGrpSpPr/>
            <p:nvPr/>
          </p:nvGrpSpPr>
          <p:grpSpPr>
            <a:xfrm rot="1800044">
              <a:off x="-267405" y="4242682"/>
              <a:ext cx="1977207" cy="1396844"/>
              <a:chOff x="2395225" y="3279450"/>
              <a:chExt cx="1977250" cy="1396875"/>
            </a:xfrm>
          </p:grpSpPr>
          <p:sp>
            <p:nvSpPr>
              <p:cNvPr id="599" name="Google Shape;599;p18"/>
              <p:cNvSpPr/>
              <p:nvPr/>
            </p:nvSpPr>
            <p:spPr>
              <a:xfrm>
                <a:off x="2395225" y="3279450"/>
                <a:ext cx="1977250" cy="1396875"/>
              </a:xfrm>
              <a:custGeom>
                <a:avLst/>
                <a:gdLst/>
                <a:ahLst/>
                <a:cxnLst/>
                <a:rect l="l" t="t" r="r" b="b"/>
                <a:pathLst>
                  <a:path w="79090" h="55875" extrusionOk="0">
                    <a:moveTo>
                      <a:pt x="0" y="1"/>
                    </a:moveTo>
                    <a:lnTo>
                      <a:pt x="0" y="55874"/>
                    </a:lnTo>
                    <a:lnTo>
                      <a:pt x="79090" y="55874"/>
                    </a:lnTo>
                    <a:lnTo>
                      <a:pt x="7909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85725" dir="18360000" algn="bl" rotWithShape="0">
                  <a:schemeClr val="lt2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18"/>
              <p:cNvSpPr/>
              <p:nvPr/>
            </p:nvSpPr>
            <p:spPr>
              <a:xfrm>
                <a:off x="3076525" y="3279450"/>
                <a:ext cx="1295950" cy="1396875"/>
              </a:xfrm>
              <a:custGeom>
                <a:avLst/>
                <a:gdLst/>
                <a:ahLst/>
                <a:cxnLst/>
                <a:rect l="l" t="t" r="r" b="b"/>
                <a:pathLst>
                  <a:path w="51838" h="55875" extrusionOk="0">
                    <a:moveTo>
                      <a:pt x="0" y="1"/>
                    </a:moveTo>
                    <a:lnTo>
                      <a:pt x="0" y="55874"/>
                    </a:lnTo>
                    <a:lnTo>
                      <a:pt x="51837" y="55874"/>
                    </a:lnTo>
                    <a:lnTo>
                      <a:pt x="5183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18"/>
              <p:cNvSpPr/>
              <p:nvPr/>
            </p:nvSpPr>
            <p:spPr>
              <a:xfrm>
                <a:off x="2856375" y="3279450"/>
                <a:ext cx="119275" cy="1396875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5875" extrusionOk="0">
                    <a:moveTo>
                      <a:pt x="1" y="1"/>
                    </a:moveTo>
                    <a:lnTo>
                      <a:pt x="1" y="55874"/>
                    </a:lnTo>
                    <a:lnTo>
                      <a:pt x="4771" y="55874"/>
                    </a:lnTo>
                    <a:lnTo>
                      <a:pt x="477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2" name="Google Shape;602;p18"/>
            <p:cNvGrpSpPr/>
            <p:nvPr/>
          </p:nvGrpSpPr>
          <p:grpSpPr>
            <a:xfrm rot="7199804">
              <a:off x="338034" y="4250198"/>
              <a:ext cx="766729" cy="1382348"/>
              <a:chOff x="1979925" y="2295425"/>
              <a:chExt cx="977375" cy="1762125"/>
            </a:xfrm>
          </p:grpSpPr>
          <p:sp>
            <p:nvSpPr>
              <p:cNvPr id="603" name="Google Shape;603;p18"/>
              <p:cNvSpPr/>
              <p:nvPr/>
            </p:nvSpPr>
            <p:spPr>
              <a:xfrm>
                <a:off x="1979925" y="2295425"/>
                <a:ext cx="977375" cy="1762125"/>
              </a:xfrm>
              <a:custGeom>
                <a:avLst/>
                <a:gdLst/>
                <a:ahLst/>
                <a:cxnLst/>
                <a:rect l="l" t="t" r="r" b="b"/>
                <a:pathLst>
                  <a:path w="39095" h="70485" extrusionOk="0">
                    <a:moveTo>
                      <a:pt x="19548" y="0"/>
                    </a:moveTo>
                    <a:cubicBezTo>
                      <a:pt x="8740" y="0"/>
                      <a:pt x="0" y="8773"/>
                      <a:pt x="0" y="19548"/>
                    </a:cubicBezTo>
                    <a:lnTo>
                      <a:pt x="0" y="50903"/>
                    </a:lnTo>
                    <a:cubicBezTo>
                      <a:pt x="0" y="51337"/>
                      <a:pt x="0" y="51771"/>
                      <a:pt x="34" y="52238"/>
                    </a:cubicBezTo>
                    <a:cubicBezTo>
                      <a:pt x="701" y="62512"/>
                      <a:pt x="9240" y="70484"/>
                      <a:pt x="19548" y="70484"/>
                    </a:cubicBezTo>
                    <a:cubicBezTo>
                      <a:pt x="29855" y="70484"/>
                      <a:pt x="38361" y="62512"/>
                      <a:pt x="39028" y="52238"/>
                    </a:cubicBezTo>
                    <a:cubicBezTo>
                      <a:pt x="39095" y="51771"/>
                      <a:pt x="39095" y="51337"/>
                      <a:pt x="39095" y="50903"/>
                    </a:cubicBezTo>
                    <a:lnTo>
                      <a:pt x="39095" y="19548"/>
                    </a:lnTo>
                    <a:cubicBezTo>
                      <a:pt x="39095" y="8773"/>
                      <a:pt x="30355" y="0"/>
                      <a:pt x="195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18"/>
              <p:cNvSpPr/>
              <p:nvPr/>
            </p:nvSpPr>
            <p:spPr>
              <a:xfrm>
                <a:off x="1998275" y="3701425"/>
                <a:ext cx="940675" cy="355275"/>
              </a:xfrm>
              <a:custGeom>
                <a:avLst/>
                <a:gdLst/>
                <a:ahLst/>
                <a:cxnLst/>
                <a:rect l="l" t="t" r="r" b="b"/>
                <a:pathLst>
                  <a:path w="37627" h="14211" extrusionOk="0">
                    <a:moveTo>
                      <a:pt x="0" y="1"/>
                    </a:moveTo>
                    <a:cubicBezTo>
                      <a:pt x="2402" y="8407"/>
                      <a:pt x="10074" y="14211"/>
                      <a:pt x="18814" y="14211"/>
                    </a:cubicBezTo>
                    <a:cubicBezTo>
                      <a:pt x="27553" y="14211"/>
                      <a:pt x="35225" y="8407"/>
                      <a:pt x="3762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18"/>
              <p:cNvSpPr/>
              <p:nvPr/>
            </p:nvSpPr>
            <p:spPr>
              <a:xfrm>
                <a:off x="1979925" y="3457925"/>
                <a:ext cx="977375" cy="143450"/>
              </a:xfrm>
              <a:custGeom>
                <a:avLst/>
                <a:gdLst/>
                <a:ahLst/>
                <a:cxnLst/>
                <a:rect l="l" t="t" r="r" b="b"/>
                <a:pathLst>
                  <a:path w="39095" h="5738" extrusionOk="0">
                    <a:moveTo>
                      <a:pt x="0" y="0"/>
                    </a:moveTo>
                    <a:lnTo>
                      <a:pt x="0" y="4403"/>
                    </a:lnTo>
                    <a:cubicBezTo>
                      <a:pt x="0" y="4837"/>
                      <a:pt x="0" y="5271"/>
                      <a:pt x="34" y="5738"/>
                    </a:cubicBezTo>
                    <a:lnTo>
                      <a:pt x="39028" y="5738"/>
                    </a:lnTo>
                    <a:cubicBezTo>
                      <a:pt x="39095" y="5271"/>
                      <a:pt x="39095" y="4837"/>
                      <a:pt x="39095" y="4403"/>
                    </a:cubicBezTo>
                    <a:lnTo>
                      <a:pt x="3909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18"/>
              <p:cNvSpPr/>
              <p:nvPr/>
            </p:nvSpPr>
            <p:spPr>
              <a:xfrm>
                <a:off x="2077500" y="3046500"/>
                <a:ext cx="761400" cy="273025"/>
              </a:xfrm>
              <a:custGeom>
                <a:avLst/>
                <a:gdLst/>
                <a:ahLst/>
                <a:cxnLst/>
                <a:rect l="l" t="t" r="r" b="b"/>
                <a:pathLst>
                  <a:path w="30456" h="10921" extrusionOk="0">
                    <a:moveTo>
                      <a:pt x="4553" y="1"/>
                    </a:moveTo>
                    <a:cubicBezTo>
                      <a:pt x="2273" y="1"/>
                      <a:pt x="783" y="411"/>
                      <a:pt x="534" y="1246"/>
                    </a:cubicBezTo>
                    <a:cubicBezTo>
                      <a:pt x="0" y="3181"/>
                      <a:pt x="6104" y="6617"/>
                      <a:pt x="14210" y="8952"/>
                    </a:cubicBezTo>
                    <a:cubicBezTo>
                      <a:pt x="18776" y="10248"/>
                      <a:pt x="23003" y="10920"/>
                      <a:pt x="25919" y="10920"/>
                    </a:cubicBezTo>
                    <a:cubicBezTo>
                      <a:pt x="28181" y="10920"/>
                      <a:pt x="29655" y="10516"/>
                      <a:pt x="29888" y="9686"/>
                    </a:cubicBezTo>
                    <a:cubicBezTo>
                      <a:pt x="30455" y="7751"/>
                      <a:pt x="24317" y="4315"/>
                      <a:pt x="16212" y="1980"/>
                    </a:cubicBezTo>
                    <a:cubicBezTo>
                      <a:pt x="11665" y="671"/>
                      <a:pt x="7465" y="1"/>
                      <a:pt x="45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18"/>
              <p:cNvSpPr/>
              <p:nvPr/>
            </p:nvSpPr>
            <p:spPr>
              <a:xfrm>
                <a:off x="2090825" y="3046500"/>
                <a:ext cx="748075" cy="242150"/>
              </a:xfrm>
              <a:custGeom>
                <a:avLst/>
                <a:gdLst/>
                <a:ahLst/>
                <a:cxnLst/>
                <a:rect l="l" t="t" r="r" b="b"/>
                <a:pathLst>
                  <a:path w="29923" h="9686" extrusionOk="0">
                    <a:moveTo>
                      <a:pt x="4020" y="1"/>
                    </a:moveTo>
                    <a:cubicBezTo>
                      <a:pt x="1740" y="1"/>
                      <a:pt x="250" y="411"/>
                      <a:pt x="1" y="1246"/>
                    </a:cubicBezTo>
                    <a:lnTo>
                      <a:pt x="29355" y="9686"/>
                    </a:lnTo>
                    <a:cubicBezTo>
                      <a:pt x="29922" y="7751"/>
                      <a:pt x="23784" y="4315"/>
                      <a:pt x="15679" y="1980"/>
                    </a:cubicBezTo>
                    <a:cubicBezTo>
                      <a:pt x="11132" y="671"/>
                      <a:pt x="6932" y="1"/>
                      <a:pt x="4020" y="1"/>
                    </a:cubicBezTo>
                    <a:close/>
                  </a:path>
                </a:pathLst>
              </a:custGeom>
              <a:solidFill>
                <a:srgbClr val="E38C45">
                  <a:alpha val="328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8"/>
              <p:cNvSpPr/>
              <p:nvPr/>
            </p:nvSpPr>
            <p:spPr>
              <a:xfrm>
                <a:off x="2053300" y="3066800"/>
                <a:ext cx="809775" cy="232700"/>
              </a:xfrm>
              <a:custGeom>
                <a:avLst/>
                <a:gdLst/>
                <a:ahLst/>
                <a:cxnLst/>
                <a:rect l="l" t="t" r="r" b="b"/>
                <a:pathLst>
                  <a:path w="32391" h="9308" fill="none" extrusionOk="0">
                    <a:moveTo>
                      <a:pt x="1" y="1"/>
                    </a:moveTo>
                    <a:lnTo>
                      <a:pt x="32390" y="9307"/>
                    </a:lnTo>
                  </a:path>
                </a:pathLst>
              </a:custGeom>
              <a:noFill/>
              <a:ln w="5000" cap="flat" cmpd="sng">
                <a:solidFill>
                  <a:srgbClr val="F1EFF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18"/>
              <p:cNvSpPr/>
              <p:nvPr/>
            </p:nvSpPr>
            <p:spPr>
              <a:xfrm>
                <a:off x="2029950" y="3060125"/>
                <a:ext cx="856475" cy="246050"/>
              </a:xfrm>
              <a:custGeom>
                <a:avLst/>
                <a:gdLst/>
                <a:ahLst/>
                <a:cxnLst/>
                <a:rect l="l" t="t" r="r" b="b"/>
                <a:pathLst>
                  <a:path w="34259" h="9842" fill="none" extrusionOk="0">
                    <a:moveTo>
                      <a:pt x="1" y="1"/>
                    </a:moveTo>
                    <a:lnTo>
                      <a:pt x="34258" y="9841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18"/>
              <p:cNvSpPr/>
              <p:nvPr/>
            </p:nvSpPr>
            <p:spPr>
              <a:xfrm>
                <a:off x="2100850" y="2604525"/>
                <a:ext cx="761400" cy="272800"/>
              </a:xfrm>
              <a:custGeom>
                <a:avLst/>
                <a:gdLst/>
                <a:ahLst/>
                <a:cxnLst/>
                <a:rect l="l" t="t" r="r" b="b"/>
                <a:pathLst>
                  <a:path w="30456" h="10912" extrusionOk="0">
                    <a:moveTo>
                      <a:pt x="4573" y="1"/>
                    </a:moveTo>
                    <a:cubicBezTo>
                      <a:pt x="2290" y="1"/>
                      <a:pt x="801" y="411"/>
                      <a:pt x="567" y="1246"/>
                    </a:cubicBezTo>
                    <a:cubicBezTo>
                      <a:pt x="0" y="3147"/>
                      <a:pt x="6138" y="6616"/>
                      <a:pt x="14244" y="8918"/>
                    </a:cubicBezTo>
                    <a:cubicBezTo>
                      <a:pt x="18801" y="10231"/>
                      <a:pt x="23011" y="10911"/>
                      <a:pt x="25923" y="10911"/>
                    </a:cubicBezTo>
                    <a:cubicBezTo>
                      <a:pt x="28191" y="10911"/>
                      <a:pt x="29673" y="10499"/>
                      <a:pt x="29921" y="9652"/>
                    </a:cubicBezTo>
                    <a:cubicBezTo>
                      <a:pt x="30455" y="7751"/>
                      <a:pt x="24317" y="4315"/>
                      <a:pt x="16245" y="1980"/>
                    </a:cubicBezTo>
                    <a:cubicBezTo>
                      <a:pt x="11699" y="670"/>
                      <a:pt x="7488" y="1"/>
                      <a:pt x="45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8"/>
              <p:cNvSpPr/>
              <p:nvPr/>
            </p:nvSpPr>
            <p:spPr>
              <a:xfrm>
                <a:off x="2115025" y="2604175"/>
                <a:ext cx="747225" cy="241650"/>
              </a:xfrm>
              <a:custGeom>
                <a:avLst/>
                <a:gdLst/>
                <a:ahLst/>
                <a:cxnLst/>
                <a:rect l="l" t="t" r="r" b="b"/>
                <a:pathLst>
                  <a:path w="29889" h="9666" extrusionOk="0">
                    <a:moveTo>
                      <a:pt x="3984" y="1"/>
                    </a:moveTo>
                    <a:cubicBezTo>
                      <a:pt x="1714" y="1"/>
                      <a:pt x="234" y="413"/>
                      <a:pt x="0" y="1260"/>
                    </a:cubicBezTo>
                    <a:lnTo>
                      <a:pt x="29354" y="9666"/>
                    </a:lnTo>
                    <a:cubicBezTo>
                      <a:pt x="29888" y="7765"/>
                      <a:pt x="23750" y="4329"/>
                      <a:pt x="15678" y="1994"/>
                    </a:cubicBezTo>
                    <a:cubicBezTo>
                      <a:pt x="11120" y="681"/>
                      <a:pt x="6900" y="1"/>
                      <a:pt x="3984" y="1"/>
                    </a:cubicBezTo>
                    <a:close/>
                  </a:path>
                </a:pathLst>
              </a:custGeom>
              <a:solidFill>
                <a:srgbClr val="E38C45">
                  <a:alpha val="328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18"/>
              <p:cNvSpPr/>
              <p:nvPr/>
            </p:nvSpPr>
            <p:spPr>
              <a:xfrm>
                <a:off x="2076650" y="2624825"/>
                <a:ext cx="809775" cy="231850"/>
              </a:xfrm>
              <a:custGeom>
                <a:avLst/>
                <a:gdLst/>
                <a:ahLst/>
                <a:cxnLst/>
                <a:rect l="l" t="t" r="r" b="b"/>
                <a:pathLst>
                  <a:path w="32391" h="9274" fill="none" extrusionOk="0">
                    <a:moveTo>
                      <a:pt x="1" y="0"/>
                    </a:moveTo>
                    <a:lnTo>
                      <a:pt x="32390" y="9274"/>
                    </a:lnTo>
                  </a:path>
                </a:pathLst>
              </a:custGeom>
              <a:noFill/>
              <a:ln w="5000" cap="flat" cmpd="sng">
                <a:solidFill>
                  <a:srgbClr val="F1EFF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8"/>
              <p:cNvSpPr/>
              <p:nvPr/>
            </p:nvSpPr>
            <p:spPr>
              <a:xfrm>
                <a:off x="2053300" y="2618150"/>
                <a:ext cx="856475" cy="245200"/>
              </a:xfrm>
              <a:custGeom>
                <a:avLst/>
                <a:gdLst/>
                <a:ahLst/>
                <a:cxnLst/>
                <a:rect l="l" t="t" r="r" b="b"/>
                <a:pathLst>
                  <a:path w="34259" h="9808" fill="none" extrusionOk="0">
                    <a:moveTo>
                      <a:pt x="1" y="0"/>
                    </a:moveTo>
                    <a:lnTo>
                      <a:pt x="34258" y="9808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8"/>
              <p:cNvSpPr/>
              <p:nvPr/>
            </p:nvSpPr>
            <p:spPr>
              <a:xfrm>
                <a:off x="2077500" y="3488150"/>
                <a:ext cx="761400" cy="273350"/>
              </a:xfrm>
              <a:custGeom>
                <a:avLst/>
                <a:gdLst/>
                <a:ahLst/>
                <a:cxnLst/>
                <a:rect l="l" t="t" r="r" b="b"/>
                <a:pathLst>
                  <a:path w="30456" h="10934" extrusionOk="0">
                    <a:moveTo>
                      <a:pt x="4551" y="0"/>
                    </a:moveTo>
                    <a:cubicBezTo>
                      <a:pt x="2281" y="0"/>
                      <a:pt x="801" y="413"/>
                      <a:pt x="567" y="1260"/>
                    </a:cubicBezTo>
                    <a:cubicBezTo>
                      <a:pt x="0" y="3194"/>
                      <a:pt x="6138" y="6630"/>
                      <a:pt x="14244" y="8965"/>
                    </a:cubicBezTo>
                    <a:cubicBezTo>
                      <a:pt x="18809" y="10262"/>
                      <a:pt x="23025" y="10934"/>
                      <a:pt x="25939" y="10934"/>
                    </a:cubicBezTo>
                    <a:cubicBezTo>
                      <a:pt x="28198" y="10934"/>
                      <a:pt x="29674" y="10529"/>
                      <a:pt x="29921" y="9699"/>
                    </a:cubicBezTo>
                    <a:cubicBezTo>
                      <a:pt x="30455" y="7764"/>
                      <a:pt x="24351" y="4328"/>
                      <a:pt x="16245" y="1993"/>
                    </a:cubicBezTo>
                    <a:cubicBezTo>
                      <a:pt x="11687" y="681"/>
                      <a:pt x="7467" y="0"/>
                      <a:pt x="45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18"/>
              <p:cNvSpPr/>
              <p:nvPr/>
            </p:nvSpPr>
            <p:spPr>
              <a:xfrm>
                <a:off x="2091675" y="3488500"/>
                <a:ext cx="747225" cy="242125"/>
              </a:xfrm>
              <a:custGeom>
                <a:avLst/>
                <a:gdLst/>
                <a:ahLst/>
                <a:cxnLst/>
                <a:rect l="l" t="t" r="r" b="b"/>
                <a:pathLst>
                  <a:path w="29889" h="9685" extrusionOk="0">
                    <a:moveTo>
                      <a:pt x="4006" y="0"/>
                    </a:moveTo>
                    <a:cubicBezTo>
                      <a:pt x="1723" y="0"/>
                      <a:pt x="234" y="411"/>
                      <a:pt x="0" y="1246"/>
                    </a:cubicBezTo>
                    <a:lnTo>
                      <a:pt x="29354" y="9685"/>
                    </a:lnTo>
                    <a:cubicBezTo>
                      <a:pt x="29888" y="7750"/>
                      <a:pt x="23784" y="4314"/>
                      <a:pt x="15678" y="1979"/>
                    </a:cubicBezTo>
                    <a:cubicBezTo>
                      <a:pt x="11132" y="670"/>
                      <a:pt x="6921" y="0"/>
                      <a:pt x="4006" y="0"/>
                    </a:cubicBezTo>
                    <a:close/>
                  </a:path>
                </a:pathLst>
              </a:custGeom>
              <a:solidFill>
                <a:srgbClr val="E38C45">
                  <a:alpha val="328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8"/>
              <p:cNvSpPr/>
              <p:nvPr/>
            </p:nvSpPr>
            <p:spPr>
              <a:xfrm>
                <a:off x="2053300" y="3508775"/>
                <a:ext cx="809775" cy="232700"/>
              </a:xfrm>
              <a:custGeom>
                <a:avLst/>
                <a:gdLst/>
                <a:ahLst/>
                <a:cxnLst/>
                <a:rect l="l" t="t" r="r" b="b"/>
                <a:pathLst>
                  <a:path w="32391" h="9308" fill="none" extrusionOk="0">
                    <a:moveTo>
                      <a:pt x="1" y="1"/>
                    </a:moveTo>
                    <a:lnTo>
                      <a:pt x="32390" y="9308"/>
                    </a:lnTo>
                  </a:path>
                </a:pathLst>
              </a:custGeom>
              <a:noFill/>
              <a:ln w="5000" cap="flat" cmpd="sng">
                <a:solidFill>
                  <a:srgbClr val="F1EFF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8"/>
              <p:cNvSpPr/>
              <p:nvPr/>
            </p:nvSpPr>
            <p:spPr>
              <a:xfrm>
                <a:off x="2029950" y="3502125"/>
                <a:ext cx="856475" cy="246025"/>
              </a:xfrm>
              <a:custGeom>
                <a:avLst/>
                <a:gdLst/>
                <a:ahLst/>
                <a:cxnLst/>
                <a:rect l="l" t="t" r="r" b="b"/>
                <a:pathLst>
                  <a:path w="34259" h="9841" fill="none" extrusionOk="0">
                    <a:moveTo>
                      <a:pt x="1" y="0"/>
                    </a:moveTo>
                    <a:lnTo>
                      <a:pt x="34258" y="9841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8" name="Google Shape;618;p18"/>
          <p:cNvSpPr/>
          <p:nvPr/>
        </p:nvSpPr>
        <p:spPr>
          <a:xfrm>
            <a:off x="8307865" y="4318573"/>
            <a:ext cx="227528" cy="226908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0"/>
                </a:moveTo>
                <a:lnTo>
                  <a:pt x="5504" y="2302"/>
                </a:lnTo>
                <a:cubicBezTo>
                  <a:pt x="5137" y="3870"/>
                  <a:pt x="3903" y="5104"/>
                  <a:pt x="2335" y="5471"/>
                </a:cubicBezTo>
                <a:lnTo>
                  <a:pt x="0" y="6005"/>
                </a:lnTo>
                <a:lnTo>
                  <a:pt x="2335" y="6572"/>
                </a:lnTo>
                <a:cubicBezTo>
                  <a:pt x="3903" y="6939"/>
                  <a:pt x="5137" y="8173"/>
                  <a:pt x="5504" y="9741"/>
                </a:cubicBezTo>
                <a:lnTo>
                  <a:pt x="6038" y="12076"/>
                </a:lnTo>
                <a:lnTo>
                  <a:pt x="6605" y="9741"/>
                </a:lnTo>
                <a:cubicBezTo>
                  <a:pt x="6972" y="8173"/>
                  <a:pt x="8206" y="6939"/>
                  <a:pt x="9774" y="6572"/>
                </a:cubicBezTo>
                <a:lnTo>
                  <a:pt x="12109" y="6038"/>
                </a:lnTo>
                <a:lnTo>
                  <a:pt x="9774" y="5471"/>
                </a:lnTo>
                <a:cubicBezTo>
                  <a:pt x="8206" y="5104"/>
                  <a:pt x="6972" y="3870"/>
                  <a:pt x="6605" y="2302"/>
                </a:cubicBezTo>
                <a:lnTo>
                  <a:pt x="6071" y="0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_1_1_1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19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621" name="Google Shape;621;p19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9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3" name="Google Shape;623;p19"/>
          <p:cNvSpPr txBox="1">
            <a:spLocks noGrp="1"/>
          </p:cNvSpPr>
          <p:nvPr>
            <p:ph type="subTitle" idx="1"/>
          </p:nvPr>
        </p:nvSpPr>
        <p:spPr>
          <a:xfrm>
            <a:off x="5668750" y="2456861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624" name="Google Shape;624;p19"/>
          <p:cNvSpPr txBox="1">
            <a:spLocks noGrp="1"/>
          </p:cNvSpPr>
          <p:nvPr>
            <p:ph type="subTitle" idx="2"/>
          </p:nvPr>
        </p:nvSpPr>
        <p:spPr>
          <a:xfrm>
            <a:off x="5668750" y="2772091"/>
            <a:ext cx="2641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625" name="Google Shape;625;p19"/>
          <p:cNvSpPr txBox="1">
            <a:spLocks noGrp="1"/>
          </p:cNvSpPr>
          <p:nvPr>
            <p:ph type="subTitle" idx="3"/>
          </p:nvPr>
        </p:nvSpPr>
        <p:spPr>
          <a:xfrm>
            <a:off x="5668750" y="1333049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626" name="Google Shape;626;p19"/>
          <p:cNvSpPr txBox="1">
            <a:spLocks noGrp="1"/>
          </p:cNvSpPr>
          <p:nvPr>
            <p:ph type="subTitle" idx="4"/>
          </p:nvPr>
        </p:nvSpPr>
        <p:spPr>
          <a:xfrm>
            <a:off x="5668750" y="1648279"/>
            <a:ext cx="2641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627" name="Google Shape;627;p19"/>
          <p:cNvSpPr txBox="1">
            <a:spLocks noGrp="1"/>
          </p:cNvSpPr>
          <p:nvPr>
            <p:ph type="subTitle" idx="5"/>
          </p:nvPr>
        </p:nvSpPr>
        <p:spPr>
          <a:xfrm>
            <a:off x="5668750" y="3580673"/>
            <a:ext cx="26415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628" name="Google Shape;628;p19"/>
          <p:cNvSpPr txBox="1">
            <a:spLocks noGrp="1"/>
          </p:cNvSpPr>
          <p:nvPr>
            <p:ph type="subTitle" idx="6"/>
          </p:nvPr>
        </p:nvSpPr>
        <p:spPr>
          <a:xfrm>
            <a:off x="5668750" y="3895903"/>
            <a:ext cx="2641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629" name="Google Shape;629;p19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57813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630" name="Google Shape;630;p19"/>
          <p:cNvSpPr txBox="1">
            <a:spLocks noGrp="1"/>
          </p:cNvSpPr>
          <p:nvPr>
            <p:ph type="subTitle" idx="7"/>
          </p:nvPr>
        </p:nvSpPr>
        <p:spPr>
          <a:xfrm>
            <a:off x="1739500" y="1333049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631" name="Google Shape;631;p19"/>
          <p:cNvSpPr txBox="1">
            <a:spLocks noGrp="1"/>
          </p:cNvSpPr>
          <p:nvPr>
            <p:ph type="subTitle" idx="8"/>
          </p:nvPr>
        </p:nvSpPr>
        <p:spPr>
          <a:xfrm>
            <a:off x="1739500" y="1648279"/>
            <a:ext cx="2641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632" name="Google Shape;632;p19"/>
          <p:cNvSpPr txBox="1">
            <a:spLocks noGrp="1"/>
          </p:cNvSpPr>
          <p:nvPr>
            <p:ph type="subTitle" idx="9"/>
          </p:nvPr>
        </p:nvSpPr>
        <p:spPr>
          <a:xfrm>
            <a:off x="1739500" y="2456861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633" name="Google Shape;633;p19"/>
          <p:cNvSpPr txBox="1">
            <a:spLocks noGrp="1"/>
          </p:cNvSpPr>
          <p:nvPr>
            <p:ph type="subTitle" idx="13"/>
          </p:nvPr>
        </p:nvSpPr>
        <p:spPr>
          <a:xfrm>
            <a:off x="1739500" y="2772091"/>
            <a:ext cx="2641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634" name="Google Shape;634;p19"/>
          <p:cNvSpPr txBox="1">
            <a:spLocks noGrp="1"/>
          </p:cNvSpPr>
          <p:nvPr>
            <p:ph type="subTitle" idx="14"/>
          </p:nvPr>
        </p:nvSpPr>
        <p:spPr>
          <a:xfrm>
            <a:off x="1739500" y="3580673"/>
            <a:ext cx="2641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635" name="Google Shape;635;p19"/>
          <p:cNvSpPr txBox="1">
            <a:spLocks noGrp="1"/>
          </p:cNvSpPr>
          <p:nvPr>
            <p:ph type="subTitle" idx="15"/>
          </p:nvPr>
        </p:nvSpPr>
        <p:spPr>
          <a:xfrm>
            <a:off x="1739500" y="3895903"/>
            <a:ext cx="2641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grpSp>
        <p:nvGrpSpPr>
          <p:cNvPr id="636" name="Google Shape;636;p19"/>
          <p:cNvGrpSpPr/>
          <p:nvPr/>
        </p:nvGrpSpPr>
        <p:grpSpPr>
          <a:xfrm>
            <a:off x="7382485" y="-640640"/>
            <a:ext cx="2390067" cy="2242852"/>
            <a:chOff x="7382485" y="-640640"/>
            <a:chExt cx="2390067" cy="2242852"/>
          </a:xfrm>
        </p:grpSpPr>
        <p:grpSp>
          <p:nvGrpSpPr>
            <p:cNvPr id="637" name="Google Shape;637;p19"/>
            <p:cNvGrpSpPr/>
            <p:nvPr/>
          </p:nvGrpSpPr>
          <p:grpSpPr>
            <a:xfrm rot="10800000">
              <a:off x="7529700" y="-640640"/>
              <a:ext cx="2242852" cy="2242852"/>
              <a:chOff x="7891962" y="-397004"/>
              <a:chExt cx="2042670" cy="2042670"/>
            </a:xfrm>
          </p:grpSpPr>
          <p:grpSp>
            <p:nvGrpSpPr>
              <p:cNvPr id="638" name="Google Shape;638;p19"/>
              <p:cNvGrpSpPr/>
              <p:nvPr/>
            </p:nvGrpSpPr>
            <p:grpSpPr>
              <a:xfrm rot="2700000">
                <a:off x="8066017" y="27224"/>
                <a:ext cx="1694559" cy="1194214"/>
                <a:chOff x="6675350" y="1828400"/>
                <a:chExt cx="1694575" cy="1194225"/>
              </a:xfrm>
            </p:grpSpPr>
            <p:sp>
              <p:nvSpPr>
                <p:cNvPr id="639" name="Google Shape;639;p19"/>
                <p:cNvSpPr/>
                <p:nvPr/>
              </p:nvSpPr>
              <p:spPr>
                <a:xfrm>
                  <a:off x="6675350" y="1828400"/>
                  <a:ext cx="1694575" cy="119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83" h="47769" extrusionOk="0">
                      <a:moveTo>
                        <a:pt x="0" y="1"/>
                      </a:moveTo>
                      <a:lnTo>
                        <a:pt x="0" y="47768"/>
                      </a:lnTo>
                      <a:lnTo>
                        <a:pt x="67782" y="47768"/>
                      </a:lnTo>
                      <a:lnTo>
                        <a:pt x="6778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dist="95250" dir="8100000" algn="bl" rotWithShape="0">
                    <a:schemeClr val="lt2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19"/>
                <p:cNvSpPr/>
                <p:nvPr/>
              </p:nvSpPr>
              <p:spPr>
                <a:xfrm>
                  <a:off x="6899675" y="1828400"/>
                  <a:ext cx="468700" cy="119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48" h="47769" extrusionOk="0">
                      <a:moveTo>
                        <a:pt x="0" y="1"/>
                      </a:moveTo>
                      <a:lnTo>
                        <a:pt x="0" y="47768"/>
                      </a:lnTo>
                      <a:lnTo>
                        <a:pt x="18747" y="47768"/>
                      </a:lnTo>
                      <a:lnTo>
                        <a:pt x="187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19"/>
                <p:cNvSpPr/>
                <p:nvPr/>
              </p:nvSpPr>
              <p:spPr>
                <a:xfrm>
                  <a:off x="7465900" y="1828400"/>
                  <a:ext cx="99275" cy="119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" h="47769" extrusionOk="0">
                      <a:moveTo>
                        <a:pt x="1" y="1"/>
                      </a:moveTo>
                      <a:lnTo>
                        <a:pt x="1" y="47768"/>
                      </a:lnTo>
                      <a:lnTo>
                        <a:pt x="3970" y="47768"/>
                      </a:lnTo>
                      <a:lnTo>
                        <a:pt x="39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2" name="Google Shape;642;p19"/>
              <p:cNvGrpSpPr/>
              <p:nvPr/>
            </p:nvGrpSpPr>
            <p:grpSpPr>
              <a:xfrm rot="2700000">
                <a:off x="8473682" y="292051"/>
                <a:ext cx="928702" cy="714562"/>
                <a:chOff x="2577850" y="4204275"/>
                <a:chExt cx="730550" cy="562100"/>
              </a:xfrm>
            </p:grpSpPr>
            <p:sp>
              <p:nvSpPr>
                <p:cNvPr id="643" name="Google Shape;643;p19"/>
                <p:cNvSpPr/>
                <p:nvPr/>
              </p:nvSpPr>
              <p:spPr>
                <a:xfrm>
                  <a:off x="2577850" y="4204275"/>
                  <a:ext cx="730550" cy="56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22" h="22484" extrusionOk="0">
                      <a:moveTo>
                        <a:pt x="4704" y="1"/>
                      </a:moveTo>
                      <a:cubicBezTo>
                        <a:pt x="2102" y="1"/>
                        <a:pt x="0" y="2102"/>
                        <a:pt x="0" y="4704"/>
                      </a:cubicBezTo>
                      <a:lnTo>
                        <a:pt x="0" y="17780"/>
                      </a:lnTo>
                      <a:cubicBezTo>
                        <a:pt x="0" y="20382"/>
                        <a:pt x="2102" y="22484"/>
                        <a:pt x="4704" y="22484"/>
                      </a:cubicBezTo>
                      <a:lnTo>
                        <a:pt x="24518" y="22484"/>
                      </a:lnTo>
                      <a:cubicBezTo>
                        <a:pt x="27120" y="22484"/>
                        <a:pt x="29221" y="20382"/>
                        <a:pt x="29221" y="17780"/>
                      </a:cubicBezTo>
                      <a:lnTo>
                        <a:pt x="29221" y="4704"/>
                      </a:lnTo>
                      <a:cubicBezTo>
                        <a:pt x="29221" y="2102"/>
                        <a:pt x="27120" y="1"/>
                        <a:pt x="24518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19"/>
                <p:cNvSpPr/>
                <p:nvPr/>
              </p:nvSpPr>
              <p:spPr>
                <a:xfrm>
                  <a:off x="2577850" y="4204275"/>
                  <a:ext cx="356100" cy="56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44" h="22484" fill="none" extrusionOk="0">
                      <a:moveTo>
                        <a:pt x="14244" y="22484"/>
                      </a:moveTo>
                      <a:lnTo>
                        <a:pt x="4704" y="22484"/>
                      </a:lnTo>
                      <a:cubicBezTo>
                        <a:pt x="2102" y="22484"/>
                        <a:pt x="0" y="20382"/>
                        <a:pt x="0" y="17780"/>
                      </a:cubicBezTo>
                      <a:lnTo>
                        <a:pt x="0" y="4704"/>
                      </a:lnTo>
                      <a:cubicBezTo>
                        <a:pt x="0" y="2102"/>
                        <a:pt x="2102" y="1"/>
                        <a:pt x="4704" y="1"/>
                      </a:cubicBezTo>
                    </a:path>
                  </a:pathLst>
                </a:custGeom>
                <a:noFill/>
                <a:ln w="10850" cap="flat" cmpd="sng">
                  <a:solidFill>
                    <a:schemeClr val="lt1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9"/>
                <p:cNvSpPr/>
                <p:nvPr/>
              </p:nvSpPr>
              <p:spPr>
                <a:xfrm>
                  <a:off x="2634550" y="4294400"/>
                  <a:ext cx="410325" cy="37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13" h="15117" extrusionOk="0">
                      <a:moveTo>
                        <a:pt x="8229" y="0"/>
                      </a:moveTo>
                      <a:cubicBezTo>
                        <a:pt x="4663" y="0"/>
                        <a:pt x="1480" y="2507"/>
                        <a:pt x="801" y="6136"/>
                      </a:cubicBezTo>
                      <a:cubicBezTo>
                        <a:pt x="1" y="10206"/>
                        <a:pt x="2669" y="14175"/>
                        <a:pt x="6772" y="14976"/>
                      </a:cubicBezTo>
                      <a:cubicBezTo>
                        <a:pt x="7259" y="15071"/>
                        <a:pt x="7743" y="15116"/>
                        <a:pt x="8221" y="15116"/>
                      </a:cubicBezTo>
                      <a:cubicBezTo>
                        <a:pt x="11771" y="15116"/>
                        <a:pt x="14935" y="12592"/>
                        <a:pt x="15612" y="9005"/>
                      </a:cubicBezTo>
                      <a:cubicBezTo>
                        <a:pt x="16412" y="4902"/>
                        <a:pt x="13744" y="932"/>
                        <a:pt x="9641" y="132"/>
                      </a:cubicBezTo>
                      <a:cubicBezTo>
                        <a:pt x="9167" y="43"/>
                        <a:pt x="8695" y="0"/>
                        <a:pt x="82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9"/>
                <p:cNvSpPr/>
                <p:nvPr/>
              </p:nvSpPr>
              <p:spPr>
                <a:xfrm>
                  <a:off x="2679575" y="4323525"/>
                  <a:ext cx="320275" cy="31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11" h="12777" extrusionOk="0">
                      <a:moveTo>
                        <a:pt x="6139" y="1"/>
                      </a:moveTo>
                      <a:cubicBezTo>
                        <a:pt x="4704" y="34"/>
                        <a:pt x="3370" y="568"/>
                        <a:pt x="2269" y="1502"/>
                      </a:cubicBezTo>
                      <a:cubicBezTo>
                        <a:pt x="2136" y="1602"/>
                        <a:pt x="2002" y="1736"/>
                        <a:pt x="1869" y="1869"/>
                      </a:cubicBezTo>
                      <a:cubicBezTo>
                        <a:pt x="835" y="2903"/>
                        <a:pt x="201" y="4271"/>
                        <a:pt x="34" y="5738"/>
                      </a:cubicBezTo>
                      <a:cubicBezTo>
                        <a:pt x="1" y="5905"/>
                        <a:pt x="1" y="6072"/>
                        <a:pt x="1" y="6272"/>
                      </a:cubicBezTo>
                      <a:lnTo>
                        <a:pt x="1" y="6372"/>
                      </a:lnTo>
                      <a:cubicBezTo>
                        <a:pt x="1" y="7907"/>
                        <a:pt x="535" y="9341"/>
                        <a:pt x="1502" y="10509"/>
                      </a:cubicBezTo>
                      <a:cubicBezTo>
                        <a:pt x="1635" y="10642"/>
                        <a:pt x="1735" y="10775"/>
                        <a:pt x="1869" y="10909"/>
                      </a:cubicBezTo>
                      <a:cubicBezTo>
                        <a:pt x="3003" y="12043"/>
                        <a:pt x="4537" y="12710"/>
                        <a:pt x="6139" y="12777"/>
                      </a:cubicBezTo>
                      <a:lnTo>
                        <a:pt x="6672" y="12777"/>
                      </a:lnTo>
                      <a:cubicBezTo>
                        <a:pt x="8273" y="12710"/>
                        <a:pt x="9808" y="12043"/>
                        <a:pt x="10942" y="10909"/>
                      </a:cubicBezTo>
                      <a:cubicBezTo>
                        <a:pt x="11075" y="10775"/>
                        <a:pt x="11176" y="10642"/>
                        <a:pt x="11309" y="10509"/>
                      </a:cubicBezTo>
                      <a:cubicBezTo>
                        <a:pt x="12276" y="9341"/>
                        <a:pt x="12810" y="7907"/>
                        <a:pt x="12810" y="6372"/>
                      </a:cubicBezTo>
                      <a:cubicBezTo>
                        <a:pt x="12810" y="6339"/>
                        <a:pt x="12810" y="6305"/>
                        <a:pt x="12777" y="6239"/>
                      </a:cubicBezTo>
                      <a:cubicBezTo>
                        <a:pt x="12777" y="6072"/>
                        <a:pt x="12777" y="5905"/>
                        <a:pt x="12777" y="5738"/>
                      </a:cubicBezTo>
                      <a:cubicBezTo>
                        <a:pt x="12610" y="4271"/>
                        <a:pt x="11976" y="2903"/>
                        <a:pt x="10909" y="1836"/>
                      </a:cubicBezTo>
                      <a:cubicBezTo>
                        <a:pt x="10775" y="1736"/>
                        <a:pt x="10642" y="1602"/>
                        <a:pt x="10508" y="1502"/>
                      </a:cubicBezTo>
                      <a:cubicBezTo>
                        <a:pt x="9441" y="568"/>
                        <a:pt x="8073" y="34"/>
                        <a:pt x="667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9"/>
                <p:cNvSpPr/>
                <p:nvPr/>
              </p:nvSpPr>
              <p:spPr>
                <a:xfrm>
                  <a:off x="2702925" y="4346875"/>
                  <a:ext cx="273575" cy="2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43" h="10909" extrusionOk="0">
                      <a:moveTo>
                        <a:pt x="5238" y="1"/>
                      </a:moveTo>
                      <a:cubicBezTo>
                        <a:pt x="4037" y="34"/>
                        <a:pt x="2870" y="501"/>
                        <a:pt x="1936" y="1269"/>
                      </a:cubicBezTo>
                      <a:cubicBezTo>
                        <a:pt x="1836" y="1369"/>
                        <a:pt x="1702" y="1469"/>
                        <a:pt x="1602" y="1602"/>
                      </a:cubicBezTo>
                      <a:cubicBezTo>
                        <a:pt x="701" y="2469"/>
                        <a:pt x="134" y="3637"/>
                        <a:pt x="34" y="4904"/>
                      </a:cubicBezTo>
                      <a:cubicBezTo>
                        <a:pt x="1" y="5038"/>
                        <a:pt x="1" y="5205"/>
                        <a:pt x="1" y="5371"/>
                      </a:cubicBezTo>
                      <a:lnTo>
                        <a:pt x="1" y="5438"/>
                      </a:lnTo>
                      <a:cubicBezTo>
                        <a:pt x="1" y="6739"/>
                        <a:pt x="435" y="8007"/>
                        <a:pt x="1268" y="8974"/>
                      </a:cubicBezTo>
                      <a:cubicBezTo>
                        <a:pt x="1369" y="9108"/>
                        <a:pt x="1502" y="9208"/>
                        <a:pt x="1602" y="9308"/>
                      </a:cubicBezTo>
                      <a:cubicBezTo>
                        <a:pt x="2569" y="10308"/>
                        <a:pt x="3870" y="10875"/>
                        <a:pt x="5238" y="10909"/>
                      </a:cubicBezTo>
                      <a:lnTo>
                        <a:pt x="5705" y="10909"/>
                      </a:lnTo>
                      <a:cubicBezTo>
                        <a:pt x="7073" y="10875"/>
                        <a:pt x="8374" y="10308"/>
                        <a:pt x="9341" y="9308"/>
                      </a:cubicBezTo>
                      <a:cubicBezTo>
                        <a:pt x="9474" y="9208"/>
                        <a:pt x="9574" y="9108"/>
                        <a:pt x="9674" y="8974"/>
                      </a:cubicBezTo>
                      <a:cubicBezTo>
                        <a:pt x="10508" y="8007"/>
                        <a:pt x="10942" y="6739"/>
                        <a:pt x="10942" y="5438"/>
                      </a:cubicBezTo>
                      <a:lnTo>
                        <a:pt x="10942" y="5371"/>
                      </a:lnTo>
                      <a:cubicBezTo>
                        <a:pt x="10942" y="5205"/>
                        <a:pt x="10909" y="5038"/>
                        <a:pt x="10909" y="4904"/>
                      </a:cubicBezTo>
                      <a:cubicBezTo>
                        <a:pt x="10775" y="3637"/>
                        <a:pt x="10242" y="2469"/>
                        <a:pt x="9341" y="1569"/>
                      </a:cubicBezTo>
                      <a:cubicBezTo>
                        <a:pt x="9241" y="1469"/>
                        <a:pt x="9107" y="1369"/>
                        <a:pt x="9007" y="1269"/>
                      </a:cubicBezTo>
                      <a:cubicBezTo>
                        <a:pt x="8073" y="501"/>
                        <a:pt x="6906" y="34"/>
                        <a:pt x="57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9"/>
                <p:cNvSpPr/>
                <p:nvPr/>
              </p:nvSpPr>
              <p:spPr>
                <a:xfrm>
                  <a:off x="2702925" y="4469475"/>
                  <a:ext cx="273575" cy="1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43" h="468" extrusionOk="0">
                      <a:moveTo>
                        <a:pt x="34" y="0"/>
                      </a:moveTo>
                      <a:cubicBezTo>
                        <a:pt x="1" y="134"/>
                        <a:pt x="1" y="301"/>
                        <a:pt x="1" y="467"/>
                      </a:cubicBezTo>
                      <a:lnTo>
                        <a:pt x="10942" y="467"/>
                      </a:lnTo>
                      <a:cubicBezTo>
                        <a:pt x="10942" y="301"/>
                        <a:pt x="10942" y="134"/>
                        <a:pt x="1090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9"/>
                <p:cNvSpPr/>
                <p:nvPr/>
              </p:nvSpPr>
              <p:spPr>
                <a:xfrm>
                  <a:off x="2833850" y="4346050"/>
                  <a:ext cx="11700" cy="27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" h="10976" extrusionOk="0">
                      <a:moveTo>
                        <a:pt x="1" y="1"/>
                      </a:moveTo>
                      <a:lnTo>
                        <a:pt x="1" y="10975"/>
                      </a:lnTo>
                      <a:lnTo>
                        <a:pt x="468" y="10975"/>
                      </a:lnTo>
                      <a:lnTo>
                        <a:pt x="46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9"/>
                <p:cNvSpPr/>
                <p:nvPr/>
              </p:nvSpPr>
              <p:spPr>
                <a:xfrm>
                  <a:off x="2734625" y="4378575"/>
                  <a:ext cx="201825" cy="20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73" h="8040" extrusionOk="0">
                      <a:moveTo>
                        <a:pt x="7739" y="1"/>
                      </a:moveTo>
                      <a:lnTo>
                        <a:pt x="4437" y="3303"/>
                      </a:lnTo>
                      <a:lnTo>
                        <a:pt x="4203" y="3536"/>
                      </a:lnTo>
                      <a:lnTo>
                        <a:pt x="4103" y="3603"/>
                      </a:lnTo>
                      <a:lnTo>
                        <a:pt x="3970" y="3737"/>
                      </a:lnTo>
                      <a:lnTo>
                        <a:pt x="3870" y="3837"/>
                      </a:lnTo>
                      <a:lnTo>
                        <a:pt x="3636" y="4070"/>
                      </a:lnTo>
                      <a:lnTo>
                        <a:pt x="0" y="7706"/>
                      </a:lnTo>
                      <a:cubicBezTo>
                        <a:pt x="101" y="7840"/>
                        <a:pt x="234" y="7940"/>
                        <a:pt x="334" y="8040"/>
                      </a:cubicBezTo>
                      <a:lnTo>
                        <a:pt x="3970" y="4404"/>
                      </a:lnTo>
                      <a:lnTo>
                        <a:pt x="4203" y="4170"/>
                      </a:lnTo>
                      <a:lnTo>
                        <a:pt x="4304" y="4070"/>
                      </a:lnTo>
                      <a:lnTo>
                        <a:pt x="4437" y="3937"/>
                      </a:lnTo>
                      <a:lnTo>
                        <a:pt x="4537" y="3837"/>
                      </a:lnTo>
                      <a:lnTo>
                        <a:pt x="4771" y="3603"/>
                      </a:lnTo>
                      <a:lnTo>
                        <a:pt x="8073" y="301"/>
                      </a:lnTo>
                      <a:cubicBezTo>
                        <a:pt x="7973" y="201"/>
                        <a:pt x="7873" y="101"/>
                        <a:pt x="77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19"/>
                <p:cNvSpPr/>
                <p:nvPr/>
              </p:nvSpPr>
              <p:spPr>
                <a:xfrm>
                  <a:off x="2743800" y="4378575"/>
                  <a:ext cx="201000" cy="20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0" h="8040" extrusionOk="0">
                      <a:moveTo>
                        <a:pt x="334" y="1"/>
                      </a:moveTo>
                      <a:cubicBezTo>
                        <a:pt x="201" y="101"/>
                        <a:pt x="100" y="201"/>
                        <a:pt x="0" y="301"/>
                      </a:cubicBezTo>
                      <a:lnTo>
                        <a:pt x="3603" y="3970"/>
                      </a:lnTo>
                      <a:lnTo>
                        <a:pt x="3736" y="4103"/>
                      </a:lnTo>
                      <a:lnTo>
                        <a:pt x="3836" y="4170"/>
                      </a:lnTo>
                      <a:lnTo>
                        <a:pt x="4070" y="4404"/>
                      </a:lnTo>
                      <a:lnTo>
                        <a:pt x="7706" y="8040"/>
                      </a:lnTo>
                      <a:cubicBezTo>
                        <a:pt x="7839" y="7940"/>
                        <a:pt x="7939" y="7840"/>
                        <a:pt x="8039" y="7706"/>
                      </a:cubicBezTo>
                      <a:lnTo>
                        <a:pt x="4404" y="4070"/>
                      </a:lnTo>
                      <a:lnTo>
                        <a:pt x="4170" y="3837"/>
                      </a:lnTo>
                      <a:lnTo>
                        <a:pt x="3937" y="3603"/>
                      </a:lnTo>
                      <a:lnTo>
                        <a:pt x="3870" y="3536"/>
                      </a:lnTo>
                      <a:lnTo>
                        <a:pt x="3636" y="3303"/>
                      </a:lnTo>
                      <a:lnTo>
                        <a:pt x="3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19"/>
                <p:cNvSpPr/>
                <p:nvPr/>
              </p:nvSpPr>
              <p:spPr>
                <a:xfrm>
                  <a:off x="3172425" y="45854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2542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9"/>
                <p:cNvSpPr/>
                <p:nvPr/>
              </p:nvSpPr>
              <p:spPr>
                <a:xfrm>
                  <a:off x="3192450" y="4617925"/>
                  <a:ext cx="25" cy="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67" extrusionOk="0">
                      <a:moveTo>
                        <a:pt x="1" y="0"/>
                      </a:moveTo>
                      <a:lnTo>
                        <a:pt x="1" y="67"/>
                      </a:lnTo>
                      <a:cubicBezTo>
                        <a:pt x="1" y="33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99CA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9"/>
                <p:cNvSpPr/>
                <p:nvPr/>
              </p:nvSpPr>
              <p:spPr>
                <a:xfrm>
                  <a:off x="3172425" y="458455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close/>
                    </a:path>
                  </a:pathLst>
                </a:custGeom>
                <a:solidFill>
                  <a:srgbClr val="99CA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9"/>
                <p:cNvSpPr/>
                <p:nvPr/>
              </p:nvSpPr>
              <p:spPr>
                <a:xfrm>
                  <a:off x="3172425" y="444195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close/>
                    </a:path>
                  </a:pathLst>
                </a:custGeom>
                <a:solidFill>
                  <a:srgbClr val="2542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9"/>
                <p:cNvSpPr/>
                <p:nvPr/>
              </p:nvSpPr>
              <p:spPr>
                <a:xfrm>
                  <a:off x="3192450" y="4475300"/>
                  <a:ext cx="25" cy="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68" extrusionOk="0">
                      <a:moveTo>
                        <a:pt x="1" y="1"/>
                      </a:moveTo>
                      <a:lnTo>
                        <a:pt x="1" y="68"/>
                      </a:lnTo>
                      <a:lnTo>
                        <a:pt x="1" y="68"/>
                      </a:lnTo>
                      <a:cubicBezTo>
                        <a:pt x="1" y="34"/>
                        <a:pt x="1" y="34"/>
                        <a:pt x="1" y="1"/>
                      </a:cubicBezTo>
                      <a:close/>
                    </a:path>
                  </a:pathLst>
                </a:custGeom>
                <a:solidFill>
                  <a:srgbClr val="99CA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9"/>
                <p:cNvSpPr/>
                <p:nvPr/>
              </p:nvSpPr>
              <p:spPr>
                <a:xfrm>
                  <a:off x="3172425" y="444195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close/>
                    </a:path>
                  </a:pathLst>
                </a:custGeom>
                <a:solidFill>
                  <a:srgbClr val="99CA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9"/>
                <p:cNvSpPr/>
                <p:nvPr/>
              </p:nvSpPr>
              <p:spPr>
                <a:xfrm>
                  <a:off x="3172425" y="429935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close/>
                    </a:path>
                  </a:pathLst>
                </a:custGeom>
                <a:solidFill>
                  <a:srgbClr val="2542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19"/>
                <p:cNvSpPr/>
                <p:nvPr/>
              </p:nvSpPr>
              <p:spPr>
                <a:xfrm>
                  <a:off x="3192450" y="4332700"/>
                  <a:ext cx="25" cy="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68" extrusionOk="0">
                      <a:moveTo>
                        <a:pt x="1" y="1"/>
                      </a:moveTo>
                      <a:lnTo>
                        <a:pt x="1" y="68"/>
                      </a:lnTo>
                      <a:lnTo>
                        <a:pt x="1" y="68"/>
                      </a:lnTo>
                      <a:cubicBezTo>
                        <a:pt x="1" y="34"/>
                        <a:pt x="1" y="34"/>
                        <a:pt x="1" y="1"/>
                      </a:cubicBezTo>
                      <a:close/>
                    </a:path>
                  </a:pathLst>
                </a:custGeom>
                <a:solidFill>
                  <a:srgbClr val="99CA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19"/>
                <p:cNvSpPr/>
                <p:nvPr/>
              </p:nvSpPr>
              <p:spPr>
                <a:xfrm>
                  <a:off x="3172425" y="429935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close/>
                    </a:path>
                  </a:pathLst>
                </a:custGeom>
                <a:solidFill>
                  <a:srgbClr val="99CA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61" name="Google Shape;661;p19"/>
                <p:cNvGrpSpPr/>
                <p:nvPr/>
              </p:nvGrpSpPr>
              <p:grpSpPr>
                <a:xfrm>
                  <a:off x="2995650" y="4266200"/>
                  <a:ext cx="244350" cy="442975"/>
                  <a:chOff x="2995650" y="4266200"/>
                  <a:chExt cx="244350" cy="442975"/>
                </a:xfrm>
              </p:grpSpPr>
              <p:sp>
                <p:nvSpPr>
                  <p:cNvPr id="662" name="Google Shape;662;p19"/>
                  <p:cNvSpPr/>
                  <p:nvPr/>
                </p:nvSpPr>
                <p:spPr>
                  <a:xfrm>
                    <a:off x="2997300" y="4570100"/>
                    <a:ext cx="195175" cy="13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07" h="5563" extrusionOk="0">
                        <a:moveTo>
                          <a:pt x="4749" y="1"/>
                        </a:moveTo>
                        <a:cubicBezTo>
                          <a:pt x="4300" y="1"/>
                          <a:pt x="3848" y="60"/>
                          <a:pt x="3403" y="179"/>
                        </a:cubicBezTo>
                        <a:lnTo>
                          <a:pt x="3337" y="112"/>
                        </a:lnTo>
                        <a:lnTo>
                          <a:pt x="3137" y="279"/>
                        </a:lnTo>
                        <a:lnTo>
                          <a:pt x="3103" y="279"/>
                        </a:lnTo>
                        <a:lnTo>
                          <a:pt x="2870" y="345"/>
                        </a:lnTo>
                        <a:cubicBezTo>
                          <a:pt x="2303" y="579"/>
                          <a:pt x="1769" y="879"/>
                          <a:pt x="1302" y="1279"/>
                        </a:cubicBezTo>
                        <a:lnTo>
                          <a:pt x="735" y="1813"/>
                        </a:lnTo>
                        <a:cubicBezTo>
                          <a:pt x="701" y="1813"/>
                          <a:pt x="701" y="1846"/>
                          <a:pt x="701" y="1846"/>
                        </a:cubicBezTo>
                        <a:lnTo>
                          <a:pt x="601" y="1946"/>
                        </a:lnTo>
                        <a:lnTo>
                          <a:pt x="568" y="1980"/>
                        </a:lnTo>
                        <a:lnTo>
                          <a:pt x="535" y="2013"/>
                        </a:lnTo>
                        <a:lnTo>
                          <a:pt x="435" y="2147"/>
                        </a:lnTo>
                        <a:cubicBezTo>
                          <a:pt x="234" y="2380"/>
                          <a:pt x="134" y="2680"/>
                          <a:pt x="68" y="3014"/>
                        </a:cubicBezTo>
                        <a:cubicBezTo>
                          <a:pt x="1" y="3247"/>
                          <a:pt x="1" y="3514"/>
                          <a:pt x="68" y="3781"/>
                        </a:cubicBezTo>
                        <a:cubicBezTo>
                          <a:pt x="134" y="4048"/>
                          <a:pt x="234" y="4281"/>
                          <a:pt x="368" y="4515"/>
                        </a:cubicBezTo>
                        <a:cubicBezTo>
                          <a:pt x="435" y="4582"/>
                          <a:pt x="468" y="4648"/>
                          <a:pt x="535" y="4715"/>
                        </a:cubicBezTo>
                        <a:cubicBezTo>
                          <a:pt x="701" y="4882"/>
                          <a:pt x="868" y="5015"/>
                          <a:pt x="1068" y="5149"/>
                        </a:cubicBezTo>
                        <a:cubicBezTo>
                          <a:pt x="1135" y="5182"/>
                          <a:pt x="1202" y="5215"/>
                          <a:pt x="1302" y="5249"/>
                        </a:cubicBezTo>
                        <a:lnTo>
                          <a:pt x="1435" y="5316"/>
                        </a:lnTo>
                        <a:cubicBezTo>
                          <a:pt x="1602" y="5349"/>
                          <a:pt x="1802" y="5416"/>
                          <a:pt x="2002" y="5449"/>
                        </a:cubicBezTo>
                        <a:cubicBezTo>
                          <a:pt x="2352" y="5526"/>
                          <a:pt x="2706" y="5563"/>
                          <a:pt x="3059" y="5563"/>
                        </a:cubicBezTo>
                        <a:cubicBezTo>
                          <a:pt x="3781" y="5563"/>
                          <a:pt x="4499" y="5407"/>
                          <a:pt x="5171" y="5115"/>
                        </a:cubicBezTo>
                        <a:lnTo>
                          <a:pt x="5205" y="5082"/>
                        </a:lnTo>
                        <a:cubicBezTo>
                          <a:pt x="5405" y="4982"/>
                          <a:pt x="5605" y="4882"/>
                          <a:pt x="5805" y="4782"/>
                        </a:cubicBezTo>
                        <a:lnTo>
                          <a:pt x="6372" y="4482"/>
                        </a:lnTo>
                        <a:lnTo>
                          <a:pt x="6339" y="4415"/>
                        </a:lnTo>
                        <a:lnTo>
                          <a:pt x="6439" y="4348"/>
                        </a:lnTo>
                        <a:lnTo>
                          <a:pt x="6539" y="4248"/>
                        </a:lnTo>
                        <a:lnTo>
                          <a:pt x="7106" y="3714"/>
                        </a:lnTo>
                        <a:cubicBezTo>
                          <a:pt x="7406" y="3481"/>
                          <a:pt x="7606" y="3181"/>
                          <a:pt x="7706" y="2847"/>
                        </a:cubicBezTo>
                        <a:cubicBezTo>
                          <a:pt x="7740" y="2780"/>
                          <a:pt x="7773" y="2680"/>
                          <a:pt x="7773" y="2614"/>
                        </a:cubicBezTo>
                        <a:lnTo>
                          <a:pt x="7773" y="2514"/>
                        </a:lnTo>
                        <a:cubicBezTo>
                          <a:pt x="7807" y="2480"/>
                          <a:pt x="7807" y="2413"/>
                          <a:pt x="7807" y="2380"/>
                        </a:cubicBezTo>
                        <a:cubicBezTo>
                          <a:pt x="7807" y="2247"/>
                          <a:pt x="7807" y="2113"/>
                          <a:pt x="7807" y="1980"/>
                        </a:cubicBezTo>
                        <a:cubicBezTo>
                          <a:pt x="7740" y="2113"/>
                          <a:pt x="7640" y="2280"/>
                          <a:pt x="7506" y="2380"/>
                        </a:cubicBezTo>
                        <a:lnTo>
                          <a:pt x="7039" y="2814"/>
                        </a:lnTo>
                        <a:cubicBezTo>
                          <a:pt x="6369" y="3392"/>
                          <a:pt x="5523" y="3697"/>
                          <a:pt x="4655" y="3697"/>
                        </a:cubicBezTo>
                        <a:cubicBezTo>
                          <a:pt x="4271" y="3697"/>
                          <a:pt x="3882" y="3637"/>
                          <a:pt x="3503" y="3514"/>
                        </a:cubicBezTo>
                        <a:cubicBezTo>
                          <a:pt x="3403" y="3481"/>
                          <a:pt x="3303" y="3448"/>
                          <a:pt x="3203" y="3381"/>
                        </a:cubicBezTo>
                        <a:cubicBezTo>
                          <a:pt x="3003" y="3214"/>
                          <a:pt x="2836" y="2981"/>
                          <a:pt x="2803" y="2714"/>
                        </a:cubicBezTo>
                        <a:cubicBezTo>
                          <a:pt x="2803" y="2647"/>
                          <a:pt x="2803" y="2580"/>
                          <a:pt x="2803" y="2514"/>
                        </a:cubicBezTo>
                        <a:cubicBezTo>
                          <a:pt x="2803" y="2280"/>
                          <a:pt x="2903" y="2047"/>
                          <a:pt x="3036" y="1880"/>
                        </a:cubicBezTo>
                        <a:cubicBezTo>
                          <a:pt x="3070" y="1813"/>
                          <a:pt x="3103" y="1780"/>
                          <a:pt x="3170" y="1746"/>
                        </a:cubicBezTo>
                        <a:lnTo>
                          <a:pt x="3637" y="1346"/>
                        </a:lnTo>
                        <a:cubicBezTo>
                          <a:pt x="3737" y="1246"/>
                          <a:pt x="3870" y="1146"/>
                          <a:pt x="3970" y="1046"/>
                        </a:cubicBezTo>
                        <a:cubicBezTo>
                          <a:pt x="4578" y="641"/>
                          <a:pt x="5277" y="433"/>
                          <a:pt x="5985" y="433"/>
                        </a:cubicBezTo>
                        <a:cubicBezTo>
                          <a:pt x="6326" y="433"/>
                          <a:pt x="6670" y="481"/>
                          <a:pt x="7006" y="579"/>
                        </a:cubicBezTo>
                        <a:lnTo>
                          <a:pt x="6973" y="545"/>
                        </a:lnTo>
                        <a:lnTo>
                          <a:pt x="6906" y="512"/>
                        </a:lnTo>
                        <a:cubicBezTo>
                          <a:pt x="6739" y="412"/>
                          <a:pt x="6606" y="312"/>
                          <a:pt x="6406" y="279"/>
                        </a:cubicBezTo>
                        <a:cubicBezTo>
                          <a:pt x="5868" y="93"/>
                          <a:pt x="5310" y="1"/>
                          <a:pt x="4749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3" name="Google Shape;663;p19"/>
                  <p:cNvSpPr/>
                  <p:nvPr/>
                </p:nvSpPr>
                <p:spPr>
                  <a:xfrm>
                    <a:off x="3035675" y="4550950"/>
                    <a:ext cx="196000" cy="13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40" h="5547" extrusionOk="0">
                        <a:moveTo>
                          <a:pt x="4491" y="1182"/>
                        </a:moveTo>
                        <a:cubicBezTo>
                          <a:pt x="4764" y="1182"/>
                          <a:pt x="5038" y="1214"/>
                          <a:pt x="5304" y="1278"/>
                        </a:cubicBezTo>
                        <a:lnTo>
                          <a:pt x="5471" y="1311"/>
                        </a:lnTo>
                        <a:lnTo>
                          <a:pt x="5471" y="1345"/>
                        </a:lnTo>
                        <a:cubicBezTo>
                          <a:pt x="5504" y="1345"/>
                          <a:pt x="5571" y="1345"/>
                          <a:pt x="5604" y="1378"/>
                        </a:cubicBezTo>
                        <a:cubicBezTo>
                          <a:pt x="6171" y="1545"/>
                          <a:pt x="6472" y="2179"/>
                          <a:pt x="6272" y="2712"/>
                        </a:cubicBezTo>
                        <a:cubicBezTo>
                          <a:pt x="6272" y="2712"/>
                          <a:pt x="6272" y="2712"/>
                          <a:pt x="6272" y="2746"/>
                        </a:cubicBezTo>
                        <a:cubicBezTo>
                          <a:pt x="6238" y="2846"/>
                          <a:pt x="6138" y="2979"/>
                          <a:pt x="6071" y="3079"/>
                        </a:cubicBezTo>
                        <a:lnTo>
                          <a:pt x="5971" y="3146"/>
                        </a:lnTo>
                        <a:lnTo>
                          <a:pt x="5571" y="3513"/>
                        </a:lnTo>
                        <a:lnTo>
                          <a:pt x="5504" y="3580"/>
                        </a:lnTo>
                        <a:cubicBezTo>
                          <a:pt x="4834" y="4158"/>
                          <a:pt x="3988" y="4463"/>
                          <a:pt x="3131" y="4463"/>
                        </a:cubicBezTo>
                        <a:cubicBezTo>
                          <a:pt x="2752" y="4463"/>
                          <a:pt x="2371" y="4403"/>
                          <a:pt x="2002" y="4280"/>
                        </a:cubicBezTo>
                        <a:cubicBezTo>
                          <a:pt x="1868" y="4247"/>
                          <a:pt x="1768" y="4180"/>
                          <a:pt x="1702" y="4113"/>
                        </a:cubicBezTo>
                        <a:cubicBezTo>
                          <a:pt x="1602" y="4080"/>
                          <a:pt x="1535" y="4013"/>
                          <a:pt x="1501" y="3947"/>
                        </a:cubicBezTo>
                        <a:cubicBezTo>
                          <a:pt x="1368" y="3780"/>
                          <a:pt x="1301" y="3613"/>
                          <a:pt x="1268" y="3446"/>
                        </a:cubicBezTo>
                        <a:cubicBezTo>
                          <a:pt x="1268" y="3446"/>
                          <a:pt x="1268" y="3413"/>
                          <a:pt x="1268" y="3413"/>
                        </a:cubicBezTo>
                        <a:cubicBezTo>
                          <a:pt x="1268" y="3346"/>
                          <a:pt x="1268" y="3313"/>
                          <a:pt x="1268" y="3246"/>
                        </a:cubicBezTo>
                        <a:cubicBezTo>
                          <a:pt x="1268" y="3013"/>
                          <a:pt x="1368" y="2813"/>
                          <a:pt x="1535" y="2612"/>
                        </a:cubicBezTo>
                        <a:cubicBezTo>
                          <a:pt x="1568" y="2579"/>
                          <a:pt x="1602" y="2546"/>
                          <a:pt x="1635" y="2512"/>
                        </a:cubicBezTo>
                        <a:lnTo>
                          <a:pt x="2102" y="2079"/>
                        </a:lnTo>
                        <a:cubicBezTo>
                          <a:pt x="2202" y="1979"/>
                          <a:pt x="2335" y="1912"/>
                          <a:pt x="2469" y="1812"/>
                        </a:cubicBezTo>
                        <a:cubicBezTo>
                          <a:pt x="3049" y="1401"/>
                          <a:pt x="3770" y="1182"/>
                          <a:pt x="4491" y="1182"/>
                        </a:cubicBezTo>
                        <a:close/>
                        <a:moveTo>
                          <a:pt x="4788" y="0"/>
                        </a:moveTo>
                        <a:cubicBezTo>
                          <a:pt x="4181" y="0"/>
                          <a:pt x="3566" y="96"/>
                          <a:pt x="2969" y="311"/>
                        </a:cubicBezTo>
                        <a:lnTo>
                          <a:pt x="2702" y="444"/>
                        </a:lnTo>
                        <a:lnTo>
                          <a:pt x="2636" y="478"/>
                        </a:lnTo>
                        <a:cubicBezTo>
                          <a:pt x="2569" y="478"/>
                          <a:pt x="2536" y="511"/>
                          <a:pt x="2502" y="544"/>
                        </a:cubicBezTo>
                        <a:lnTo>
                          <a:pt x="2402" y="578"/>
                        </a:lnTo>
                        <a:lnTo>
                          <a:pt x="2302" y="644"/>
                        </a:lnTo>
                        <a:cubicBezTo>
                          <a:pt x="2235" y="644"/>
                          <a:pt x="2169" y="678"/>
                          <a:pt x="2102" y="711"/>
                        </a:cubicBezTo>
                        <a:cubicBezTo>
                          <a:pt x="2035" y="744"/>
                          <a:pt x="1968" y="811"/>
                          <a:pt x="1935" y="844"/>
                        </a:cubicBezTo>
                        <a:cubicBezTo>
                          <a:pt x="1902" y="844"/>
                          <a:pt x="1868" y="878"/>
                          <a:pt x="1835" y="878"/>
                        </a:cubicBezTo>
                        <a:lnTo>
                          <a:pt x="1602" y="1045"/>
                        </a:lnTo>
                        <a:cubicBezTo>
                          <a:pt x="1468" y="1145"/>
                          <a:pt x="1335" y="1245"/>
                          <a:pt x="1235" y="1345"/>
                        </a:cubicBezTo>
                        <a:lnTo>
                          <a:pt x="634" y="1879"/>
                        </a:lnTo>
                        <a:cubicBezTo>
                          <a:pt x="534" y="1979"/>
                          <a:pt x="434" y="2045"/>
                          <a:pt x="367" y="2179"/>
                        </a:cubicBezTo>
                        <a:lnTo>
                          <a:pt x="301" y="2245"/>
                        </a:lnTo>
                        <a:cubicBezTo>
                          <a:pt x="301" y="2245"/>
                          <a:pt x="301" y="2279"/>
                          <a:pt x="267" y="2279"/>
                        </a:cubicBezTo>
                        <a:cubicBezTo>
                          <a:pt x="267" y="2279"/>
                          <a:pt x="267" y="2312"/>
                          <a:pt x="234" y="2312"/>
                        </a:cubicBezTo>
                        <a:lnTo>
                          <a:pt x="201" y="2412"/>
                        </a:lnTo>
                        <a:lnTo>
                          <a:pt x="201" y="2446"/>
                        </a:lnTo>
                        <a:lnTo>
                          <a:pt x="134" y="2546"/>
                        </a:lnTo>
                        <a:cubicBezTo>
                          <a:pt x="100" y="2612"/>
                          <a:pt x="67" y="2679"/>
                          <a:pt x="67" y="2746"/>
                        </a:cubicBezTo>
                        <a:cubicBezTo>
                          <a:pt x="34" y="2779"/>
                          <a:pt x="34" y="2813"/>
                          <a:pt x="34" y="2846"/>
                        </a:cubicBezTo>
                        <a:cubicBezTo>
                          <a:pt x="0" y="2879"/>
                          <a:pt x="0" y="2946"/>
                          <a:pt x="0" y="3013"/>
                        </a:cubicBezTo>
                        <a:lnTo>
                          <a:pt x="0" y="3113"/>
                        </a:lnTo>
                        <a:cubicBezTo>
                          <a:pt x="0" y="3113"/>
                          <a:pt x="0" y="3113"/>
                          <a:pt x="0" y="3146"/>
                        </a:cubicBezTo>
                        <a:lnTo>
                          <a:pt x="0" y="3313"/>
                        </a:lnTo>
                        <a:cubicBezTo>
                          <a:pt x="0" y="3480"/>
                          <a:pt x="0" y="3646"/>
                          <a:pt x="34" y="3780"/>
                        </a:cubicBezTo>
                        <a:cubicBezTo>
                          <a:pt x="34" y="3880"/>
                          <a:pt x="67" y="3947"/>
                          <a:pt x="100" y="4013"/>
                        </a:cubicBezTo>
                        <a:cubicBezTo>
                          <a:pt x="100" y="4047"/>
                          <a:pt x="134" y="4080"/>
                          <a:pt x="134" y="4147"/>
                        </a:cubicBezTo>
                        <a:lnTo>
                          <a:pt x="167" y="4214"/>
                        </a:lnTo>
                        <a:cubicBezTo>
                          <a:pt x="167" y="4247"/>
                          <a:pt x="201" y="4280"/>
                          <a:pt x="201" y="4280"/>
                        </a:cubicBezTo>
                        <a:cubicBezTo>
                          <a:pt x="201" y="4314"/>
                          <a:pt x="234" y="4347"/>
                          <a:pt x="234" y="4347"/>
                        </a:cubicBezTo>
                        <a:cubicBezTo>
                          <a:pt x="267" y="4380"/>
                          <a:pt x="267" y="4414"/>
                          <a:pt x="301" y="4447"/>
                        </a:cubicBezTo>
                        <a:cubicBezTo>
                          <a:pt x="334" y="4514"/>
                          <a:pt x="367" y="4580"/>
                          <a:pt x="434" y="4647"/>
                        </a:cubicBezTo>
                        <a:cubicBezTo>
                          <a:pt x="467" y="4681"/>
                          <a:pt x="501" y="4714"/>
                          <a:pt x="534" y="4747"/>
                        </a:cubicBezTo>
                        <a:lnTo>
                          <a:pt x="567" y="4814"/>
                        </a:lnTo>
                        <a:lnTo>
                          <a:pt x="601" y="4814"/>
                        </a:lnTo>
                        <a:cubicBezTo>
                          <a:pt x="634" y="4881"/>
                          <a:pt x="701" y="4914"/>
                          <a:pt x="734" y="4947"/>
                        </a:cubicBezTo>
                        <a:cubicBezTo>
                          <a:pt x="768" y="4981"/>
                          <a:pt x="801" y="5014"/>
                          <a:pt x="834" y="5014"/>
                        </a:cubicBezTo>
                        <a:cubicBezTo>
                          <a:pt x="868" y="5047"/>
                          <a:pt x="901" y="5047"/>
                          <a:pt x="901" y="5081"/>
                        </a:cubicBezTo>
                        <a:cubicBezTo>
                          <a:pt x="934" y="5081"/>
                          <a:pt x="968" y="5114"/>
                          <a:pt x="1001" y="5114"/>
                        </a:cubicBezTo>
                        <a:cubicBezTo>
                          <a:pt x="1101" y="5181"/>
                          <a:pt x="1235" y="5248"/>
                          <a:pt x="1368" y="5281"/>
                        </a:cubicBezTo>
                        <a:cubicBezTo>
                          <a:pt x="1894" y="5461"/>
                          <a:pt x="2433" y="5547"/>
                          <a:pt x="2971" y="5547"/>
                        </a:cubicBezTo>
                        <a:cubicBezTo>
                          <a:pt x="3627" y="5547"/>
                          <a:pt x="4280" y="5419"/>
                          <a:pt x="4904" y="5181"/>
                        </a:cubicBezTo>
                        <a:cubicBezTo>
                          <a:pt x="5471" y="4981"/>
                          <a:pt x="6005" y="4647"/>
                          <a:pt x="6472" y="4247"/>
                        </a:cubicBezTo>
                        <a:lnTo>
                          <a:pt x="6939" y="3847"/>
                        </a:lnTo>
                        <a:lnTo>
                          <a:pt x="7072" y="3747"/>
                        </a:lnTo>
                        <a:cubicBezTo>
                          <a:pt x="7172" y="3613"/>
                          <a:pt x="7306" y="3513"/>
                          <a:pt x="7406" y="3380"/>
                        </a:cubicBezTo>
                        <a:cubicBezTo>
                          <a:pt x="7706" y="2913"/>
                          <a:pt x="7839" y="2346"/>
                          <a:pt x="7706" y="1778"/>
                        </a:cubicBezTo>
                        <a:cubicBezTo>
                          <a:pt x="7572" y="1078"/>
                          <a:pt x="7039" y="478"/>
                          <a:pt x="6338" y="244"/>
                        </a:cubicBezTo>
                        <a:lnTo>
                          <a:pt x="6105" y="177"/>
                        </a:lnTo>
                        <a:cubicBezTo>
                          <a:pt x="5905" y="144"/>
                          <a:pt x="5704" y="77"/>
                          <a:pt x="5504" y="44"/>
                        </a:cubicBezTo>
                        <a:cubicBezTo>
                          <a:pt x="5268" y="15"/>
                          <a:pt x="5028" y="0"/>
                          <a:pt x="4788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4" name="Google Shape;664;p19"/>
                  <p:cNvSpPr/>
                  <p:nvPr/>
                </p:nvSpPr>
                <p:spPr>
                  <a:xfrm>
                    <a:off x="3048175" y="4612900"/>
                    <a:ext cx="90925" cy="44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7" h="1769" extrusionOk="0">
                        <a:moveTo>
                          <a:pt x="3470" y="1"/>
                        </a:moveTo>
                        <a:lnTo>
                          <a:pt x="1" y="1235"/>
                        </a:lnTo>
                        <a:lnTo>
                          <a:pt x="168" y="1769"/>
                        </a:lnTo>
                        <a:lnTo>
                          <a:pt x="3637" y="535"/>
                        </a:lnTo>
                        <a:lnTo>
                          <a:pt x="34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5" name="Google Shape;665;p19"/>
                  <p:cNvSpPr/>
                  <p:nvPr/>
                </p:nvSpPr>
                <p:spPr>
                  <a:xfrm>
                    <a:off x="3130750" y="4612900"/>
                    <a:ext cx="88400" cy="35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6" h="1402" extrusionOk="0">
                        <a:moveTo>
                          <a:pt x="134" y="1"/>
                        </a:moveTo>
                        <a:lnTo>
                          <a:pt x="67" y="301"/>
                        </a:lnTo>
                        <a:lnTo>
                          <a:pt x="0" y="535"/>
                        </a:lnTo>
                        <a:lnTo>
                          <a:pt x="167" y="601"/>
                        </a:lnTo>
                        <a:lnTo>
                          <a:pt x="1768" y="1035"/>
                        </a:lnTo>
                        <a:lnTo>
                          <a:pt x="2368" y="1202"/>
                        </a:lnTo>
                        <a:lnTo>
                          <a:pt x="3069" y="1402"/>
                        </a:lnTo>
                        <a:lnTo>
                          <a:pt x="3202" y="1302"/>
                        </a:lnTo>
                        <a:cubicBezTo>
                          <a:pt x="3302" y="1202"/>
                          <a:pt x="3436" y="1068"/>
                          <a:pt x="3536" y="935"/>
                        </a:cubicBezTo>
                        <a:lnTo>
                          <a:pt x="2469" y="668"/>
                        </a:lnTo>
                        <a:lnTo>
                          <a:pt x="2268" y="601"/>
                        </a:lnTo>
                        <a:lnTo>
                          <a:pt x="567" y="134"/>
                        </a:lnTo>
                        <a:lnTo>
                          <a:pt x="13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6" name="Google Shape;666;p19"/>
                  <p:cNvSpPr/>
                  <p:nvPr/>
                </p:nvSpPr>
                <p:spPr>
                  <a:xfrm>
                    <a:off x="3126575" y="4553700"/>
                    <a:ext cx="60075" cy="7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3" h="2836" extrusionOk="0">
                        <a:moveTo>
                          <a:pt x="1802" y="1"/>
                        </a:moveTo>
                        <a:lnTo>
                          <a:pt x="1168" y="901"/>
                        </a:lnTo>
                        <a:lnTo>
                          <a:pt x="1034" y="1101"/>
                        </a:lnTo>
                        <a:lnTo>
                          <a:pt x="34" y="2469"/>
                        </a:lnTo>
                        <a:lnTo>
                          <a:pt x="0" y="2502"/>
                        </a:lnTo>
                        <a:lnTo>
                          <a:pt x="234" y="2669"/>
                        </a:lnTo>
                        <a:lnTo>
                          <a:pt x="467" y="2836"/>
                        </a:lnTo>
                        <a:lnTo>
                          <a:pt x="734" y="2502"/>
                        </a:lnTo>
                        <a:lnTo>
                          <a:pt x="1668" y="1201"/>
                        </a:lnTo>
                        <a:lnTo>
                          <a:pt x="1702" y="1135"/>
                        </a:lnTo>
                        <a:lnTo>
                          <a:pt x="2402" y="134"/>
                        </a:lnTo>
                        <a:lnTo>
                          <a:pt x="180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7" name="Google Shape;667;p19"/>
                  <p:cNvSpPr/>
                  <p:nvPr/>
                </p:nvSpPr>
                <p:spPr>
                  <a:xfrm>
                    <a:off x="2995650" y="4427625"/>
                    <a:ext cx="196825" cy="138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73" h="5542" extrusionOk="0">
                        <a:moveTo>
                          <a:pt x="4845" y="1"/>
                        </a:moveTo>
                        <a:cubicBezTo>
                          <a:pt x="4372" y="1"/>
                          <a:pt x="3897" y="68"/>
                          <a:pt x="3436" y="207"/>
                        </a:cubicBezTo>
                        <a:lnTo>
                          <a:pt x="3369" y="140"/>
                        </a:lnTo>
                        <a:lnTo>
                          <a:pt x="3169" y="273"/>
                        </a:lnTo>
                        <a:lnTo>
                          <a:pt x="2936" y="340"/>
                        </a:lnTo>
                        <a:cubicBezTo>
                          <a:pt x="2369" y="574"/>
                          <a:pt x="1835" y="907"/>
                          <a:pt x="1368" y="1308"/>
                        </a:cubicBezTo>
                        <a:lnTo>
                          <a:pt x="767" y="1808"/>
                        </a:lnTo>
                        <a:lnTo>
                          <a:pt x="734" y="1841"/>
                        </a:lnTo>
                        <a:lnTo>
                          <a:pt x="667" y="1941"/>
                        </a:lnTo>
                        <a:lnTo>
                          <a:pt x="634" y="1975"/>
                        </a:lnTo>
                        <a:lnTo>
                          <a:pt x="601" y="2008"/>
                        </a:lnTo>
                        <a:lnTo>
                          <a:pt x="501" y="2108"/>
                        </a:lnTo>
                        <a:cubicBezTo>
                          <a:pt x="167" y="2575"/>
                          <a:pt x="0" y="3176"/>
                          <a:pt x="134" y="3743"/>
                        </a:cubicBezTo>
                        <a:cubicBezTo>
                          <a:pt x="200" y="4010"/>
                          <a:pt x="300" y="4276"/>
                          <a:pt x="434" y="4510"/>
                        </a:cubicBezTo>
                        <a:cubicBezTo>
                          <a:pt x="501" y="4577"/>
                          <a:pt x="534" y="4643"/>
                          <a:pt x="601" y="4710"/>
                        </a:cubicBezTo>
                        <a:cubicBezTo>
                          <a:pt x="701" y="4810"/>
                          <a:pt x="801" y="4877"/>
                          <a:pt x="901" y="4977"/>
                        </a:cubicBezTo>
                        <a:cubicBezTo>
                          <a:pt x="968" y="5010"/>
                          <a:pt x="1034" y="5077"/>
                          <a:pt x="1134" y="5110"/>
                        </a:cubicBezTo>
                        <a:cubicBezTo>
                          <a:pt x="1201" y="5144"/>
                          <a:pt x="1268" y="5210"/>
                          <a:pt x="1368" y="5244"/>
                        </a:cubicBezTo>
                        <a:cubicBezTo>
                          <a:pt x="1401" y="5244"/>
                          <a:pt x="1468" y="5277"/>
                          <a:pt x="1501" y="5277"/>
                        </a:cubicBezTo>
                        <a:cubicBezTo>
                          <a:pt x="1668" y="5344"/>
                          <a:pt x="1868" y="5377"/>
                          <a:pt x="2068" y="5444"/>
                        </a:cubicBezTo>
                        <a:cubicBezTo>
                          <a:pt x="2412" y="5508"/>
                          <a:pt x="2759" y="5542"/>
                          <a:pt x="3105" y="5542"/>
                        </a:cubicBezTo>
                        <a:cubicBezTo>
                          <a:pt x="3834" y="5542"/>
                          <a:pt x="4559" y="5394"/>
                          <a:pt x="5237" y="5077"/>
                        </a:cubicBezTo>
                        <a:lnTo>
                          <a:pt x="5271" y="5077"/>
                        </a:lnTo>
                        <a:cubicBezTo>
                          <a:pt x="5471" y="5010"/>
                          <a:pt x="5671" y="4910"/>
                          <a:pt x="5871" y="4777"/>
                        </a:cubicBezTo>
                        <a:lnTo>
                          <a:pt x="6438" y="4477"/>
                        </a:lnTo>
                        <a:lnTo>
                          <a:pt x="6405" y="4410"/>
                        </a:lnTo>
                        <a:lnTo>
                          <a:pt x="6505" y="4343"/>
                        </a:lnTo>
                        <a:cubicBezTo>
                          <a:pt x="6538" y="4310"/>
                          <a:pt x="6572" y="4276"/>
                          <a:pt x="6605" y="4243"/>
                        </a:cubicBezTo>
                        <a:lnTo>
                          <a:pt x="7172" y="3709"/>
                        </a:lnTo>
                        <a:cubicBezTo>
                          <a:pt x="7439" y="3509"/>
                          <a:pt x="7639" y="3209"/>
                          <a:pt x="7772" y="2875"/>
                        </a:cubicBezTo>
                        <a:cubicBezTo>
                          <a:pt x="7806" y="2775"/>
                          <a:pt x="7839" y="2709"/>
                          <a:pt x="7839" y="2608"/>
                        </a:cubicBezTo>
                        <a:lnTo>
                          <a:pt x="7839" y="2508"/>
                        </a:lnTo>
                        <a:cubicBezTo>
                          <a:pt x="7873" y="2475"/>
                          <a:pt x="7873" y="2442"/>
                          <a:pt x="7873" y="2375"/>
                        </a:cubicBezTo>
                        <a:cubicBezTo>
                          <a:pt x="7873" y="2242"/>
                          <a:pt x="7873" y="2108"/>
                          <a:pt x="7873" y="1975"/>
                        </a:cubicBezTo>
                        <a:cubicBezTo>
                          <a:pt x="7806" y="2141"/>
                          <a:pt x="7706" y="2275"/>
                          <a:pt x="7572" y="2375"/>
                        </a:cubicBezTo>
                        <a:lnTo>
                          <a:pt x="7105" y="2809"/>
                        </a:lnTo>
                        <a:cubicBezTo>
                          <a:pt x="6424" y="3396"/>
                          <a:pt x="5562" y="3718"/>
                          <a:pt x="4680" y="3718"/>
                        </a:cubicBezTo>
                        <a:cubicBezTo>
                          <a:pt x="4309" y="3718"/>
                          <a:pt x="3935" y="3661"/>
                          <a:pt x="3569" y="3543"/>
                        </a:cubicBezTo>
                        <a:cubicBezTo>
                          <a:pt x="3469" y="3509"/>
                          <a:pt x="3369" y="3442"/>
                          <a:pt x="3269" y="3376"/>
                        </a:cubicBezTo>
                        <a:cubicBezTo>
                          <a:pt x="3069" y="3209"/>
                          <a:pt x="2902" y="2975"/>
                          <a:pt x="2869" y="2709"/>
                        </a:cubicBezTo>
                        <a:cubicBezTo>
                          <a:pt x="2869" y="2642"/>
                          <a:pt x="2869" y="2575"/>
                          <a:pt x="2869" y="2508"/>
                        </a:cubicBezTo>
                        <a:cubicBezTo>
                          <a:pt x="2869" y="2275"/>
                          <a:pt x="2969" y="2041"/>
                          <a:pt x="3102" y="1875"/>
                        </a:cubicBezTo>
                        <a:cubicBezTo>
                          <a:pt x="3136" y="1841"/>
                          <a:pt x="3169" y="1808"/>
                          <a:pt x="3236" y="1775"/>
                        </a:cubicBezTo>
                        <a:lnTo>
                          <a:pt x="3703" y="1341"/>
                        </a:lnTo>
                        <a:cubicBezTo>
                          <a:pt x="3803" y="1241"/>
                          <a:pt x="3936" y="1141"/>
                          <a:pt x="4036" y="1074"/>
                        </a:cubicBezTo>
                        <a:cubicBezTo>
                          <a:pt x="4658" y="660"/>
                          <a:pt x="5375" y="436"/>
                          <a:pt x="6100" y="436"/>
                        </a:cubicBezTo>
                        <a:cubicBezTo>
                          <a:pt x="6425" y="436"/>
                          <a:pt x="6752" y="481"/>
                          <a:pt x="7072" y="574"/>
                        </a:cubicBezTo>
                        <a:cubicBezTo>
                          <a:pt x="7072" y="574"/>
                          <a:pt x="7039" y="540"/>
                          <a:pt x="7039" y="540"/>
                        </a:cubicBezTo>
                        <a:lnTo>
                          <a:pt x="6972" y="507"/>
                        </a:lnTo>
                        <a:cubicBezTo>
                          <a:pt x="6805" y="407"/>
                          <a:pt x="6672" y="307"/>
                          <a:pt x="6472" y="273"/>
                        </a:cubicBezTo>
                        <a:cubicBezTo>
                          <a:pt x="5950" y="94"/>
                          <a:pt x="5399" y="1"/>
                          <a:pt x="4845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8" name="Google Shape;668;p19"/>
                  <p:cNvSpPr/>
                  <p:nvPr/>
                </p:nvSpPr>
                <p:spPr>
                  <a:xfrm>
                    <a:off x="3035675" y="4408625"/>
                    <a:ext cx="196000" cy="13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40" h="5556" extrusionOk="0">
                        <a:moveTo>
                          <a:pt x="4499" y="1197"/>
                        </a:moveTo>
                        <a:cubicBezTo>
                          <a:pt x="4556" y="1197"/>
                          <a:pt x="4613" y="1198"/>
                          <a:pt x="4670" y="1200"/>
                        </a:cubicBezTo>
                        <a:cubicBezTo>
                          <a:pt x="4871" y="1200"/>
                          <a:pt x="5104" y="1234"/>
                          <a:pt x="5304" y="1300"/>
                        </a:cubicBezTo>
                        <a:cubicBezTo>
                          <a:pt x="5371" y="1300"/>
                          <a:pt x="5438" y="1300"/>
                          <a:pt x="5471" y="1334"/>
                        </a:cubicBezTo>
                        <a:lnTo>
                          <a:pt x="5604" y="1367"/>
                        </a:lnTo>
                        <a:cubicBezTo>
                          <a:pt x="6171" y="1567"/>
                          <a:pt x="6472" y="2168"/>
                          <a:pt x="6272" y="2735"/>
                        </a:cubicBezTo>
                        <a:cubicBezTo>
                          <a:pt x="6238" y="2835"/>
                          <a:pt x="6138" y="2968"/>
                          <a:pt x="6071" y="3068"/>
                        </a:cubicBezTo>
                        <a:cubicBezTo>
                          <a:pt x="6038" y="3102"/>
                          <a:pt x="6005" y="3135"/>
                          <a:pt x="5971" y="3135"/>
                        </a:cubicBezTo>
                        <a:lnTo>
                          <a:pt x="5571" y="3502"/>
                        </a:lnTo>
                        <a:lnTo>
                          <a:pt x="5504" y="3569"/>
                        </a:lnTo>
                        <a:cubicBezTo>
                          <a:pt x="4834" y="4146"/>
                          <a:pt x="3988" y="4452"/>
                          <a:pt x="3131" y="4452"/>
                        </a:cubicBezTo>
                        <a:cubicBezTo>
                          <a:pt x="2752" y="4452"/>
                          <a:pt x="2371" y="4392"/>
                          <a:pt x="2002" y="4269"/>
                        </a:cubicBezTo>
                        <a:cubicBezTo>
                          <a:pt x="1868" y="4269"/>
                          <a:pt x="1768" y="4202"/>
                          <a:pt x="1702" y="4136"/>
                        </a:cubicBezTo>
                        <a:cubicBezTo>
                          <a:pt x="1602" y="4069"/>
                          <a:pt x="1535" y="4002"/>
                          <a:pt x="1501" y="3936"/>
                        </a:cubicBezTo>
                        <a:cubicBezTo>
                          <a:pt x="1368" y="3802"/>
                          <a:pt x="1301" y="3635"/>
                          <a:pt x="1268" y="3469"/>
                        </a:cubicBezTo>
                        <a:cubicBezTo>
                          <a:pt x="1268" y="3435"/>
                          <a:pt x="1268" y="3435"/>
                          <a:pt x="1268" y="3402"/>
                        </a:cubicBezTo>
                        <a:cubicBezTo>
                          <a:pt x="1268" y="3368"/>
                          <a:pt x="1268" y="3302"/>
                          <a:pt x="1268" y="3268"/>
                        </a:cubicBezTo>
                        <a:cubicBezTo>
                          <a:pt x="1268" y="3035"/>
                          <a:pt x="1368" y="2801"/>
                          <a:pt x="1535" y="2635"/>
                        </a:cubicBezTo>
                        <a:cubicBezTo>
                          <a:pt x="1568" y="2601"/>
                          <a:pt x="1602" y="2535"/>
                          <a:pt x="1635" y="2501"/>
                        </a:cubicBezTo>
                        <a:lnTo>
                          <a:pt x="2102" y="2101"/>
                        </a:lnTo>
                        <a:cubicBezTo>
                          <a:pt x="2202" y="2001"/>
                          <a:pt x="2335" y="1901"/>
                          <a:pt x="2469" y="1801"/>
                        </a:cubicBezTo>
                        <a:cubicBezTo>
                          <a:pt x="3057" y="1398"/>
                          <a:pt x="3761" y="1197"/>
                          <a:pt x="4499" y="1197"/>
                        </a:cubicBezTo>
                        <a:close/>
                        <a:moveTo>
                          <a:pt x="4684" y="1"/>
                        </a:moveTo>
                        <a:cubicBezTo>
                          <a:pt x="4111" y="1"/>
                          <a:pt x="3532" y="97"/>
                          <a:pt x="2969" y="300"/>
                        </a:cubicBezTo>
                        <a:lnTo>
                          <a:pt x="2702" y="433"/>
                        </a:lnTo>
                        <a:lnTo>
                          <a:pt x="2636" y="466"/>
                        </a:lnTo>
                        <a:lnTo>
                          <a:pt x="2502" y="533"/>
                        </a:lnTo>
                        <a:lnTo>
                          <a:pt x="2402" y="566"/>
                        </a:lnTo>
                        <a:lnTo>
                          <a:pt x="2302" y="633"/>
                        </a:lnTo>
                        <a:lnTo>
                          <a:pt x="2102" y="733"/>
                        </a:lnTo>
                        <a:lnTo>
                          <a:pt x="1935" y="833"/>
                        </a:lnTo>
                        <a:cubicBezTo>
                          <a:pt x="1902" y="833"/>
                          <a:pt x="1868" y="867"/>
                          <a:pt x="1835" y="900"/>
                        </a:cubicBezTo>
                        <a:cubicBezTo>
                          <a:pt x="1768" y="933"/>
                          <a:pt x="1668" y="1000"/>
                          <a:pt x="1602" y="1033"/>
                        </a:cubicBezTo>
                        <a:cubicBezTo>
                          <a:pt x="1468" y="1134"/>
                          <a:pt x="1335" y="1234"/>
                          <a:pt x="1235" y="1367"/>
                        </a:cubicBezTo>
                        <a:lnTo>
                          <a:pt x="634" y="1867"/>
                        </a:lnTo>
                        <a:cubicBezTo>
                          <a:pt x="534" y="1967"/>
                          <a:pt x="434" y="2068"/>
                          <a:pt x="367" y="2168"/>
                        </a:cubicBezTo>
                        <a:lnTo>
                          <a:pt x="301" y="2234"/>
                        </a:lnTo>
                        <a:cubicBezTo>
                          <a:pt x="301" y="2234"/>
                          <a:pt x="301" y="2268"/>
                          <a:pt x="267" y="2268"/>
                        </a:cubicBezTo>
                        <a:cubicBezTo>
                          <a:pt x="267" y="2301"/>
                          <a:pt x="267" y="2301"/>
                          <a:pt x="234" y="2334"/>
                        </a:cubicBezTo>
                        <a:lnTo>
                          <a:pt x="201" y="2401"/>
                        </a:lnTo>
                        <a:lnTo>
                          <a:pt x="201" y="2434"/>
                        </a:lnTo>
                        <a:lnTo>
                          <a:pt x="134" y="2535"/>
                        </a:lnTo>
                        <a:cubicBezTo>
                          <a:pt x="100" y="2601"/>
                          <a:pt x="67" y="2668"/>
                          <a:pt x="67" y="2735"/>
                        </a:cubicBezTo>
                        <a:cubicBezTo>
                          <a:pt x="34" y="2768"/>
                          <a:pt x="34" y="2801"/>
                          <a:pt x="34" y="2835"/>
                        </a:cubicBezTo>
                        <a:cubicBezTo>
                          <a:pt x="0" y="2901"/>
                          <a:pt x="0" y="2935"/>
                          <a:pt x="0" y="3002"/>
                        </a:cubicBezTo>
                        <a:lnTo>
                          <a:pt x="0" y="3102"/>
                        </a:lnTo>
                        <a:cubicBezTo>
                          <a:pt x="0" y="3102"/>
                          <a:pt x="0" y="3135"/>
                          <a:pt x="0" y="3135"/>
                        </a:cubicBezTo>
                        <a:lnTo>
                          <a:pt x="0" y="3335"/>
                        </a:lnTo>
                        <a:cubicBezTo>
                          <a:pt x="0" y="3469"/>
                          <a:pt x="0" y="3635"/>
                          <a:pt x="34" y="3802"/>
                        </a:cubicBezTo>
                        <a:cubicBezTo>
                          <a:pt x="34" y="3869"/>
                          <a:pt x="67" y="3936"/>
                          <a:pt x="100" y="4036"/>
                        </a:cubicBezTo>
                        <a:cubicBezTo>
                          <a:pt x="100" y="4069"/>
                          <a:pt x="134" y="4102"/>
                          <a:pt x="134" y="4136"/>
                        </a:cubicBezTo>
                        <a:lnTo>
                          <a:pt x="167" y="4236"/>
                        </a:lnTo>
                        <a:cubicBezTo>
                          <a:pt x="167" y="4236"/>
                          <a:pt x="201" y="4269"/>
                          <a:pt x="201" y="4303"/>
                        </a:cubicBezTo>
                        <a:cubicBezTo>
                          <a:pt x="201" y="4303"/>
                          <a:pt x="234" y="4336"/>
                          <a:pt x="234" y="4369"/>
                        </a:cubicBezTo>
                        <a:cubicBezTo>
                          <a:pt x="267" y="4403"/>
                          <a:pt x="267" y="4403"/>
                          <a:pt x="301" y="4436"/>
                        </a:cubicBezTo>
                        <a:cubicBezTo>
                          <a:pt x="334" y="4503"/>
                          <a:pt x="367" y="4569"/>
                          <a:pt x="434" y="4636"/>
                        </a:cubicBezTo>
                        <a:lnTo>
                          <a:pt x="534" y="4770"/>
                        </a:lnTo>
                        <a:cubicBezTo>
                          <a:pt x="534" y="4770"/>
                          <a:pt x="567" y="4803"/>
                          <a:pt x="567" y="4803"/>
                        </a:cubicBezTo>
                        <a:lnTo>
                          <a:pt x="601" y="4836"/>
                        </a:lnTo>
                        <a:lnTo>
                          <a:pt x="734" y="4936"/>
                        </a:lnTo>
                        <a:cubicBezTo>
                          <a:pt x="768" y="4970"/>
                          <a:pt x="801" y="5003"/>
                          <a:pt x="834" y="5036"/>
                        </a:cubicBezTo>
                        <a:cubicBezTo>
                          <a:pt x="868" y="5036"/>
                          <a:pt x="901" y="5070"/>
                          <a:pt x="901" y="5070"/>
                        </a:cubicBezTo>
                        <a:lnTo>
                          <a:pt x="1001" y="5136"/>
                        </a:lnTo>
                        <a:cubicBezTo>
                          <a:pt x="1101" y="5203"/>
                          <a:pt x="1235" y="5237"/>
                          <a:pt x="1368" y="5303"/>
                        </a:cubicBezTo>
                        <a:cubicBezTo>
                          <a:pt x="1903" y="5471"/>
                          <a:pt x="2452" y="5555"/>
                          <a:pt x="2999" y="5555"/>
                        </a:cubicBezTo>
                        <a:cubicBezTo>
                          <a:pt x="3646" y="5555"/>
                          <a:pt x="4290" y="5438"/>
                          <a:pt x="4904" y="5203"/>
                        </a:cubicBezTo>
                        <a:cubicBezTo>
                          <a:pt x="5471" y="4970"/>
                          <a:pt x="6005" y="4636"/>
                          <a:pt x="6472" y="4236"/>
                        </a:cubicBezTo>
                        <a:lnTo>
                          <a:pt x="6939" y="3835"/>
                        </a:lnTo>
                        <a:lnTo>
                          <a:pt x="7072" y="3735"/>
                        </a:lnTo>
                        <a:cubicBezTo>
                          <a:pt x="7172" y="3635"/>
                          <a:pt x="7306" y="3502"/>
                          <a:pt x="7406" y="3368"/>
                        </a:cubicBezTo>
                        <a:cubicBezTo>
                          <a:pt x="7706" y="2901"/>
                          <a:pt x="7839" y="2334"/>
                          <a:pt x="7706" y="1801"/>
                        </a:cubicBezTo>
                        <a:cubicBezTo>
                          <a:pt x="7572" y="1067"/>
                          <a:pt x="7039" y="466"/>
                          <a:pt x="6338" y="266"/>
                        </a:cubicBezTo>
                        <a:cubicBezTo>
                          <a:pt x="6272" y="233"/>
                          <a:pt x="6205" y="200"/>
                          <a:pt x="6105" y="200"/>
                        </a:cubicBezTo>
                        <a:cubicBezTo>
                          <a:pt x="5905" y="133"/>
                          <a:pt x="5704" y="99"/>
                          <a:pt x="5504" y="66"/>
                        </a:cubicBezTo>
                        <a:cubicBezTo>
                          <a:pt x="5234" y="23"/>
                          <a:pt x="4959" y="1"/>
                          <a:pt x="4684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9" name="Google Shape;669;p19"/>
                  <p:cNvSpPr/>
                  <p:nvPr/>
                </p:nvSpPr>
                <p:spPr>
                  <a:xfrm>
                    <a:off x="3048175" y="4470300"/>
                    <a:ext cx="90925" cy="44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7" h="1769" extrusionOk="0">
                        <a:moveTo>
                          <a:pt x="3470" y="1"/>
                        </a:moveTo>
                        <a:lnTo>
                          <a:pt x="1" y="1235"/>
                        </a:lnTo>
                        <a:lnTo>
                          <a:pt x="168" y="1769"/>
                        </a:lnTo>
                        <a:lnTo>
                          <a:pt x="3637" y="535"/>
                        </a:lnTo>
                        <a:lnTo>
                          <a:pt x="34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0" name="Google Shape;670;p19"/>
                  <p:cNvSpPr/>
                  <p:nvPr/>
                </p:nvSpPr>
                <p:spPr>
                  <a:xfrm>
                    <a:off x="3130750" y="4470300"/>
                    <a:ext cx="88400" cy="35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6" h="1402" extrusionOk="0">
                        <a:moveTo>
                          <a:pt x="134" y="1"/>
                        </a:moveTo>
                        <a:lnTo>
                          <a:pt x="67" y="301"/>
                        </a:lnTo>
                        <a:lnTo>
                          <a:pt x="0" y="535"/>
                        </a:lnTo>
                        <a:lnTo>
                          <a:pt x="167" y="601"/>
                        </a:lnTo>
                        <a:lnTo>
                          <a:pt x="1768" y="1035"/>
                        </a:lnTo>
                        <a:lnTo>
                          <a:pt x="2368" y="1202"/>
                        </a:lnTo>
                        <a:lnTo>
                          <a:pt x="3069" y="1402"/>
                        </a:lnTo>
                        <a:lnTo>
                          <a:pt x="3202" y="1302"/>
                        </a:lnTo>
                        <a:cubicBezTo>
                          <a:pt x="3302" y="1202"/>
                          <a:pt x="3436" y="1068"/>
                          <a:pt x="3536" y="935"/>
                        </a:cubicBezTo>
                        <a:lnTo>
                          <a:pt x="2469" y="635"/>
                        </a:lnTo>
                        <a:lnTo>
                          <a:pt x="2268" y="601"/>
                        </a:lnTo>
                        <a:lnTo>
                          <a:pt x="567" y="101"/>
                        </a:lnTo>
                        <a:lnTo>
                          <a:pt x="13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1" name="Google Shape;671;p19"/>
                  <p:cNvSpPr/>
                  <p:nvPr/>
                </p:nvSpPr>
                <p:spPr>
                  <a:xfrm>
                    <a:off x="3126575" y="4411100"/>
                    <a:ext cx="60075" cy="71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3" h="2870" extrusionOk="0">
                        <a:moveTo>
                          <a:pt x="1802" y="0"/>
                        </a:moveTo>
                        <a:lnTo>
                          <a:pt x="1802" y="34"/>
                        </a:lnTo>
                        <a:lnTo>
                          <a:pt x="1168" y="901"/>
                        </a:lnTo>
                        <a:lnTo>
                          <a:pt x="1034" y="1101"/>
                        </a:lnTo>
                        <a:lnTo>
                          <a:pt x="34" y="2469"/>
                        </a:lnTo>
                        <a:lnTo>
                          <a:pt x="0" y="2536"/>
                        </a:lnTo>
                        <a:lnTo>
                          <a:pt x="234" y="2669"/>
                        </a:lnTo>
                        <a:lnTo>
                          <a:pt x="467" y="2869"/>
                        </a:lnTo>
                        <a:lnTo>
                          <a:pt x="467" y="2836"/>
                        </a:lnTo>
                        <a:lnTo>
                          <a:pt x="734" y="2502"/>
                        </a:lnTo>
                        <a:lnTo>
                          <a:pt x="1668" y="1201"/>
                        </a:lnTo>
                        <a:lnTo>
                          <a:pt x="1702" y="1135"/>
                        </a:lnTo>
                        <a:lnTo>
                          <a:pt x="2402" y="134"/>
                        </a:lnTo>
                        <a:lnTo>
                          <a:pt x="180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2" name="Google Shape;672;p19"/>
                  <p:cNvSpPr/>
                  <p:nvPr/>
                </p:nvSpPr>
                <p:spPr>
                  <a:xfrm>
                    <a:off x="2997300" y="4285775"/>
                    <a:ext cx="195175" cy="138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07" h="5539" extrusionOk="0">
                        <a:moveTo>
                          <a:pt x="4820" y="1"/>
                        </a:moveTo>
                        <a:cubicBezTo>
                          <a:pt x="4339" y="1"/>
                          <a:pt x="3860" y="68"/>
                          <a:pt x="3403" y="210"/>
                        </a:cubicBezTo>
                        <a:lnTo>
                          <a:pt x="3337" y="143"/>
                        </a:lnTo>
                        <a:lnTo>
                          <a:pt x="3137" y="277"/>
                        </a:lnTo>
                        <a:lnTo>
                          <a:pt x="3103" y="277"/>
                        </a:lnTo>
                        <a:lnTo>
                          <a:pt x="2870" y="343"/>
                        </a:lnTo>
                        <a:cubicBezTo>
                          <a:pt x="2303" y="577"/>
                          <a:pt x="1769" y="911"/>
                          <a:pt x="1302" y="1311"/>
                        </a:cubicBezTo>
                        <a:lnTo>
                          <a:pt x="735" y="1811"/>
                        </a:lnTo>
                        <a:cubicBezTo>
                          <a:pt x="701" y="1845"/>
                          <a:pt x="701" y="1845"/>
                          <a:pt x="668" y="1878"/>
                        </a:cubicBezTo>
                        <a:lnTo>
                          <a:pt x="601" y="1945"/>
                        </a:lnTo>
                        <a:lnTo>
                          <a:pt x="568" y="1978"/>
                        </a:lnTo>
                        <a:lnTo>
                          <a:pt x="535" y="2011"/>
                        </a:lnTo>
                        <a:lnTo>
                          <a:pt x="435" y="2111"/>
                        </a:lnTo>
                        <a:cubicBezTo>
                          <a:pt x="234" y="2378"/>
                          <a:pt x="134" y="2678"/>
                          <a:pt x="68" y="2979"/>
                        </a:cubicBezTo>
                        <a:cubicBezTo>
                          <a:pt x="1" y="3246"/>
                          <a:pt x="1" y="3512"/>
                          <a:pt x="68" y="3746"/>
                        </a:cubicBezTo>
                        <a:cubicBezTo>
                          <a:pt x="134" y="4013"/>
                          <a:pt x="234" y="4280"/>
                          <a:pt x="368" y="4513"/>
                        </a:cubicBezTo>
                        <a:cubicBezTo>
                          <a:pt x="435" y="4580"/>
                          <a:pt x="468" y="4647"/>
                          <a:pt x="535" y="4713"/>
                        </a:cubicBezTo>
                        <a:cubicBezTo>
                          <a:pt x="701" y="4880"/>
                          <a:pt x="868" y="5013"/>
                          <a:pt x="1068" y="5114"/>
                        </a:cubicBezTo>
                        <a:cubicBezTo>
                          <a:pt x="1135" y="5147"/>
                          <a:pt x="1202" y="5214"/>
                          <a:pt x="1302" y="5247"/>
                        </a:cubicBezTo>
                        <a:lnTo>
                          <a:pt x="1435" y="5280"/>
                        </a:lnTo>
                        <a:cubicBezTo>
                          <a:pt x="1602" y="5347"/>
                          <a:pt x="1802" y="5380"/>
                          <a:pt x="2002" y="5447"/>
                        </a:cubicBezTo>
                        <a:cubicBezTo>
                          <a:pt x="2328" y="5508"/>
                          <a:pt x="2656" y="5538"/>
                          <a:pt x="2983" y="5538"/>
                        </a:cubicBezTo>
                        <a:cubicBezTo>
                          <a:pt x="3731" y="5538"/>
                          <a:pt x="4475" y="5382"/>
                          <a:pt x="5171" y="5080"/>
                        </a:cubicBezTo>
                        <a:lnTo>
                          <a:pt x="5205" y="5080"/>
                        </a:lnTo>
                        <a:cubicBezTo>
                          <a:pt x="5405" y="4980"/>
                          <a:pt x="5605" y="4880"/>
                          <a:pt x="5805" y="4780"/>
                        </a:cubicBezTo>
                        <a:lnTo>
                          <a:pt x="6372" y="4480"/>
                        </a:lnTo>
                        <a:lnTo>
                          <a:pt x="6339" y="4413"/>
                        </a:lnTo>
                        <a:lnTo>
                          <a:pt x="6439" y="4313"/>
                        </a:lnTo>
                        <a:lnTo>
                          <a:pt x="6539" y="4246"/>
                        </a:lnTo>
                        <a:lnTo>
                          <a:pt x="7106" y="3713"/>
                        </a:lnTo>
                        <a:cubicBezTo>
                          <a:pt x="7373" y="3479"/>
                          <a:pt x="7606" y="3179"/>
                          <a:pt x="7706" y="2845"/>
                        </a:cubicBezTo>
                        <a:cubicBezTo>
                          <a:pt x="7740" y="2745"/>
                          <a:pt x="7773" y="2678"/>
                          <a:pt x="7773" y="2578"/>
                        </a:cubicBezTo>
                        <a:lnTo>
                          <a:pt x="7773" y="2512"/>
                        </a:lnTo>
                        <a:cubicBezTo>
                          <a:pt x="7807" y="2445"/>
                          <a:pt x="7807" y="2412"/>
                          <a:pt x="7807" y="2378"/>
                        </a:cubicBezTo>
                        <a:cubicBezTo>
                          <a:pt x="7807" y="2211"/>
                          <a:pt x="7807" y="2078"/>
                          <a:pt x="7807" y="1945"/>
                        </a:cubicBezTo>
                        <a:cubicBezTo>
                          <a:pt x="7740" y="2111"/>
                          <a:pt x="7640" y="2245"/>
                          <a:pt x="7506" y="2378"/>
                        </a:cubicBezTo>
                        <a:lnTo>
                          <a:pt x="7039" y="2779"/>
                        </a:lnTo>
                        <a:cubicBezTo>
                          <a:pt x="6367" y="3382"/>
                          <a:pt x="5517" y="3694"/>
                          <a:pt x="4646" y="3694"/>
                        </a:cubicBezTo>
                        <a:cubicBezTo>
                          <a:pt x="4265" y="3694"/>
                          <a:pt x="3879" y="3634"/>
                          <a:pt x="3503" y="3512"/>
                        </a:cubicBezTo>
                        <a:cubicBezTo>
                          <a:pt x="3403" y="3479"/>
                          <a:pt x="3303" y="3412"/>
                          <a:pt x="3203" y="3346"/>
                        </a:cubicBezTo>
                        <a:cubicBezTo>
                          <a:pt x="3003" y="3179"/>
                          <a:pt x="2836" y="2945"/>
                          <a:pt x="2803" y="2678"/>
                        </a:cubicBezTo>
                        <a:cubicBezTo>
                          <a:pt x="2803" y="2612"/>
                          <a:pt x="2803" y="2545"/>
                          <a:pt x="2803" y="2478"/>
                        </a:cubicBezTo>
                        <a:cubicBezTo>
                          <a:pt x="2803" y="2245"/>
                          <a:pt x="2903" y="2045"/>
                          <a:pt x="3036" y="1845"/>
                        </a:cubicBezTo>
                        <a:cubicBezTo>
                          <a:pt x="3070" y="1811"/>
                          <a:pt x="3103" y="1778"/>
                          <a:pt x="3170" y="1744"/>
                        </a:cubicBezTo>
                        <a:lnTo>
                          <a:pt x="3637" y="1311"/>
                        </a:lnTo>
                        <a:cubicBezTo>
                          <a:pt x="3737" y="1211"/>
                          <a:pt x="3870" y="1144"/>
                          <a:pt x="3970" y="1044"/>
                        </a:cubicBezTo>
                        <a:cubicBezTo>
                          <a:pt x="4592" y="629"/>
                          <a:pt x="5309" y="406"/>
                          <a:pt x="6034" y="406"/>
                        </a:cubicBezTo>
                        <a:cubicBezTo>
                          <a:pt x="6359" y="406"/>
                          <a:pt x="6686" y="451"/>
                          <a:pt x="7006" y="544"/>
                        </a:cubicBezTo>
                        <a:lnTo>
                          <a:pt x="6973" y="510"/>
                        </a:lnTo>
                        <a:lnTo>
                          <a:pt x="6906" y="477"/>
                        </a:lnTo>
                        <a:cubicBezTo>
                          <a:pt x="6739" y="377"/>
                          <a:pt x="6606" y="310"/>
                          <a:pt x="6406" y="243"/>
                        </a:cubicBezTo>
                        <a:cubicBezTo>
                          <a:pt x="5895" y="85"/>
                          <a:pt x="5357" y="1"/>
                          <a:pt x="482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3" name="Google Shape;673;p19"/>
                  <p:cNvSpPr/>
                  <p:nvPr/>
                </p:nvSpPr>
                <p:spPr>
                  <a:xfrm>
                    <a:off x="3035675" y="4266200"/>
                    <a:ext cx="204325" cy="138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73" h="5549" extrusionOk="0">
                        <a:moveTo>
                          <a:pt x="4452" y="1192"/>
                        </a:moveTo>
                        <a:cubicBezTo>
                          <a:pt x="4738" y="1192"/>
                          <a:pt x="5025" y="1226"/>
                          <a:pt x="5304" y="1293"/>
                        </a:cubicBezTo>
                        <a:lnTo>
                          <a:pt x="5471" y="1327"/>
                        </a:lnTo>
                        <a:cubicBezTo>
                          <a:pt x="5504" y="1327"/>
                          <a:pt x="5571" y="1360"/>
                          <a:pt x="5604" y="1360"/>
                        </a:cubicBezTo>
                        <a:cubicBezTo>
                          <a:pt x="6171" y="1560"/>
                          <a:pt x="6472" y="2161"/>
                          <a:pt x="6272" y="2728"/>
                        </a:cubicBezTo>
                        <a:cubicBezTo>
                          <a:pt x="6238" y="2861"/>
                          <a:pt x="6138" y="2961"/>
                          <a:pt x="6071" y="3061"/>
                        </a:cubicBezTo>
                        <a:lnTo>
                          <a:pt x="5971" y="3128"/>
                        </a:lnTo>
                        <a:lnTo>
                          <a:pt x="5571" y="3528"/>
                        </a:lnTo>
                        <a:lnTo>
                          <a:pt x="5504" y="3562"/>
                        </a:lnTo>
                        <a:cubicBezTo>
                          <a:pt x="4823" y="4149"/>
                          <a:pt x="3961" y="4471"/>
                          <a:pt x="3091" y="4471"/>
                        </a:cubicBezTo>
                        <a:cubicBezTo>
                          <a:pt x="2725" y="4471"/>
                          <a:pt x="2357" y="4414"/>
                          <a:pt x="2002" y="4295"/>
                        </a:cubicBezTo>
                        <a:cubicBezTo>
                          <a:pt x="1868" y="4262"/>
                          <a:pt x="1768" y="4195"/>
                          <a:pt x="1702" y="4129"/>
                        </a:cubicBezTo>
                        <a:cubicBezTo>
                          <a:pt x="1602" y="4095"/>
                          <a:pt x="1535" y="4029"/>
                          <a:pt x="1501" y="3928"/>
                        </a:cubicBezTo>
                        <a:cubicBezTo>
                          <a:pt x="1368" y="3795"/>
                          <a:pt x="1301" y="3628"/>
                          <a:pt x="1268" y="3461"/>
                        </a:cubicBezTo>
                        <a:cubicBezTo>
                          <a:pt x="1268" y="3461"/>
                          <a:pt x="1268" y="3428"/>
                          <a:pt x="1268" y="3428"/>
                        </a:cubicBezTo>
                        <a:cubicBezTo>
                          <a:pt x="1268" y="3361"/>
                          <a:pt x="1268" y="3328"/>
                          <a:pt x="1268" y="3261"/>
                        </a:cubicBezTo>
                        <a:cubicBezTo>
                          <a:pt x="1268" y="3028"/>
                          <a:pt x="1368" y="2794"/>
                          <a:pt x="1535" y="2628"/>
                        </a:cubicBezTo>
                        <a:cubicBezTo>
                          <a:pt x="1535" y="2594"/>
                          <a:pt x="1602" y="2561"/>
                          <a:pt x="1635" y="2494"/>
                        </a:cubicBezTo>
                        <a:lnTo>
                          <a:pt x="2102" y="2094"/>
                        </a:lnTo>
                        <a:cubicBezTo>
                          <a:pt x="2202" y="1994"/>
                          <a:pt x="2335" y="1894"/>
                          <a:pt x="2469" y="1827"/>
                        </a:cubicBezTo>
                        <a:cubicBezTo>
                          <a:pt x="3039" y="1400"/>
                          <a:pt x="3744" y="1192"/>
                          <a:pt x="4452" y="1192"/>
                        </a:cubicBezTo>
                        <a:close/>
                        <a:moveTo>
                          <a:pt x="4751" y="0"/>
                        </a:moveTo>
                        <a:cubicBezTo>
                          <a:pt x="4156" y="0"/>
                          <a:pt x="3554" y="105"/>
                          <a:pt x="2969" y="293"/>
                        </a:cubicBezTo>
                        <a:lnTo>
                          <a:pt x="2702" y="426"/>
                        </a:lnTo>
                        <a:lnTo>
                          <a:pt x="2636" y="459"/>
                        </a:lnTo>
                        <a:lnTo>
                          <a:pt x="2502" y="526"/>
                        </a:lnTo>
                        <a:cubicBezTo>
                          <a:pt x="2435" y="559"/>
                          <a:pt x="2369" y="593"/>
                          <a:pt x="2302" y="626"/>
                        </a:cubicBezTo>
                        <a:cubicBezTo>
                          <a:pt x="2235" y="659"/>
                          <a:pt x="2169" y="693"/>
                          <a:pt x="2102" y="726"/>
                        </a:cubicBezTo>
                        <a:cubicBezTo>
                          <a:pt x="2102" y="726"/>
                          <a:pt x="1968" y="793"/>
                          <a:pt x="1935" y="826"/>
                        </a:cubicBezTo>
                        <a:cubicBezTo>
                          <a:pt x="1902" y="860"/>
                          <a:pt x="1868" y="860"/>
                          <a:pt x="1835" y="893"/>
                        </a:cubicBezTo>
                        <a:cubicBezTo>
                          <a:pt x="1768" y="926"/>
                          <a:pt x="1668" y="993"/>
                          <a:pt x="1602" y="1026"/>
                        </a:cubicBezTo>
                        <a:cubicBezTo>
                          <a:pt x="1468" y="1126"/>
                          <a:pt x="1335" y="1260"/>
                          <a:pt x="1235" y="1360"/>
                        </a:cubicBezTo>
                        <a:lnTo>
                          <a:pt x="634" y="1860"/>
                        </a:lnTo>
                        <a:cubicBezTo>
                          <a:pt x="534" y="1960"/>
                          <a:pt x="434" y="2060"/>
                          <a:pt x="367" y="2161"/>
                        </a:cubicBezTo>
                        <a:lnTo>
                          <a:pt x="301" y="2227"/>
                        </a:lnTo>
                        <a:cubicBezTo>
                          <a:pt x="301" y="2261"/>
                          <a:pt x="301" y="2261"/>
                          <a:pt x="267" y="2294"/>
                        </a:cubicBezTo>
                        <a:cubicBezTo>
                          <a:pt x="267" y="2294"/>
                          <a:pt x="267" y="2294"/>
                          <a:pt x="234" y="2327"/>
                        </a:cubicBezTo>
                        <a:lnTo>
                          <a:pt x="201" y="2394"/>
                        </a:lnTo>
                        <a:lnTo>
                          <a:pt x="201" y="2427"/>
                        </a:lnTo>
                        <a:lnTo>
                          <a:pt x="134" y="2527"/>
                        </a:lnTo>
                        <a:cubicBezTo>
                          <a:pt x="100" y="2594"/>
                          <a:pt x="67" y="2661"/>
                          <a:pt x="67" y="2728"/>
                        </a:cubicBezTo>
                        <a:cubicBezTo>
                          <a:pt x="34" y="2761"/>
                          <a:pt x="34" y="2794"/>
                          <a:pt x="34" y="2828"/>
                        </a:cubicBezTo>
                        <a:cubicBezTo>
                          <a:pt x="0" y="2894"/>
                          <a:pt x="0" y="2961"/>
                          <a:pt x="0" y="2994"/>
                        </a:cubicBezTo>
                        <a:lnTo>
                          <a:pt x="0" y="3095"/>
                        </a:lnTo>
                        <a:cubicBezTo>
                          <a:pt x="0" y="3095"/>
                          <a:pt x="0" y="3128"/>
                          <a:pt x="0" y="3128"/>
                        </a:cubicBezTo>
                        <a:lnTo>
                          <a:pt x="0" y="3328"/>
                        </a:lnTo>
                        <a:cubicBezTo>
                          <a:pt x="0" y="3495"/>
                          <a:pt x="0" y="3628"/>
                          <a:pt x="34" y="3795"/>
                        </a:cubicBezTo>
                        <a:cubicBezTo>
                          <a:pt x="34" y="3862"/>
                          <a:pt x="67" y="3962"/>
                          <a:pt x="100" y="4029"/>
                        </a:cubicBezTo>
                        <a:cubicBezTo>
                          <a:pt x="100" y="4062"/>
                          <a:pt x="100" y="4095"/>
                          <a:pt x="134" y="4129"/>
                        </a:cubicBezTo>
                        <a:lnTo>
                          <a:pt x="167" y="4229"/>
                        </a:lnTo>
                        <a:cubicBezTo>
                          <a:pt x="167" y="4262"/>
                          <a:pt x="201" y="4262"/>
                          <a:pt x="201" y="4295"/>
                        </a:cubicBezTo>
                        <a:cubicBezTo>
                          <a:pt x="201" y="4329"/>
                          <a:pt x="234" y="4329"/>
                          <a:pt x="234" y="4362"/>
                        </a:cubicBezTo>
                        <a:lnTo>
                          <a:pt x="301" y="4462"/>
                        </a:lnTo>
                        <a:cubicBezTo>
                          <a:pt x="334" y="4529"/>
                          <a:pt x="367" y="4596"/>
                          <a:pt x="434" y="4629"/>
                        </a:cubicBezTo>
                        <a:lnTo>
                          <a:pt x="534" y="4762"/>
                        </a:lnTo>
                        <a:cubicBezTo>
                          <a:pt x="534" y="4762"/>
                          <a:pt x="567" y="4796"/>
                          <a:pt x="567" y="4796"/>
                        </a:cubicBezTo>
                        <a:lnTo>
                          <a:pt x="601" y="4829"/>
                        </a:lnTo>
                        <a:cubicBezTo>
                          <a:pt x="634" y="4862"/>
                          <a:pt x="701" y="4896"/>
                          <a:pt x="734" y="4963"/>
                        </a:cubicBezTo>
                        <a:cubicBezTo>
                          <a:pt x="768" y="4963"/>
                          <a:pt x="801" y="4996"/>
                          <a:pt x="834" y="5029"/>
                        </a:cubicBezTo>
                        <a:lnTo>
                          <a:pt x="901" y="5096"/>
                        </a:lnTo>
                        <a:lnTo>
                          <a:pt x="1001" y="5129"/>
                        </a:lnTo>
                        <a:cubicBezTo>
                          <a:pt x="1101" y="5196"/>
                          <a:pt x="1235" y="5263"/>
                          <a:pt x="1368" y="5296"/>
                        </a:cubicBezTo>
                        <a:cubicBezTo>
                          <a:pt x="1903" y="5464"/>
                          <a:pt x="2452" y="5548"/>
                          <a:pt x="2999" y="5548"/>
                        </a:cubicBezTo>
                        <a:cubicBezTo>
                          <a:pt x="3646" y="5548"/>
                          <a:pt x="4290" y="5431"/>
                          <a:pt x="4904" y="5196"/>
                        </a:cubicBezTo>
                        <a:cubicBezTo>
                          <a:pt x="5471" y="4963"/>
                          <a:pt x="6005" y="4662"/>
                          <a:pt x="6472" y="4262"/>
                        </a:cubicBezTo>
                        <a:lnTo>
                          <a:pt x="6939" y="3828"/>
                        </a:lnTo>
                        <a:lnTo>
                          <a:pt x="7072" y="3728"/>
                        </a:lnTo>
                        <a:cubicBezTo>
                          <a:pt x="7172" y="3628"/>
                          <a:pt x="7306" y="3495"/>
                          <a:pt x="7406" y="3361"/>
                        </a:cubicBezTo>
                        <a:cubicBezTo>
                          <a:pt x="8173" y="2261"/>
                          <a:pt x="7639" y="693"/>
                          <a:pt x="6338" y="259"/>
                        </a:cubicBezTo>
                        <a:lnTo>
                          <a:pt x="6105" y="192"/>
                        </a:lnTo>
                        <a:cubicBezTo>
                          <a:pt x="5905" y="126"/>
                          <a:pt x="5704" y="92"/>
                          <a:pt x="5504" y="59"/>
                        </a:cubicBezTo>
                        <a:cubicBezTo>
                          <a:pt x="5255" y="19"/>
                          <a:pt x="5004" y="0"/>
                          <a:pt x="4751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4" name="Google Shape;674;p19"/>
                  <p:cNvSpPr/>
                  <p:nvPr/>
                </p:nvSpPr>
                <p:spPr>
                  <a:xfrm>
                    <a:off x="3048175" y="4328550"/>
                    <a:ext cx="90925" cy="43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7" h="1735" extrusionOk="0">
                        <a:moveTo>
                          <a:pt x="3470" y="0"/>
                        </a:moveTo>
                        <a:lnTo>
                          <a:pt x="1" y="1201"/>
                        </a:lnTo>
                        <a:lnTo>
                          <a:pt x="201" y="1735"/>
                        </a:lnTo>
                        <a:lnTo>
                          <a:pt x="3637" y="534"/>
                        </a:lnTo>
                        <a:lnTo>
                          <a:pt x="34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5" name="Google Shape;675;p19"/>
                  <p:cNvSpPr/>
                  <p:nvPr/>
                </p:nvSpPr>
                <p:spPr>
                  <a:xfrm>
                    <a:off x="3130750" y="4328550"/>
                    <a:ext cx="88400" cy="35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6" h="1402" extrusionOk="0">
                        <a:moveTo>
                          <a:pt x="134" y="0"/>
                        </a:moveTo>
                        <a:lnTo>
                          <a:pt x="67" y="267"/>
                        </a:lnTo>
                        <a:lnTo>
                          <a:pt x="0" y="534"/>
                        </a:lnTo>
                        <a:lnTo>
                          <a:pt x="167" y="567"/>
                        </a:lnTo>
                        <a:lnTo>
                          <a:pt x="1768" y="1034"/>
                        </a:lnTo>
                        <a:lnTo>
                          <a:pt x="2368" y="1201"/>
                        </a:lnTo>
                        <a:lnTo>
                          <a:pt x="3069" y="1401"/>
                        </a:lnTo>
                        <a:lnTo>
                          <a:pt x="3202" y="1301"/>
                        </a:lnTo>
                        <a:cubicBezTo>
                          <a:pt x="3302" y="1168"/>
                          <a:pt x="3436" y="1068"/>
                          <a:pt x="3536" y="934"/>
                        </a:cubicBezTo>
                        <a:lnTo>
                          <a:pt x="2469" y="634"/>
                        </a:lnTo>
                        <a:lnTo>
                          <a:pt x="2268" y="567"/>
                        </a:lnTo>
                        <a:lnTo>
                          <a:pt x="567" y="100"/>
                        </a:lnTo>
                        <a:lnTo>
                          <a:pt x="13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6" name="Google Shape;676;p19"/>
                  <p:cNvSpPr/>
                  <p:nvPr/>
                </p:nvSpPr>
                <p:spPr>
                  <a:xfrm>
                    <a:off x="3126575" y="4269325"/>
                    <a:ext cx="60075" cy="70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3" h="2837" extrusionOk="0">
                        <a:moveTo>
                          <a:pt x="1802" y="1"/>
                        </a:moveTo>
                        <a:lnTo>
                          <a:pt x="1168" y="868"/>
                        </a:lnTo>
                        <a:lnTo>
                          <a:pt x="1034" y="1068"/>
                        </a:lnTo>
                        <a:lnTo>
                          <a:pt x="34" y="2436"/>
                        </a:lnTo>
                        <a:lnTo>
                          <a:pt x="0" y="2503"/>
                        </a:lnTo>
                        <a:lnTo>
                          <a:pt x="234" y="2636"/>
                        </a:lnTo>
                        <a:lnTo>
                          <a:pt x="467" y="2836"/>
                        </a:lnTo>
                        <a:lnTo>
                          <a:pt x="467" y="2803"/>
                        </a:lnTo>
                        <a:lnTo>
                          <a:pt x="734" y="2469"/>
                        </a:lnTo>
                        <a:lnTo>
                          <a:pt x="1668" y="1168"/>
                        </a:lnTo>
                        <a:lnTo>
                          <a:pt x="1702" y="1102"/>
                        </a:lnTo>
                        <a:lnTo>
                          <a:pt x="2402" y="134"/>
                        </a:lnTo>
                        <a:lnTo>
                          <a:pt x="180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677" name="Google Shape;677;p19"/>
            <p:cNvSpPr/>
            <p:nvPr/>
          </p:nvSpPr>
          <p:spPr>
            <a:xfrm>
              <a:off x="7382485" y="696728"/>
              <a:ext cx="250245" cy="250245"/>
            </a:xfrm>
            <a:custGeom>
              <a:avLst/>
              <a:gdLst/>
              <a:ahLst/>
              <a:cxnLst/>
              <a:rect l="l" t="t" r="r" b="b"/>
              <a:pathLst>
                <a:path w="12076" h="12076" extrusionOk="0">
                  <a:moveTo>
                    <a:pt x="6038" y="1"/>
                  </a:moveTo>
                  <a:lnTo>
                    <a:pt x="5504" y="2336"/>
                  </a:lnTo>
                  <a:cubicBezTo>
                    <a:pt x="5104" y="3903"/>
                    <a:pt x="3903" y="5104"/>
                    <a:pt x="2335" y="5505"/>
                  </a:cubicBezTo>
                  <a:lnTo>
                    <a:pt x="0" y="6038"/>
                  </a:lnTo>
                  <a:lnTo>
                    <a:pt x="2335" y="6605"/>
                  </a:lnTo>
                  <a:cubicBezTo>
                    <a:pt x="3903" y="6972"/>
                    <a:pt x="5104" y="8207"/>
                    <a:pt x="5504" y="9774"/>
                  </a:cubicBezTo>
                  <a:lnTo>
                    <a:pt x="6038" y="12076"/>
                  </a:lnTo>
                  <a:lnTo>
                    <a:pt x="6605" y="9774"/>
                  </a:lnTo>
                  <a:cubicBezTo>
                    <a:pt x="6972" y="8207"/>
                    <a:pt x="8206" y="6972"/>
                    <a:pt x="9774" y="6605"/>
                  </a:cubicBezTo>
                  <a:lnTo>
                    <a:pt x="12075" y="6038"/>
                  </a:lnTo>
                  <a:lnTo>
                    <a:pt x="9774" y="5505"/>
                  </a:lnTo>
                  <a:cubicBezTo>
                    <a:pt x="8206" y="5104"/>
                    <a:pt x="6972" y="3903"/>
                    <a:pt x="6605" y="2336"/>
                  </a:cubicBezTo>
                  <a:lnTo>
                    <a:pt x="6038" y="1"/>
                  </a:lnTo>
                  <a:close/>
                </a:path>
              </a:pathLst>
            </a:custGeom>
            <a:solidFill>
              <a:srgbClr val="F1E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oogle Shape;706;p21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707" name="Google Shape;707;p21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1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1"/>
          <p:cNvSpPr txBox="1">
            <a:spLocks noGrp="1"/>
          </p:cNvSpPr>
          <p:nvPr>
            <p:ph type="subTitle" idx="1"/>
          </p:nvPr>
        </p:nvSpPr>
        <p:spPr>
          <a:xfrm>
            <a:off x="1056961" y="1982986"/>
            <a:ext cx="2958900" cy="17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710" name="Google Shape;710;p21"/>
          <p:cNvSpPr txBox="1">
            <a:spLocks noGrp="1"/>
          </p:cNvSpPr>
          <p:nvPr>
            <p:ph type="title"/>
          </p:nvPr>
        </p:nvSpPr>
        <p:spPr>
          <a:xfrm>
            <a:off x="1056961" y="1321236"/>
            <a:ext cx="2958900" cy="5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grpSp>
        <p:nvGrpSpPr>
          <p:cNvPr id="711" name="Google Shape;711;p21"/>
          <p:cNvGrpSpPr/>
          <p:nvPr/>
        </p:nvGrpSpPr>
        <p:grpSpPr>
          <a:xfrm rot="10800000">
            <a:off x="-795093" y="3715750"/>
            <a:ext cx="2242852" cy="2242852"/>
            <a:chOff x="7891962" y="-397004"/>
            <a:chExt cx="2042670" cy="2042670"/>
          </a:xfrm>
        </p:grpSpPr>
        <p:grpSp>
          <p:nvGrpSpPr>
            <p:cNvPr id="712" name="Google Shape;712;p21"/>
            <p:cNvGrpSpPr/>
            <p:nvPr/>
          </p:nvGrpSpPr>
          <p:grpSpPr>
            <a:xfrm rot="2700000">
              <a:off x="8066017" y="27224"/>
              <a:ext cx="1694559" cy="1194214"/>
              <a:chOff x="6675350" y="1828400"/>
              <a:chExt cx="1694575" cy="1194225"/>
            </a:xfrm>
          </p:grpSpPr>
          <p:sp>
            <p:nvSpPr>
              <p:cNvPr id="713" name="Google Shape;713;p21"/>
              <p:cNvSpPr/>
              <p:nvPr/>
            </p:nvSpPr>
            <p:spPr>
              <a:xfrm>
                <a:off x="6675350" y="1828400"/>
                <a:ext cx="1694575" cy="1194225"/>
              </a:xfrm>
              <a:custGeom>
                <a:avLst/>
                <a:gdLst/>
                <a:ahLst/>
                <a:cxnLst/>
                <a:rect l="l" t="t" r="r" b="b"/>
                <a:pathLst>
                  <a:path w="67783" h="47769" extrusionOk="0">
                    <a:moveTo>
                      <a:pt x="0" y="1"/>
                    </a:moveTo>
                    <a:lnTo>
                      <a:pt x="0" y="47768"/>
                    </a:lnTo>
                    <a:lnTo>
                      <a:pt x="67782" y="47768"/>
                    </a:lnTo>
                    <a:lnTo>
                      <a:pt x="6778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dist="95250" dir="19140000" algn="bl" rotWithShape="0">
                  <a:schemeClr val="lt2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1"/>
              <p:cNvSpPr/>
              <p:nvPr/>
            </p:nvSpPr>
            <p:spPr>
              <a:xfrm>
                <a:off x="6899675" y="1828400"/>
                <a:ext cx="468700" cy="1194225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47769" extrusionOk="0">
                    <a:moveTo>
                      <a:pt x="0" y="1"/>
                    </a:moveTo>
                    <a:lnTo>
                      <a:pt x="0" y="47768"/>
                    </a:lnTo>
                    <a:lnTo>
                      <a:pt x="18747" y="47768"/>
                    </a:lnTo>
                    <a:lnTo>
                      <a:pt x="1874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1"/>
              <p:cNvSpPr/>
              <p:nvPr/>
            </p:nvSpPr>
            <p:spPr>
              <a:xfrm>
                <a:off x="7465900" y="1828400"/>
                <a:ext cx="99275" cy="119422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47769" extrusionOk="0">
                    <a:moveTo>
                      <a:pt x="1" y="1"/>
                    </a:moveTo>
                    <a:lnTo>
                      <a:pt x="1" y="47768"/>
                    </a:lnTo>
                    <a:lnTo>
                      <a:pt x="3970" y="47768"/>
                    </a:lnTo>
                    <a:lnTo>
                      <a:pt x="39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6" name="Google Shape;716;p21"/>
            <p:cNvGrpSpPr/>
            <p:nvPr/>
          </p:nvGrpSpPr>
          <p:grpSpPr>
            <a:xfrm rot="2700000">
              <a:off x="8473682" y="292051"/>
              <a:ext cx="928702" cy="714562"/>
              <a:chOff x="2577850" y="4204275"/>
              <a:chExt cx="730550" cy="562100"/>
            </a:xfrm>
          </p:grpSpPr>
          <p:sp>
            <p:nvSpPr>
              <p:cNvPr id="717" name="Google Shape;717;p21"/>
              <p:cNvSpPr/>
              <p:nvPr/>
            </p:nvSpPr>
            <p:spPr>
              <a:xfrm>
                <a:off x="2577850" y="4204275"/>
                <a:ext cx="730550" cy="562100"/>
              </a:xfrm>
              <a:custGeom>
                <a:avLst/>
                <a:gdLst/>
                <a:ahLst/>
                <a:cxnLst/>
                <a:rect l="l" t="t" r="r" b="b"/>
                <a:pathLst>
                  <a:path w="29222" h="22484" extrusionOk="0">
                    <a:moveTo>
                      <a:pt x="4704" y="1"/>
                    </a:moveTo>
                    <a:cubicBezTo>
                      <a:pt x="2102" y="1"/>
                      <a:pt x="0" y="2102"/>
                      <a:pt x="0" y="4704"/>
                    </a:cubicBezTo>
                    <a:lnTo>
                      <a:pt x="0" y="17780"/>
                    </a:lnTo>
                    <a:cubicBezTo>
                      <a:pt x="0" y="20382"/>
                      <a:pt x="2102" y="22484"/>
                      <a:pt x="4704" y="22484"/>
                    </a:cubicBezTo>
                    <a:lnTo>
                      <a:pt x="24518" y="22484"/>
                    </a:lnTo>
                    <a:cubicBezTo>
                      <a:pt x="27120" y="22484"/>
                      <a:pt x="29221" y="20382"/>
                      <a:pt x="29221" y="17780"/>
                    </a:cubicBezTo>
                    <a:lnTo>
                      <a:pt x="29221" y="4704"/>
                    </a:lnTo>
                    <a:cubicBezTo>
                      <a:pt x="29221" y="2102"/>
                      <a:pt x="27120" y="1"/>
                      <a:pt x="245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1"/>
              <p:cNvSpPr/>
              <p:nvPr/>
            </p:nvSpPr>
            <p:spPr>
              <a:xfrm>
                <a:off x="2577850" y="4204275"/>
                <a:ext cx="356100" cy="562100"/>
              </a:xfrm>
              <a:custGeom>
                <a:avLst/>
                <a:gdLst/>
                <a:ahLst/>
                <a:cxnLst/>
                <a:rect l="l" t="t" r="r" b="b"/>
                <a:pathLst>
                  <a:path w="14244" h="22484" fill="none" extrusionOk="0">
                    <a:moveTo>
                      <a:pt x="14244" y="22484"/>
                    </a:moveTo>
                    <a:lnTo>
                      <a:pt x="4704" y="22484"/>
                    </a:lnTo>
                    <a:cubicBezTo>
                      <a:pt x="2102" y="22484"/>
                      <a:pt x="0" y="20382"/>
                      <a:pt x="0" y="17780"/>
                    </a:cubicBezTo>
                    <a:lnTo>
                      <a:pt x="0" y="4704"/>
                    </a:lnTo>
                    <a:cubicBezTo>
                      <a:pt x="0" y="2102"/>
                      <a:pt x="2102" y="1"/>
                      <a:pt x="4704" y="1"/>
                    </a:cubicBez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1"/>
              <p:cNvSpPr/>
              <p:nvPr/>
            </p:nvSpPr>
            <p:spPr>
              <a:xfrm>
                <a:off x="2634550" y="4294400"/>
                <a:ext cx="410325" cy="377925"/>
              </a:xfrm>
              <a:custGeom>
                <a:avLst/>
                <a:gdLst/>
                <a:ahLst/>
                <a:cxnLst/>
                <a:rect l="l" t="t" r="r" b="b"/>
                <a:pathLst>
                  <a:path w="16413" h="15117" extrusionOk="0">
                    <a:moveTo>
                      <a:pt x="8229" y="0"/>
                    </a:moveTo>
                    <a:cubicBezTo>
                      <a:pt x="4663" y="0"/>
                      <a:pt x="1480" y="2507"/>
                      <a:pt x="801" y="6136"/>
                    </a:cubicBezTo>
                    <a:cubicBezTo>
                      <a:pt x="1" y="10206"/>
                      <a:pt x="2669" y="14175"/>
                      <a:pt x="6772" y="14976"/>
                    </a:cubicBezTo>
                    <a:cubicBezTo>
                      <a:pt x="7259" y="15071"/>
                      <a:pt x="7743" y="15116"/>
                      <a:pt x="8221" y="15116"/>
                    </a:cubicBezTo>
                    <a:cubicBezTo>
                      <a:pt x="11771" y="15116"/>
                      <a:pt x="14935" y="12592"/>
                      <a:pt x="15612" y="9005"/>
                    </a:cubicBezTo>
                    <a:cubicBezTo>
                      <a:pt x="16412" y="4902"/>
                      <a:pt x="13744" y="932"/>
                      <a:pt x="9641" y="132"/>
                    </a:cubicBezTo>
                    <a:cubicBezTo>
                      <a:pt x="9167" y="43"/>
                      <a:pt x="8695" y="0"/>
                      <a:pt x="82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1"/>
              <p:cNvSpPr/>
              <p:nvPr/>
            </p:nvSpPr>
            <p:spPr>
              <a:xfrm>
                <a:off x="2679575" y="4323525"/>
                <a:ext cx="320275" cy="319425"/>
              </a:xfrm>
              <a:custGeom>
                <a:avLst/>
                <a:gdLst/>
                <a:ahLst/>
                <a:cxnLst/>
                <a:rect l="l" t="t" r="r" b="b"/>
                <a:pathLst>
                  <a:path w="12811" h="12777" extrusionOk="0">
                    <a:moveTo>
                      <a:pt x="6139" y="1"/>
                    </a:moveTo>
                    <a:cubicBezTo>
                      <a:pt x="4704" y="34"/>
                      <a:pt x="3370" y="568"/>
                      <a:pt x="2269" y="1502"/>
                    </a:cubicBezTo>
                    <a:cubicBezTo>
                      <a:pt x="2136" y="1602"/>
                      <a:pt x="2002" y="1736"/>
                      <a:pt x="1869" y="1869"/>
                    </a:cubicBezTo>
                    <a:cubicBezTo>
                      <a:pt x="835" y="2903"/>
                      <a:pt x="201" y="4271"/>
                      <a:pt x="34" y="5738"/>
                    </a:cubicBezTo>
                    <a:cubicBezTo>
                      <a:pt x="1" y="5905"/>
                      <a:pt x="1" y="6072"/>
                      <a:pt x="1" y="6272"/>
                    </a:cubicBezTo>
                    <a:lnTo>
                      <a:pt x="1" y="6372"/>
                    </a:lnTo>
                    <a:cubicBezTo>
                      <a:pt x="1" y="7907"/>
                      <a:pt x="535" y="9341"/>
                      <a:pt x="1502" y="10509"/>
                    </a:cubicBezTo>
                    <a:cubicBezTo>
                      <a:pt x="1635" y="10642"/>
                      <a:pt x="1735" y="10775"/>
                      <a:pt x="1869" y="10909"/>
                    </a:cubicBezTo>
                    <a:cubicBezTo>
                      <a:pt x="3003" y="12043"/>
                      <a:pt x="4537" y="12710"/>
                      <a:pt x="6139" y="12777"/>
                    </a:cubicBezTo>
                    <a:lnTo>
                      <a:pt x="6672" y="12777"/>
                    </a:lnTo>
                    <a:cubicBezTo>
                      <a:pt x="8273" y="12710"/>
                      <a:pt x="9808" y="12043"/>
                      <a:pt x="10942" y="10909"/>
                    </a:cubicBezTo>
                    <a:cubicBezTo>
                      <a:pt x="11075" y="10775"/>
                      <a:pt x="11176" y="10642"/>
                      <a:pt x="11309" y="10509"/>
                    </a:cubicBezTo>
                    <a:cubicBezTo>
                      <a:pt x="12276" y="9341"/>
                      <a:pt x="12810" y="7907"/>
                      <a:pt x="12810" y="6372"/>
                    </a:cubicBezTo>
                    <a:cubicBezTo>
                      <a:pt x="12810" y="6339"/>
                      <a:pt x="12810" y="6305"/>
                      <a:pt x="12777" y="6239"/>
                    </a:cubicBezTo>
                    <a:cubicBezTo>
                      <a:pt x="12777" y="6072"/>
                      <a:pt x="12777" y="5905"/>
                      <a:pt x="12777" y="5738"/>
                    </a:cubicBezTo>
                    <a:cubicBezTo>
                      <a:pt x="12610" y="4271"/>
                      <a:pt x="11976" y="2903"/>
                      <a:pt x="10909" y="1836"/>
                    </a:cubicBezTo>
                    <a:cubicBezTo>
                      <a:pt x="10775" y="1736"/>
                      <a:pt x="10642" y="1602"/>
                      <a:pt x="10508" y="1502"/>
                    </a:cubicBezTo>
                    <a:cubicBezTo>
                      <a:pt x="9441" y="568"/>
                      <a:pt x="8073" y="34"/>
                      <a:pt x="66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1"/>
              <p:cNvSpPr/>
              <p:nvPr/>
            </p:nvSpPr>
            <p:spPr>
              <a:xfrm>
                <a:off x="2702925" y="4346875"/>
                <a:ext cx="273575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0909" extrusionOk="0">
                    <a:moveTo>
                      <a:pt x="5238" y="1"/>
                    </a:moveTo>
                    <a:cubicBezTo>
                      <a:pt x="4037" y="34"/>
                      <a:pt x="2870" y="501"/>
                      <a:pt x="1936" y="1269"/>
                    </a:cubicBezTo>
                    <a:cubicBezTo>
                      <a:pt x="1836" y="1369"/>
                      <a:pt x="1702" y="1469"/>
                      <a:pt x="1602" y="1602"/>
                    </a:cubicBezTo>
                    <a:cubicBezTo>
                      <a:pt x="701" y="2469"/>
                      <a:pt x="134" y="3637"/>
                      <a:pt x="34" y="4904"/>
                    </a:cubicBezTo>
                    <a:cubicBezTo>
                      <a:pt x="1" y="5038"/>
                      <a:pt x="1" y="5205"/>
                      <a:pt x="1" y="5371"/>
                    </a:cubicBezTo>
                    <a:lnTo>
                      <a:pt x="1" y="5438"/>
                    </a:lnTo>
                    <a:cubicBezTo>
                      <a:pt x="1" y="6739"/>
                      <a:pt x="435" y="8007"/>
                      <a:pt x="1268" y="8974"/>
                    </a:cubicBezTo>
                    <a:cubicBezTo>
                      <a:pt x="1369" y="9108"/>
                      <a:pt x="1502" y="9208"/>
                      <a:pt x="1602" y="9308"/>
                    </a:cubicBezTo>
                    <a:cubicBezTo>
                      <a:pt x="2569" y="10308"/>
                      <a:pt x="3870" y="10875"/>
                      <a:pt x="5238" y="10909"/>
                    </a:cubicBezTo>
                    <a:lnTo>
                      <a:pt x="5705" y="10909"/>
                    </a:lnTo>
                    <a:cubicBezTo>
                      <a:pt x="7073" y="10875"/>
                      <a:pt x="8374" y="10308"/>
                      <a:pt x="9341" y="9308"/>
                    </a:cubicBezTo>
                    <a:cubicBezTo>
                      <a:pt x="9474" y="9208"/>
                      <a:pt x="9574" y="9108"/>
                      <a:pt x="9674" y="8974"/>
                    </a:cubicBezTo>
                    <a:cubicBezTo>
                      <a:pt x="10508" y="8007"/>
                      <a:pt x="10942" y="6739"/>
                      <a:pt x="10942" y="5438"/>
                    </a:cubicBezTo>
                    <a:lnTo>
                      <a:pt x="10942" y="5371"/>
                    </a:lnTo>
                    <a:cubicBezTo>
                      <a:pt x="10942" y="5205"/>
                      <a:pt x="10909" y="5038"/>
                      <a:pt x="10909" y="4904"/>
                    </a:cubicBezTo>
                    <a:cubicBezTo>
                      <a:pt x="10775" y="3637"/>
                      <a:pt x="10242" y="2469"/>
                      <a:pt x="9341" y="1569"/>
                    </a:cubicBezTo>
                    <a:cubicBezTo>
                      <a:pt x="9241" y="1469"/>
                      <a:pt x="9107" y="1369"/>
                      <a:pt x="9007" y="1269"/>
                    </a:cubicBezTo>
                    <a:cubicBezTo>
                      <a:pt x="8073" y="501"/>
                      <a:pt x="6906" y="34"/>
                      <a:pt x="57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21"/>
              <p:cNvSpPr/>
              <p:nvPr/>
            </p:nvSpPr>
            <p:spPr>
              <a:xfrm>
                <a:off x="2702925" y="4469475"/>
                <a:ext cx="2735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468" extrusionOk="0">
                    <a:moveTo>
                      <a:pt x="34" y="0"/>
                    </a:moveTo>
                    <a:cubicBezTo>
                      <a:pt x="1" y="134"/>
                      <a:pt x="1" y="301"/>
                      <a:pt x="1" y="467"/>
                    </a:cubicBezTo>
                    <a:lnTo>
                      <a:pt x="10942" y="467"/>
                    </a:lnTo>
                    <a:cubicBezTo>
                      <a:pt x="10942" y="301"/>
                      <a:pt x="10942" y="134"/>
                      <a:pt x="109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21"/>
              <p:cNvSpPr/>
              <p:nvPr/>
            </p:nvSpPr>
            <p:spPr>
              <a:xfrm>
                <a:off x="2833850" y="4346050"/>
                <a:ext cx="11700" cy="274400"/>
              </a:xfrm>
              <a:custGeom>
                <a:avLst/>
                <a:gdLst/>
                <a:ahLst/>
                <a:cxnLst/>
                <a:rect l="l" t="t" r="r" b="b"/>
                <a:pathLst>
                  <a:path w="468" h="10976" extrusionOk="0">
                    <a:moveTo>
                      <a:pt x="1" y="1"/>
                    </a:moveTo>
                    <a:lnTo>
                      <a:pt x="1" y="10975"/>
                    </a:lnTo>
                    <a:lnTo>
                      <a:pt x="468" y="10975"/>
                    </a:lnTo>
                    <a:lnTo>
                      <a:pt x="4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21"/>
              <p:cNvSpPr/>
              <p:nvPr/>
            </p:nvSpPr>
            <p:spPr>
              <a:xfrm>
                <a:off x="2734625" y="4378575"/>
                <a:ext cx="201825" cy="201000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8040" extrusionOk="0">
                    <a:moveTo>
                      <a:pt x="7739" y="1"/>
                    </a:moveTo>
                    <a:lnTo>
                      <a:pt x="4437" y="3303"/>
                    </a:lnTo>
                    <a:lnTo>
                      <a:pt x="4203" y="3536"/>
                    </a:lnTo>
                    <a:lnTo>
                      <a:pt x="4103" y="3603"/>
                    </a:lnTo>
                    <a:lnTo>
                      <a:pt x="3970" y="3737"/>
                    </a:lnTo>
                    <a:lnTo>
                      <a:pt x="3870" y="3837"/>
                    </a:lnTo>
                    <a:lnTo>
                      <a:pt x="3636" y="4070"/>
                    </a:lnTo>
                    <a:lnTo>
                      <a:pt x="0" y="7706"/>
                    </a:lnTo>
                    <a:cubicBezTo>
                      <a:pt x="101" y="7840"/>
                      <a:pt x="234" y="7940"/>
                      <a:pt x="334" y="8040"/>
                    </a:cubicBezTo>
                    <a:lnTo>
                      <a:pt x="3970" y="4404"/>
                    </a:lnTo>
                    <a:lnTo>
                      <a:pt x="4203" y="4170"/>
                    </a:lnTo>
                    <a:lnTo>
                      <a:pt x="4304" y="4070"/>
                    </a:lnTo>
                    <a:lnTo>
                      <a:pt x="4437" y="3937"/>
                    </a:lnTo>
                    <a:lnTo>
                      <a:pt x="4537" y="3837"/>
                    </a:lnTo>
                    <a:lnTo>
                      <a:pt x="4771" y="3603"/>
                    </a:lnTo>
                    <a:lnTo>
                      <a:pt x="8073" y="301"/>
                    </a:lnTo>
                    <a:cubicBezTo>
                      <a:pt x="7973" y="201"/>
                      <a:pt x="7873" y="101"/>
                      <a:pt x="77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21"/>
              <p:cNvSpPr/>
              <p:nvPr/>
            </p:nvSpPr>
            <p:spPr>
              <a:xfrm>
                <a:off x="2743800" y="4378575"/>
                <a:ext cx="201000" cy="201000"/>
              </a:xfrm>
              <a:custGeom>
                <a:avLst/>
                <a:gdLst/>
                <a:ahLst/>
                <a:cxnLst/>
                <a:rect l="l" t="t" r="r" b="b"/>
                <a:pathLst>
                  <a:path w="8040" h="8040" extrusionOk="0">
                    <a:moveTo>
                      <a:pt x="334" y="1"/>
                    </a:moveTo>
                    <a:cubicBezTo>
                      <a:pt x="201" y="101"/>
                      <a:pt x="100" y="201"/>
                      <a:pt x="0" y="301"/>
                    </a:cubicBezTo>
                    <a:lnTo>
                      <a:pt x="3603" y="3970"/>
                    </a:lnTo>
                    <a:lnTo>
                      <a:pt x="3736" y="4103"/>
                    </a:lnTo>
                    <a:lnTo>
                      <a:pt x="3836" y="4170"/>
                    </a:lnTo>
                    <a:lnTo>
                      <a:pt x="4070" y="4404"/>
                    </a:lnTo>
                    <a:lnTo>
                      <a:pt x="7706" y="8040"/>
                    </a:lnTo>
                    <a:cubicBezTo>
                      <a:pt x="7839" y="7940"/>
                      <a:pt x="7939" y="7840"/>
                      <a:pt x="8039" y="7706"/>
                    </a:cubicBezTo>
                    <a:lnTo>
                      <a:pt x="4404" y="4070"/>
                    </a:lnTo>
                    <a:lnTo>
                      <a:pt x="4170" y="3837"/>
                    </a:lnTo>
                    <a:lnTo>
                      <a:pt x="3937" y="3603"/>
                    </a:lnTo>
                    <a:lnTo>
                      <a:pt x="3870" y="3536"/>
                    </a:lnTo>
                    <a:lnTo>
                      <a:pt x="3636" y="3303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21"/>
              <p:cNvSpPr/>
              <p:nvPr/>
            </p:nvSpPr>
            <p:spPr>
              <a:xfrm>
                <a:off x="3172425" y="45854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21"/>
              <p:cNvSpPr/>
              <p:nvPr/>
            </p:nvSpPr>
            <p:spPr>
              <a:xfrm>
                <a:off x="3192450" y="4617925"/>
                <a:ext cx="25" cy="1675"/>
              </a:xfrm>
              <a:custGeom>
                <a:avLst/>
                <a:gdLst/>
                <a:ahLst/>
                <a:cxnLst/>
                <a:rect l="l" t="t" r="r" b="b"/>
                <a:pathLst>
                  <a:path w="1" h="67" extrusionOk="0">
                    <a:moveTo>
                      <a:pt x="1" y="0"/>
                    </a:moveTo>
                    <a:lnTo>
                      <a:pt x="1" y="67"/>
                    </a:lnTo>
                    <a:cubicBezTo>
                      <a:pt x="1" y="3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21"/>
              <p:cNvSpPr/>
              <p:nvPr/>
            </p:nvSpPr>
            <p:spPr>
              <a:xfrm>
                <a:off x="3172425" y="45845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21"/>
              <p:cNvSpPr/>
              <p:nvPr/>
            </p:nvSpPr>
            <p:spPr>
              <a:xfrm>
                <a:off x="3172425" y="4441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21"/>
              <p:cNvSpPr/>
              <p:nvPr/>
            </p:nvSpPr>
            <p:spPr>
              <a:xfrm>
                <a:off x="3192450" y="4475300"/>
                <a:ext cx="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1" y="68"/>
                    </a:lnTo>
                    <a:cubicBezTo>
                      <a:pt x="1" y="34"/>
                      <a:pt x="1" y="34"/>
                      <a:pt x="1" y="1"/>
                    </a:cubicBez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1"/>
              <p:cNvSpPr/>
              <p:nvPr/>
            </p:nvSpPr>
            <p:spPr>
              <a:xfrm>
                <a:off x="3172425" y="4441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21"/>
              <p:cNvSpPr/>
              <p:nvPr/>
            </p:nvSpPr>
            <p:spPr>
              <a:xfrm>
                <a:off x="3172425" y="4299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21"/>
              <p:cNvSpPr/>
              <p:nvPr/>
            </p:nvSpPr>
            <p:spPr>
              <a:xfrm>
                <a:off x="3192450" y="4332700"/>
                <a:ext cx="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1" y="68"/>
                    </a:lnTo>
                    <a:cubicBezTo>
                      <a:pt x="1" y="34"/>
                      <a:pt x="1" y="34"/>
                      <a:pt x="1" y="1"/>
                    </a:cubicBez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21"/>
              <p:cNvSpPr/>
              <p:nvPr/>
            </p:nvSpPr>
            <p:spPr>
              <a:xfrm>
                <a:off x="3172425" y="4299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35" name="Google Shape;735;p21"/>
              <p:cNvGrpSpPr/>
              <p:nvPr/>
            </p:nvGrpSpPr>
            <p:grpSpPr>
              <a:xfrm>
                <a:off x="2995650" y="4266200"/>
                <a:ext cx="244350" cy="442975"/>
                <a:chOff x="2995650" y="4266200"/>
                <a:chExt cx="244350" cy="442975"/>
              </a:xfrm>
            </p:grpSpPr>
            <p:sp>
              <p:nvSpPr>
                <p:cNvPr id="736" name="Google Shape;736;p21"/>
                <p:cNvSpPr/>
                <p:nvPr/>
              </p:nvSpPr>
              <p:spPr>
                <a:xfrm>
                  <a:off x="2997300" y="4570100"/>
                  <a:ext cx="195175" cy="13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7" h="5563" extrusionOk="0">
                      <a:moveTo>
                        <a:pt x="4749" y="1"/>
                      </a:moveTo>
                      <a:cubicBezTo>
                        <a:pt x="4300" y="1"/>
                        <a:pt x="3848" y="60"/>
                        <a:pt x="3403" y="179"/>
                      </a:cubicBezTo>
                      <a:lnTo>
                        <a:pt x="3337" y="112"/>
                      </a:lnTo>
                      <a:lnTo>
                        <a:pt x="3137" y="279"/>
                      </a:lnTo>
                      <a:lnTo>
                        <a:pt x="3103" y="279"/>
                      </a:lnTo>
                      <a:lnTo>
                        <a:pt x="2870" y="345"/>
                      </a:lnTo>
                      <a:cubicBezTo>
                        <a:pt x="2303" y="579"/>
                        <a:pt x="1769" y="879"/>
                        <a:pt x="1302" y="1279"/>
                      </a:cubicBezTo>
                      <a:lnTo>
                        <a:pt x="735" y="1813"/>
                      </a:lnTo>
                      <a:cubicBezTo>
                        <a:pt x="701" y="1813"/>
                        <a:pt x="701" y="1846"/>
                        <a:pt x="701" y="1846"/>
                      </a:cubicBezTo>
                      <a:lnTo>
                        <a:pt x="601" y="1946"/>
                      </a:lnTo>
                      <a:lnTo>
                        <a:pt x="568" y="1980"/>
                      </a:lnTo>
                      <a:lnTo>
                        <a:pt x="535" y="2013"/>
                      </a:lnTo>
                      <a:lnTo>
                        <a:pt x="435" y="2147"/>
                      </a:lnTo>
                      <a:cubicBezTo>
                        <a:pt x="234" y="2380"/>
                        <a:pt x="134" y="2680"/>
                        <a:pt x="68" y="3014"/>
                      </a:cubicBezTo>
                      <a:cubicBezTo>
                        <a:pt x="1" y="3247"/>
                        <a:pt x="1" y="3514"/>
                        <a:pt x="68" y="3781"/>
                      </a:cubicBezTo>
                      <a:cubicBezTo>
                        <a:pt x="134" y="4048"/>
                        <a:pt x="234" y="4281"/>
                        <a:pt x="368" y="4515"/>
                      </a:cubicBezTo>
                      <a:cubicBezTo>
                        <a:pt x="435" y="4582"/>
                        <a:pt x="468" y="4648"/>
                        <a:pt x="535" y="4715"/>
                      </a:cubicBezTo>
                      <a:cubicBezTo>
                        <a:pt x="701" y="4882"/>
                        <a:pt x="868" y="5015"/>
                        <a:pt x="1068" y="5149"/>
                      </a:cubicBezTo>
                      <a:cubicBezTo>
                        <a:pt x="1135" y="5182"/>
                        <a:pt x="1202" y="5215"/>
                        <a:pt x="1302" y="5249"/>
                      </a:cubicBezTo>
                      <a:lnTo>
                        <a:pt x="1435" y="5316"/>
                      </a:lnTo>
                      <a:cubicBezTo>
                        <a:pt x="1602" y="5349"/>
                        <a:pt x="1802" y="5416"/>
                        <a:pt x="2002" y="5449"/>
                      </a:cubicBezTo>
                      <a:cubicBezTo>
                        <a:pt x="2352" y="5526"/>
                        <a:pt x="2706" y="5563"/>
                        <a:pt x="3059" y="5563"/>
                      </a:cubicBezTo>
                      <a:cubicBezTo>
                        <a:pt x="3781" y="5563"/>
                        <a:pt x="4499" y="5407"/>
                        <a:pt x="5171" y="5115"/>
                      </a:cubicBezTo>
                      <a:lnTo>
                        <a:pt x="5205" y="5082"/>
                      </a:lnTo>
                      <a:cubicBezTo>
                        <a:pt x="5405" y="4982"/>
                        <a:pt x="5605" y="4882"/>
                        <a:pt x="5805" y="4782"/>
                      </a:cubicBezTo>
                      <a:lnTo>
                        <a:pt x="6372" y="4482"/>
                      </a:lnTo>
                      <a:lnTo>
                        <a:pt x="6339" y="4415"/>
                      </a:lnTo>
                      <a:lnTo>
                        <a:pt x="6439" y="4348"/>
                      </a:lnTo>
                      <a:lnTo>
                        <a:pt x="6539" y="4248"/>
                      </a:lnTo>
                      <a:lnTo>
                        <a:pt x="7106" y="3714"/>
                      </a:lnTo>
                      <a:cubicBezTo>
                        <a:pt x="7406" y="3481"/>
                        <a:pt x="7606" y="3181"/>
                        <a:pt x="7706" y="2847"/>
                      </a:cubicBezTo>
                      <a:cubicBezTo>
                        <a:pt x="7740" y="2780"/>
                        <a:pt x="7773" y="2680"/>
                        <a:pt x="7773" y="2614"/>
                      </a:cubicBezTo>
                      <a:lnTo>
                        <a:pt x="7773" y="2514"/>
                      </a:lnTo>
                      <a:cubicBezTo>
                        <a:pt x="7807" y="2480"/>
                        <a:pt x="7807" y="2413"/>
                        <a:pt x="7807" y="2380"/>
                      </a:cubicBezTo>
                      <a:cubicBezTo>
                        <a:pt x="7807" y="2247"/>
                        <a:pt x="7807" y="2113"/>
                        <a:pt x="7807" y="1980"/>
                      </a:cubicBezTo>
                      <a:cubicBezTo>
                        <a:pt x="7740" y="2113"/>
                        <a:pt x="7640" y="2280"/>
                        <a:pt x="7506" y="2380"/>
                      </a:cubicBezTo>
                      <a:lnTo>
                        <a:pt x="7039" y="2814"/>
                      </a:lnTo>
                      <a:cubicBezTo>
                        <a:pt x="6369" y="3392"/>
                        <a:pt x="5523" y="3697"/>
                        <a:pt x="4655" y="3697"/>
                      </a:cubicBezTo>
                      <a:cubicBezTo>
                        <a:pt x="4271" y="3697"/>
                        <a:pt x="3882" y="3637"/>
                        <a:pt x="3503" y="3514"/>
                      </a:cubicBezTo>
                      <a:cubicBezTo>
                        <a:pt x="3403" y="3481"/>
                        <a:pt x="3303" y="3448"/>
                        <a:pt x="3203" y="3381"/>
                      </a:cubicBezTo>
                      <a:cubicBezTo>
                        <a:pt x="3003" y="3214"/>
                        <a:pt x="2836" y="2981"/>
                        <a:pt x="2803" y="2714"/>
                      </a:cubicBezTo>
                      <a:cubicBezTo>
                        <a:pt x="2803" y="2647"/>
                        <a:pt x="2803" y="2580"/>
                        <a:pt x="2803" y="2514"/>
                      </a:cubicBezTo>
                      <a:cubicBezTo>
                        <a:pt x="2803" y="2280"/>
                        <a:pt x="2903" y="2047"/>
                        <a:pt x="3036" y="1880"/>
                      </a:cubicBezTo>
                      <a:cubicBezTo>
                        <a:pt x="3070" y="1813"/>
                        <a:pt x="3103" y="1780"/>
                        <a:pt x="3170" y="1746"/>
                      </a:cubicBezTo>
                      <a:lnTo>
                        <a:pt x="3637" y="1346"/>
                      </a:lnTo>
                      <a:cubicBezTo>
                        <a:pt x="3737" y="1246"/>
                        <a:pt x="3870" y="1146"/>
                        <a:pt x="3970" y="1046"/>
                      </a:cubicBezTo>
                      <a:cubicBezTo>
                        <a:pt x="4578" y="641"/>
                        <a:pt x="5277" y="433"/>
                        <a:pt x="5985" y="433"/>
                      </a:cubicBezTo>
                      <a:cubicBezTo>
                        <a:pt x="6326" y="433"/>
                        <a:pt x="6670" y="481"/>
                        <a:pt x="7006" y="579"/>
                      </a:cubicBezTo>
                      <a:lnTo>
                        <a:pt x="6973" y="545"/>
                      </a:lnTo>
                      <a:lnTo>
                        <a:pt x="6906" y="512"/>
                      </a:lnTo>
                      <a:cubicBezTo>
                        <a:pt x="6739" y="412"/>
                        <a:pt x="6606" y="312"/>
                        <a:pt x="6406" y="279"/>
                      </a:cubicBezTo>
                      <a:cubicBezTo>
                        <a:pt x="5868" y="93"/>
                        <a:pt x="5310" y="1"/>
                        <a:pt x="474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" name="Google Shape;737;p21"/>
                <p:cNvSpPr/>
                <p:nvPr/>
              </p:nvSpPr>
              <p:spPr>
                <a:xfrm>
                  <a:off x="3035675" y="4550950"/>
                  <a:ext cx="196000" cy="13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0" h="5547" extrusionOk="0">
                      <a:moveTo>
                        <a:pt x="4491" y="1182"/>
                      </a:moveTo>
                      <a:cubicBezTo>
                        <a:pt x="4764" y="1182"/>
                        <a:pt x="5038" y="1214"/>
                        <a:pt x="5304" y="1278"/>
                      </a:cubicBezTo>
                      <a:lnTo>
                        <a:pt x="5471" y="1311"/>
                      </a:lnTo>
                      <a:lnTo>
                        <a:pt x="5471" y="1345"/>
                      </a:lnTo>
                      <a:cubicBezTo>
                        <a:pt x="5504" y="1345"/>
                        <a:pt x="5571" y="1345"/>
                        <a:pt x="5604" y="1378"/>
                      </a:cubicBezTo>
                      <a:cubicBezTo>
                        <a:pt x="6171" y="1545"/>
                        <a:pt x="6472" y="2179"/>
                        <a:pt x="6272" y="2712"/>
                      </a:cubicBezTo>
                      <a:cubicBezTo>
                        <a:pt x="6272" y="2712"/>
                        <a:pt x="6272" y="2712"/>
                        <a:pt x="6272" y="2746"/>
                      </a:cubicBezTo>
                      <a:cubicBezTo>
                        <a:pt x="6238" y="2846"/>
                        <a:pt x="6138" y="2979"/>
                        <a:pt x="6071" y="3079"/>
                      </a:cubicBezTo>
                      <a:lnTo>
                        <a:pt x="5971" y="3146"/>
                      </a:lnTo>
                      <a:lnTo>
                        <a:pt x="5571" y="3513"/>
                      </a:lnTo>
                      <a:lnTo>
                        <a:pt x="5504" y="3580"/>
                      </a:lnTo>
                      <a:cubicBezTo>
                        <a:pt x="4834" y="4158"/>
                        <a:pt x="3988" y="4463"/>
                        <a:pt x="3131" y="4463"/>
                      </a:cubicBezTo>
                      <a:cubicBezTo>
                        <a:pt x="2752" y="4463"/>
                        <a:pt x="2371" y="4403"/>
                        <a:pt x="2002" y="4280"/>
                      </a:cubicBezTo>
                      <a:cubicBezTo>
                        <a:pt x="1868" y="4247"/>
                        <a:pt x="1768" y="4180"/>
                        <a:pt x="1702" y="4113"/>
                      </a:cubicBezTo>
                      <a:cubicBezTo>
                        <a:pt x="1602" y="4080"/>
                        <a:pt x="1535" y="4013"/>
                        <a:pt x="1501" y="3947"/>
                      </a:cubicBezTo>
                      <a:cubicBezTo>
                        <a:pt x="1368" y="3780"/>
                        <a:pt x="1301" y="3613"/>
                        <a:pt x="1268" y="3446"/>
                      </a:cubicBezTo>
                      <a:cubicBezTo>
                        <a:pt x="1268" y="3446"/>
                        <a:pt x="1268" y="3413"/>
                        <a:pt x="1268" y="3413"/>
                      </a:cubicBezTo>
                      <a:cubicBezTo>
                        <a:pt x="1268" y="3346"/>
                        <a:pt x="1268" y="3313"/>
                        <a:pt x="1268" y="3246"/>
                      </a:cubicBezTo>
                      <a:cubicBezTo>
                        <a:pt x="1268" y="3013"/>
                        <a:pt x="1368" y="2813"/>
                        <a:pt x="1535" y="2612"/>
                      </a:cubicBezTo>
                      <a:cubicBezTo>
                        <a:pt x="1568" y="2579"/>
                        <a:pt x="1602" y="2546"/>
                        <a:pt x="1635" y="2512"/>
                      </a:cubicBezTo>
                      <a:lnTo>
                        <a:pt x="2102" y="2079"/>
                      </a:lnTo>
                      <a:cubicBezTo>
                        <a:pt x="2202" y="1979"/>
                        <a:pt x="2335" y="1912"/>
                        <a:pt x="2469" y="1812"/>
                      </a:cubicBezTo>
                      <a:cubicBezTo>
                        <a:pt x="3049" y="1401"/>
                        <a:pt x="3770" y="1182"/>
                        <a:pt x="4491" y="1182"/>
                      </a:cubicBezTo>
                      <a:close/>
                      <a:moveTo>
                        <a:pt x="4788" y="0"/>
                      </a:moveTo>
                      <a:cubicBezTo>
                        <a:pt x="4181" y="0"/>
                        <a:pt x="3566" y="96"/>
                        <a:pt x="2969" y="311"/>
                      </a:cubicBezTo>
                      <a:lnTo>
                        <a:pt x="2702" y="444"/>
                      </a:lnTo>
                      <a:lnTo>
                        <a:pt x="2636" y="478"/>
                      </a:lnTo>
                      <a:cubicBezTo>
                        <a:pt x="2569" y="478"/>
                        <a:pt x="2536" y="511"/>
                        <a:pt x="2502" y="544"/>
                      </a:cubicBezTo>
                      <a:lnTo>
                        <a:pt x="2402" y="578"/>
                      </a:lnTo>
                      <a:lnTo>
                        <a:pt x="2302" y="644"/>
                      </a:lnTo>
                      <a:cubicBezTo>
                        <a:pt x="2235" y="644"/>
                        <a:pt x="2169" y="678"/>
                        <a:pt x="2102" y="711"/>
                      </a:cubicBezTo>
                      <a:cubicBezTo>
                        <a:pt x="2035" y="744"/>
                        <a:pt x="1968" y="811"/>
                        <a:pt x="1935" y="844"/>
                      </a:cubicBezTo>
                      <a:cubicBezTo>
                        <a:pt x="1902" y="844"/>
                        <a:pt x="1868" y="878"/>
                        <a:pt x="1835" y="878"/>
                      </a:cubicBezTo>
                      <a:lnTo>
                        <a:pt x="1602" y="1045"/>
                      </a:lnTo>
                      <a:cubicBezTo>
                        <a:pt x="1468" y="1145"/>
                        <a:pt x="1335" y="1245"/>
                        <a:pt x="1235" y="1345"/>
                      </a:cubicBezTo>
                      <a:lnTo>
                        <a:pt x="634" y="1879"/>
                      </a:lnTo>
                      <a:cubicBezTo>
                        <a:pt x="534" y="1979"/>
                        <a:pt x="434" y="2045"/>
                        <a:pt x="367" y="2179"/>
                      </a:cubicBezTo>
                      <a:lnTo>
                        <a:pt x="301" y="2245"/>
                      </a:lnTo>
                      <a:cubicBezTo>
                        <a:pt x="301" y="2245"/>
                        <a:pt x="301" y="2279"/>
                        <a:pt x="267" y="2279"/>
                      </a:cubicBezTo>
                      <a:cubicBezTo>
                        <a:pt x="267" y="2279"/>
                        <a:pt x="267" y="2312"/>
                        <a:pt x="234" y="2312"/>
                      </a:cubicBezTo>
                      <a:lnTo>
                        <a:pt x="201" y="2412"/>
                      </a:lnTo>
                      <a:lnTo>
                        <a:pt x="201" y="2446"/>
                      </a:lnTo>
                      <a:lnTo>
                        <a:pt x="134" y="2546"/>
                      </a:lnTo>
                      <a:cubicBezTo>
                        <a:pt x="100" y="2612"/>
                        <a:pt x="67" y="2679"/>
                        <a:pt x="67" y="2746"/>
                      </a:cubicBezTo>
                      <a:cubicBezTo>
                        <a:pt x="34" y="2779"/>
                        <a:pt x="34" y="2813"/>
                        <a:pt x="34" y="2846"/>
                      </a:cubicBezTo>
                      <a:cubicBezTo>
                        <a:pt x="0" y="2879"/>
                        <a:pt x="0" y="2946"/>
                        <a:pt x="0" y="3013"/>
                      </a:cubicBezTo>
                      <a:lnTo>
                        <a:pt x="0" y="3113"/>
                      </a:lnTo>
                      <a:cubicBezTo>
                        <a:pt x="0" y="3113"/>
                        <a:pt x="0" y="3113"/>
                        <a:pt x="0" y="3146"/>
                      </a:cubicBezTo>
                      <a:lnTo>
                        <a:pt x="0" y="3313"/>
                      </a:lnTo>
                      <a:cubicBezTo>
                        <a:pt x="0" y="3480"/>
                        <a:pt x="0" y="3646"/>
                        <a:pt x="34" y="3780"/>
                      </a:cubicBezTo>
                      <a:cubicBezTo>
                        <a:pt x="34" y="3880"/>
                        <a:pt x="67" y="3947"/>
                        <a:pt x="100" y="4013"/>
                      </a:cubicBezTo>
                      <a:cubicBezTo>
                        <a:pt x="100" y="4047"/>
                        <a:pt x="134" y="4080"/>
                        <a:pt x="134" y="4147"/>
                      </a:cubicBezTo>
                      <a:lnTo>
                        <a:pt x="167" y="4214"/>
                      </a:lnTo>
                      <a:cubicBezTo>
                        <a:pt x="167" y="4247"/>
                        <a:pt x="201" y="4280"/>
                        <a:pt x="201" y="4280"/>
                      </a:cubicBezTo>
                      <a:cubicBezTo>
                        <a:pt x="201" y="4314"/>
                        <a:pt x="234" y="4347"/>
                        <a:pt x="234" y="4347"/>
                      </a:cubicBezTo>
                      <a:cubicBezTo>
                        <a:pt x="267" y="4380"/>
                        <a:pt x="267" y="4414"/>
                        <a:pt x="301" y="4447"/>
                      </a:cubicBezTo>
                      <a:cubicBezTo>
                        <a:pt x="334" y="4514"/>
                        <a:pt x="367" y="4580"/>
                        <a:pt x="434" y="4647"/>
                      </a:cubicBezTo>
                      <a:cubicBezTo>
                        <a:pt x="467" y="4681"/>
                        <a:pt x="501" y="4714"/>
                        <a:pt x="534" y="4747"/>
                      </a:cubicBezTo>
                      <a:lnTo>
                        <a:pt x="567" y="4814"/>
                      </a:lnTo>
                      <a:lnTo>
                        <a:pt x="601" y="4814"/>
                      </a:lnTo>
                      <a:cubicBezTo>
                        <a:pt x="634" y="4881"/>
                        <a:pt x="701" y="4914"/>
                        <a:pt x="734" y="4947"/>
                      </a:cubicBezTo>
                      <a:cubicBezTo>
                        <a:pt x="768" y="4981"/>
                        <a:pt x="801" y="5014"/>
                        <a:pt x="834" y="5014"/>
                      </a:cubicBezTo>
                      <a:cubicBezTo>
                        <a:pt x="868" y="5047"/>
                        <a:pt x="901" y="5047"/>
                        <a:pt x="901" y="5081"/>
                      </a:cubicBezTo>
                      <a:cubicBezTo>
                        <a:pt x="934" y="5081"/>
                        <a:pt x="968" y="5114"/>
                        <a:pt x="1001" y="5114"/>
                      </a:cubicBezTo>
                      <a:cubicBezTo>
                        <a:pt x="1101" y="5181"/>
                        <a:pt x="1235" y="5248"/>
                        <a:pt x="1368" y="5281"/>
                      </a:cubicBezTo>
                      <a:cubicBezTo>
                        <a:pt x="1894" y="5461"/>
                        <a:pt x="2433" y="5547"/>
                        <a:pt x="2971" y="5547"/>
                      </a:cubicBezTo>
                      <a:cubicBezTo>
                        <a:pt x="3627" y="5547"/>
                        <a:pt x="4280" y="5419"/>
                        <a:pt x="4904" y="5181"/>
                      </a:cubicBezTo>
                      <a:cubicBezTo>
                        <a:pt x="5471" y="4981"/>
                        <a:pt x="6005" y="4647"/>
                        <a:pt x="6472" y="4247"/>
                      </a:cubicBezTo>
                      <a:lnTo>
                        <a:pt x="6939" y="3847"/>
                      </a:lnTo>
                      <a:lnTo>
                        <a:pt x="7072" y="3747"/>
                      </a:lnTo>
                      <a:cubicBezTo>
                        <a:pt x="7172" y="3613"/>
                        <a:pt x="7306" y="3513"/>
                        <a:pt x="7406" y="3380"/>
                      </a:cubicBezTo>
                      <a:cubicBezTo>
                        <a:pt x="7706" y="2913"/>
                        <a:pt x="7839" y="2346"/>
                        <a:pt x="7706" y="1778"/>
                      </a:cubicBezTo>
                      <a:cubicBezTo>
                        <a:pt x="7572" y="1078"/>
                        <a:pt x="7039" y="478"/>
                        <a:pt x="6338" y="244"/>
                      </a:cubicBezTo>
                      <a:lnTo>
                        <a:pt x="6105" y="177"/>
                      </a:lnTo>
                      <a:cubicBezTo>
                        <a:pt x="5905" y="144"/>
                        <a:pt x="5704" y="77"/>
                        <a:pt x="5504" y="44"/>
                      </a:cubicBezTo>
                      <a:cubicBezTo>
                        <a:pt x="5268" y="15"/>
                        <a:pt x="5028" y="0"/>
                        <a:pt x="478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" name="Google Shape;738;p21"/>
                <p:cNvSpPr/>
                <p:nvPr/>
              </p:nvSpPr>
              <p:spPr>
                <a:xfrm>
                  <a:off x="3048175" y="4612900"/>
                  <a:ext cx="90925" cy="4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7" h="1769" extrusionOk="0">
                      <a:moveTo>
                        <a:pt x="3470" y="1"/>
                      </a:moveTo>
                      <a:lnTo>
                        <a:pt x="1" y="1235"/>
                      </a:lnTo>
                      <a:lnTo>
                        <a:pt x="168" y="1769"/>
                      </a:lnTo>
                      <a:lnTo>
                        <a:pt x="3637" y="535"/>
                      </a:lnTo>
                      <a:lnTo>
                        <a:pt x="34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739;p21"/>
                <p:cNvSpPr/>
                <p:nvPr/>
              </p:nvSpPr>
              <p:spPr>
                <a:xfrm>
                  <a:off x="3130750" y="4612900"/>
                  <a:ext cx="88400" cy="3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6" h="1402" extrusionOk="0">
                      <a:moveTo>
                        <a:pt x="134" y="1"/>
                      </a:moveTo>
                      <a:lnTo>
                        <a:pt x="67" y="301"/>
                      </a:lnTo>
                      <a:lnTo>
                        <a:pt x="0" y="535"/>
                      </a:lnTo>
                      <a:lnTo>
                        <a:pt x="167" y="601"/>
                      </a:lnTo>
                      <a:lnTo>
                        <a:pt x="1768" y="1035"/>
                      </a:lnTo>
                      <a:lnTo>
                        <a:pt x="2368" y="1202"/>
                      </a:lnTo>
                      <a:lnTo>
                        <a:pt x="3069" y="1402"/>
                      </a:lnTo>
                      <a:lnTo>
                        <a:pt x="3202" y="1302"/>
                      </a:lnTo>
                      <a:cubicBezTo>
                        <a:pt x="3302" y="1202"/>
                        <a:pt x="3436" y="1068"/>
                        <a:pt x="3536" y="935"/>
                      </a:cubicBezTo>
                      <a:lnTo>
                        <a:pt x="2469" y="668"/>
                      </a:lnTo>
                      <a:lnTo>
                        <a:pt x="2268" y="601"/>
                      </a:lnTo>
                      <a:lnTo>
                        <a:pt x="567" y="134"/>
                      </a:lnTo>
                      <a:lnTo>
                        <a:pt x="1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21"/>
                <p:cNvSpPr/>
                <p:nvPr/>
              </p:nvSpPr>
              <p:spPr>
                <a:xfrm>
                  <a:off x="3126575" y="4553700"/>
                  <a:ext cx="6007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2836" extrusionOk="0">
                      <a:moveTo>
                        <a:pt x="1802" y="1"/>
                      </a:moveTo>
                      <a:lnTo>
                        <a:pt x="1168" y="901"/>
                      </a:lnTo>
                      <a:lnTo>
                        <a:pt x="1034" y="1101"/>
                      </a:lnTo>
                      <a:lnTo>
                        <a:pt x="34" y="2469"/>
                      </a:lnTo>
                      <a:lnTo>
                        <a:pt x="0" y="2502"/>
                      </a:lnTo>
                      <a:lnTo>
                        <a:pt x="234" y="2669"/>
                      </a:lnTo>
                      <a:lnTo>
                        <a:pt x="467" y="2836"/>
                      </a:lnTo>
                      <a:lnTo>
                        <a:pt x="734" y="2502"/>
                      </a:lnTo>
                      <a:lnTo>
                        <a:pt x="1668" y="1201"/>
                      </a:lnTo>
                      <a:lnTo>
                        <a:pt x="1702" y="1135"/>
                      </a:lnTo>
                      <a:lnTo>
                        <a:pt x="2402" y="134"/>
                      </a:lnTo>
                      <a:lnTo>
                        <a:pt x="18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21"/>
                <p:cNvSpPr/>
                <p:nvPr/>
              </p:nvSpPr>
              <p:spPr>
                <a:xfrm>
                  <a:off x="2995650" y="4427625"/>
                  <a:ext cx="196825" cy="1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73" h="5542" extrusionOk="0">
                      <a:moveTo>
                        <a:pt x="4845" y="1"/>
                      </a:moveTo>
                      <a:cubicBezTo>
                        <a:pt x="4372" y="1"/>
                        <a:pt x="3897" y="68"/>
                        <a:pt x="3436" y="207"/>
                      </a:cubicBezTo>
                      <a:lnTo>
                        <a:pt x="3369" y="140"/>
                      </a:lnTo>
                      <a:lnTo>
                        <a:pt x="3169" y="273"/>
                      </a:lnTo>
                      <a:lnTo>
                        <a:pt x="2936" y="340"/>
                      </a:lnTo>
                      <a:cubicBezTo>
                        <a:pt x="2369" y="574"/>
                        <a:pt x="1835" y="907"/>
                        <a:pt x="1368" y="1308"/>
                      </a:cubicBezTo>
                      <a:lnTo>
                        <a:pt x="767" y="1808"/>
                      </a:lnTo>
                      <a:lnTo>
                        <a:pt x="734" y="1841"/>
                      </a:lnTo>
                      <a:lnTo>
                        <a:pt x="667" y="1941"/>
                      </a:lnTo>
                      <a:lnTo>
                        <a:pt x="634" y="1975"/>
                      </a:lnTo>
                      <a:lnTo>
                        <a:pt x="601" y="2008"/>
                      </a:lnTo>
                      <a:lnTo>
                        <a:pt x="501" y="2108"/>
                      </a:lnTo>
                      <a:cubicBezTo>
                        <a:pt x="167" y="2575"/>
                        <a:pt x="0" y="3176"/>
                        <a:pt x="134" y="3743"/>
                      </a:cubicBezTo>
                      <a:cubicBezTo>
                        <a:pt x="200" y="4010"/>
                        <a:pt x="300" y="4276"/>
                        <a:pt x="434" y="4510"/>
                      </a:cubicBezTo>
                      <a:cubicBezTo>
                        <a:pt x="501" y="4577"/>
                        <a:pt x="534" y="4643"/>
                        <a:pt x="601" y="4710"/>
                      </a:cubicBezTo>
                      <a:cubicBezTo>
                        <a:pt x="701" y="4810"/>
                        <a:pt x="801" y="4877"/>
                        <a:pt x="901" y="4977"/>
                      </a:cubicBezTo>
                      <a:cubicBezTo>
                        <a:pt x="968" y="5010"/>
                        <a:pt x="1034" y="5077"/>
                        <a:pt x="1134" y="5110"/>
                      </a:cubicBezTo>
                      <a:cubicBezTo>
                        <a:pt x="1201" y="5144"/>
                        <a:pt x="1268" y="5210"/>
                        <a:pt x="1368" y="5244"/>
                      </a:cubicBezTo>
                      <a:cubicBezTo>
                        <a:pt x="1401" y="5244"/>
                        <a:pt x="1468" y="5277"/>
                        <a:pt x="1501" y="5277"/>
                      </a:cubicBezTo>
                      <a:cubicBezTo>
                        <a:pt x="1668" y="5344"/>
                        <a:pt x="1868" y="5377"/>
                        <a:pt x="2068" y="5444"/>
                      </a:cubicBezTo>
                      <a:cubicBezTo>
                        <a:pt x="2412" y="5508"/>
                        <a:pt x="2759" y="5542"/>
                        <a:pt x="3105" y="5542"/>
                      </a:cubicBezTo>
                      <a:cubicBezTo>
                        <a:pt x="3834" y="5542"/>
                        <a:pt x="4559" y="5394"/>
                        <a:pt x="5237" y="5077"/>
                      </a:cubicBezTo>
                      <a:lnTo>
                        <a:pt x="5271" y="5077"/>
                      </a:lnTo>
                      <a:cubicBezTo>
                        <a:pt x="5471" y="5010"/>
                        <a:pt x="5671" y="4910"/>
                        <a:pt x="5871" y="4777"/>
                      </a:cubicBezTo>
                      <a:lnTo>
                        <a:pt x="6438" y="4477"/>
                      </a:lnTo>
                      <a:lnTo>
                        <a:pt x="6405" y="4410"/>
                      </a:lnTo>
                      <a:lnTo>
                        <a:pt x="6505" y="4343"/>
                      </a:lnTo>
                      <a:cubicBezTo>
                        <a:pt x="6538" y="4310"/>
                        <a:pt x="6572" y="4276"/>
                        <a:pt x="6605" y="4243"/>
                      </a:cubicBezTo>
                      <a:lnTo>
                        <a:pt x="7172" y="3709"/>
                      </a:lnTo>
                      <a:cubicBezTo>
                        <a:pt x="7439" y="3509"/>
                        <a:pt x="7639" y="3209"/>
                        <a:pt x="7772" y="2875"/>
                      </a:cubicBezTo>
                      <a:cubicBezTo>
                        <a:pt x="7806" y="2775"/>
                        <a:pt x="7839" y="2709"/>
                        <a:pt x="7839" y="2608"/>
                      </a:cubicBezTo>
                      <a:lnTo>
                        <a:pt x="7839" y="2508"/>
                      </a:lnTo>
                      <a:cubicBezTo>
                        <a:pt x="7873" y="2475"/>
                        <a:pt x="7873" y="2442"/>
                        <a:pt x="7873" y="2375"/>
                      </a:cubicBezTo>
                      <a:cubicBezTo>
                        <a:pt x="7873" y="2242"/>
                        <a:pt x="7873" y="2108"/>
                        <a:pt x="7873" y="1975"/>
                      </a:cubicBezTo>
                      <a:cubicBezTo>
                        <a:pt x="7806" y="2141"/>
                        <a:pt x="7706" y="2275"/>
                        <a:pt x="7572" y="2375"/>
                      </a:cubicBezTo>
                      <a:lnTo>
                        <a:pt x="7105" y="2809"/>
                      </a:lnTo>
                      <a:cubicBezTo>
                        <a:pt x="6424" y="3396"/>
                        <a:pt x="5562" y="3718"/>
                        <a:pt x="4680" y="3718"/>
                      </a:cubicBezTo>
                      <a:cubicBezTo>
                        <a:pt x="4309" y="3718"/>
                        <a:pt x="3935" y="3661"/>
                        <a:pt x="3569" y="3543"/>
                      </a:cubicBezTo>
                      <a:cubicBezTo>
                        <a:pt x="3469" y="3509"/>
                        <a:pt x="3369" y="3442"/>
                        <a:pt x="3269" y="3376"/>
                      </a:cubicBezTo>
                      <a:cubicBezTo>
                        <a:pt x="3069" y="3209"/>
                        <a:pt x="2902" y="2975"/>
                        <a:pt x="2869" y="2709"/>
                      </a:cubicBezTo>
                      <a:cubicBezTo>
                        <a:pt x="2869" y="2642"/>
                        <a:pt x="2869" y="2575"/>
                        <a:pt x="2869" y="2508"/>
                      </a:cubicBezTo>
                      <a:cubicBezTo>
                        <a:pt x="2869" y="2275"/>
                        <a:pt x="2969" y="2041"/>
                        <a:pt x="3102" y="1875"/>
                      </a:cubicBezTo>
                      <a:cubicBezTo>
                        <a:pt x="3136" y="1841"/>
                        <a:pt x="3169" y="1808"/>
                        <a:pt x="3236" y="1775"/>
                      </a:cubicBezTo>
                      <a:lnTo>
                        <a:pt x="3703" y="1341"/>
                      </a:lnTo>
                      <a:cubicBezTo>
                        <a:pt x="3803" y="1241"/>
                        <a:pt x="3936" y="1141"/>
                        <a:pt x="4036" y="1074"/>
                      </a:cubicBezTo>
                      <a:cubicBezTo>
                        <a:pt x="4658" y="660"/>
                        <a:pt x="5375" y="436"/>
                        <a:pt x="6100" y="436"/>
                      </a:cubicBezTo>
                      <a:cubicBezTo>
                        <a:pt x="6425" y="436"/>
                        <a:pt x="6752" y="481"/>
                        <a:pt x="7072" y="574"/>
                      </a:cubicBezTo>
                      <a:cubicBezTo>
                        <a:pt x="7072" y="574"/>
                        <a:pt x="7039" y="540"/>
                        <a:pt x="7039" y="540"/>
                      </a:cubicBezTo>
                      <a:lnTo>
                        <a:pt x="6972" y="507"/>
                      </a:lnTo>
                      <a:cubicBezTo>
                        <a:pt x="6805" y="407"/>
                        <a:pt x="6672" y="307"/>
                        <a:pt x="6472" y="273"/>
                      </a:cubicBezTo>
                      <a:cubicBezTo>
                        <a:pt x="5950" y="94"/>
                        <a:pt x="5399" y="1"/>
                        <a:pt x="484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21"/>
                <p:cNvSpPr/>
                <p:nvPr/>
              </p:nvSpPr>
              <p:spPr>
                <a:xfrm>
                  <a:off x="3035675" y="4408625"/>
                  <a:ext cx="196000" cy="13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0" h="5556" extrusionOk="0">
                      <a:moveTo>
                        <a:pt x="4499" y="1197"/>
                      </a:moveTo>
                      <a:cubicBezTo>
                        <a:pt x="4556" y="1197"/>
                        <a:pt x="4613" y="1198"/>
                        <a:pt x="4670" y="1200"/>
                      </a:cubicBezTo>
                      <a:cubicBezTo>
                        <a:pt x="4871" y="1200"/>
                        <a:pt x="5104" y="1234"/>
                        <a:pt x="5304" y="1300"/>
                      </a:cubicBezTo>
                      <a:cubicBezTo>
                        <a:pt x="5371" y="1300"/>
                        <a:pt x="5438" y="1300"/>
                        <a:pt x="5471" y="1334"/>
                      </a:cubicBezTo>
                      <a:lnTo>
                        <a:pt x="5604" y="1367"/>
                      </a:lnTo>
                      <a:cubicBezTo>
                        <a:pt x="6171" y="1567"/>
                        <a:pt x="6472" y="2168"/>
                        <a:pt x="6272" y="2735"/>
                      </a:cubicBezTo>
                      <a:cubicBezTo>
                        <a:pt x="6238" y="2835"/>
                        <a:pt x="6138" y="2968"/>
                        <a:pt x="6071" y="3068"/>
                      </a:cubicBezTo>
                      <a:cubicBezTo>
                        <a:pt x="6038" y="3102"/>
                        <a:pt x="6005" y="3135"/>
                        <a:pt x="5971" y="3135"/>
                      </a:cubicBezTo>
                      <a:lnTo>
                        <a:pt x="5571" y="3502"/>
                      </a:lnTo>
                      <a:lnTo>
                        <a:pt x="5504" y="3569"/>
                      </a:lnTo>
                      <a:cubicBezTo>
                        <a:pt x="4834" y="4146"/>
                        <a:pt x="3988" y="4452"/>
                        <a:pt x="3131" y="4452"/>
                      </a:cubicBezTo>
                      <a:cubicBezTo>
                        <a:pt x="2752" y="4452"/>
                        <a:pt x="2371" y="4392"/>
                        <a:pt x="2002" y="4269"/>
                      </a:cubicBezTo>
                      <a:cubicBezTo>
                        <a:pt x="1868" y="4269"/>
                        <a:pt x="1768" y="4202"/>
                        <a:pt x="1702" y="4136"/>
                      </a:cubicBezTo>
                      <a:cubicBezTo>
                        <a:pt x="1602" y="4069"/>
                        <a:pt x="1535" y="4002"/>
                        <a:pt x="1501" y="3936"/>
                      </a:cubicBezTo>
                      <a:cubicBezTo>
                        <a:pt x="1368" y="3802"/>
                        <a:pt x="1301" y="3635"/>
                        <a:pt x="1268" y="3469"/>
                      </a:cubicBezTo>
                      <a:cubicBezTo>
                        <a:pt x="1268" y="3435"/>
                        <a:pt x="1268" y="3435"/>
                        <a:pt x="1268" y="3402"/>
                      </a:cubicBezTo>
                      <a:cubicBezTo>
                        <a:pt x="1268" y="3368"/>
                        <a:pt x="1268" y="3302"/>
                        <a:pt x="1268" y="3268"/>
                      </a:cubicBezTo>
                      <a:cubicBezTo>
                        <a:pt x="1268" y="3035"/>
                        <a:pt x="1368" y="2801"/>
                        <a:pt x="1535" y="2635"/>
                      </a:cubicBezTo>
                      <a:cubicBezTo>
                        <a:pt x="1568" y="2601"/>
                        <a:pt x="1602" y="2535"/>
                        <a:pt x="1635" y="2501"/>
                      </a:cubicBezTo>
                      <a:lnTo>
                        <a:pt x="2102" y="2101"/>
                      </a:lnTo>
                      <a:cubicBezTo>
                        <a:pt x="2202" y="2001"/>
                        <a:pt x="2335" y="1901"/>
                        <a:pt x="2469" y="1801"/>
                      </a:cubicBezTo>
                      <a:cubicBezTo>
                        <a:pt x="3057" y="1398"/>
                        <a:pt x="3761" y="1197"/>
                        <a:pt x="4499" y="1197"/>
                      </a:cubicBezTo>
                      <a:close/>
                      <a:moveTo>
                        <a:pt x="4684" y="1"/>
                      </a:moveTo>
                      <a:cubicBezTo>
                        <a:pt x="4111" y="1"/>
                        <a:pt x="3532" y="97"/>
                        <a:pt x="2969" y="300"/>
                      </a:cubicBezTo>
                      <a:lnTo>
                        <a:pt x="2702" y="433"/>
                      </a:lnTo>
                      <a:lnTo>
                        <a:pt x="2636" y="466"/>
                      </a:lnTo>
                      <a:lnTo>
                        <a:pt x="2502" y="533"/>
                      </a:lnTo>
                      <a:lnTo>
                        <a:pt x="2402" y="566"/>
                      </a:lnTo>
                      <a:lnTo>
                        <a:pt x="2302" y="633"/>
                      </a:lnTo>
                      <a:lnTo>
                        <a:pt x="2102" y="733"/>
                      </a:lnTo>
                      <a:lnTo>
                        <a:pt x="1935" y="833"/>
                      </a:lnTo>
                      <a:cubicBezTo>
                        <a:pt x="1902" y="833"/>
                        <a:pt x="1868" y="867"/>
                        <a:pt x="1835" y="900"/>
                      </a:cubicBezTo>
                      <a:cubicBezTo>
                        <a:pt x="1768" y="933"/>
                        <a:pt x="1668" y="1000"/>
                        <a:pt x="1602" y="1033"/>
                      </a:cubicBezTo>
                      <a:cubicBezTo>
                        <a:pt x="1468" y="1134"/>
                        <a:pt x="1335" y="1234"/>
                        <a:pt x="1235" y="1367"/>
                      </a:cubicBezTo>
                      <a:lnTo>
                        <a:pt x="634" y="1867"/>
                      </a:lnTo>
                      <a:cubicBezTo>
                        <a:pt x="534" y="1967"/>
                        <a:pt x="434" y="2068"/>
                        <a:pt x="367" y="2168"/>
                      </a:cubicBezTo>
                      <a:lnTo>
                        <a:pt x="301" y="2234"/>
                      </a:lnTo>
                      <a:cubicBezTo>
                        <a:pt x="301" y="2234"/>
                        <a:pt x="301" y="2268"/>
                        <a:pt x="267" y="2268"/>
                      </a:cubicBezTo>
                      <a:cubicBezTo>
                        <a:pt x="267" y="2301"/>
                        <a:pt x="267" y="2301"/>
                        <a:pt x="234" y="2334"/>
                      </a:cubicBezTo>
                      <a:lnTo>
                        <a:pt x="201" y="2401"/>
                      </a:lnTo>
                      <a:lnTo>
                        <a:pt x="201" y="2434"/>
                      </a:lnTo>
                      <a:lnTo>
                        <a:pt x="134" y="2535"/>
                      </a:lnTo>
                      <a:cubicBezTo>
                        <a:pt x="100" y="2601"/>
                        <a:pt x="67" y="2668"/>
                        <a:pt x="67" y="2735"/>
                      </a:cubicBezTo>
                      <a:cubicBezTo>
                        <a:pt x="34" y="2768"/>
                        <a:pt x="34" y="2801"/>
                        <a:pt x="34" y="2835"/>
                      </a:cubicBezTo>
                      <a:cubicBezTo>
                        <a:pt x="0" y="2901"/>
                        <a:pt x="0" y="2935"/>
                        <a:pt x="0" y="3002"/>
                      </a:cubicBezTo>
                      <a:lnTo>
                        <a:pt x="0" y="3102"/>
                      </a:lnTo>
                      <a:cubicBezTo>
                        <a:pt x="0" y="3102"/>
                        <a:pt x="0" y="3135"/>
                        <a:pt x="0" y="3135"/>
                      </a:cubicBezTo>
                      <a:lnTo>
                        <a:pt x="0" y="3335"/>
                      </a:lnTo>
                      <a:cubicBezTo>
                        <a:pt x="0" y="3469"/>
                        <a:pt x="0" y="3635"/>
                        <a:pt x="34" y="3802"/>
                      </a:cubicBezTo>
                      <a:cubicBezTo>
                        <a:pt x="34" y="3869"/>
                        <a:pt x="67" y="3936"/>
                        <a:pt x="100" y="4036"/>
                      </a:cubicBezTo>
                      <a:cubicBezTo>
                        <a:pt x="100" y="4069"/>
                        <a:pt x="134" y="4102"/>
                        <a:pt x="134" y="4136"/>
                      </a:cubicBezTo>
                      <a:lnTo>
                        <a:pt x="167" y="4236"/>
                      </a:lnTo>
                      <a:cubicBezTo>
                        <a:pt x="167" y="4236"/>
                        <a:pt x="201" y="4269"/>
                        <a:pt x="201" y="4303"/>
                      </a:cubicBezTo>
                      <a:cubicBezTo>
                        <a:pt x="201" y="4303"/>
                        <a:pt x="234" y="4336"/>
                        <a:pt x="234" y="4369"/>
                      </a:cubicBezTo>
                      <a:cubicBezTo>
                        <a:pt x="267" y="4403"/>
                        <a:pt x="267" y="4403"/>
                        <a:pt x="301" y="4436"/>
                      </a:cubicBezTo>
                      <a:cubicBezTo>
                        <a:pt x="334" y="4503"/>
                        <a:pt x="367" y="4569"/>
                        <a:pt x="434" y="4636"/>
                      </a:cubicBezTo>
                      <a:lnTo>
                        <a:pt x="534" y="4770"/>
                      </a:lnTo>
                      <a:cubicBezTo>
                        <a:pt x="534" y="4770"/>
                        <a:pt x="567" y="4803"/>
                        <a:pt x="567" y="4803"/>
                      </a:cubicBezTo>
                      <a:lnTo>
                        <a:pt x="601" y="4836"/>
                      </a:lnTo>
                      <a:lnTo>
                        <a:pt x="734" y="4936"/>
                      </a:lnTo>
                      <a:cubicBezTo>
                        <a:pt x="768" y="4970"/>
                        <a:pt x="801" y="5003"/>
                        <a:pt x="834" y="5036"/>
                      </a:cubicBezTo>
                      <a:cubicBezTo>
                        <a:pt x="868" y="5036"/>
                        <a:pt x="901" y="5070"/>
                        <a:pt x="901" y="5070"/>
                      </a:cubicBezTo>
                      <a:lnTo>
                        <a:pt x="1001" y="5136"/>
                      </a:lnTo>
                      <a:cubicBezTo>
                        <a:pt x="1101" y="5203"/>
                        <a:pt x="1235" y="5237"/>
                        <a:pt x="1368" y="5303"/>
                      </a:cubicBezTo>
                      <a:cubicBezTo>
                        <a:pt x="1903" y="5471"/>
                        <a:pt x="2452" y="5555"/>
                        <a:pt x="2999" y="5555"/>
                      </a:cubicBezTo>
                      <a:cubicBezTo>
                        <a:pt x="3646" y="5555"/>
                        <a:pt x="4290" y="5438"/>
                        <a:pt x="4904" y="5203"/>
                      </a:cubicBezTo>
                      <a:cubicBezTo>
                        <a:pt x="5471" y="4970"/>
                        <a:pt x="6005" y="4636"/>
                        <a:pt x="6472" y="4236"/>
                      </a:cubicBezTo>
                      <a:lnTo>
                        <a:pt x="6939" y="3835"/>
                      </a:lnTo>
                      <a:lnTo>
                        <a:pt x="7072" y="3735"/>
                      </a:lnTo>
                      <a:cubicBezTo>
                        <a:pt x="7172" y="3635"/>
                        <a:pt x="7306" y="3502"/>
                        <a:pt x="7406" y="3368"/>
                      </a:cubicBezTo>
                      <a:cubicBezTo>
                        <a:pt x="7706" y="2901"/>
                        <a:pt x="7839" y="2334"/>
                        <a:pt x="7706" y="1801"/>
                      </a:cubicBezTo>
                      <a:cubicBezTo>
                        <a:pt x="7572" y="1067"/>
                        <a:pt x="7039" y="466"/>
                        <a:pt x="6338" y="266"/>
                      </a:cubicBezTo>
                      <a:cubicBezTo>
                        <a:pt x="6272" y="233"/>
                        <a:pt x="6205" y="200"/>
                        <a:pt x="6105" y="200"/>
                      </a:cubicBezTo>
                      <a:cubicBezTo>
                        <a:pt x="5905" y="133"/>
                        <a:pt x="5704" y="99"/>
                        <a:pt x="5504" y="66"/>
                      </a:cubicBezTo>
                      <a:cubicBezTo>
                        <a:pt x="5234" y="23"/>
                        <a:pt x="4959" y="1"/>
                        <a:pt x="46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743;p21"/>
                <p:cNvSpPr/>
                <p:nvPr/>
              </p:nvSpPr>
              <p:spPr>
                <a:xfrm>
                  <a:off x="3048175" y="4470300"/>
                  <a:ext cx="90925" cy="4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7" h="1769" extrusionOk="0">
                      <a:moveTo>
                        <a:pt x="3470" y="1"/>
                      </a:moveTo>
                      <a:lnTo>
                        <a:pt x="1" y="1235"/>
                      </a:lnTo>
                      <a:lnTo>
                        <a:pt x="168" y="1769"/>
                      </a:lnTo>
                      <a:lnTo>
                        <a:pt x="3637" y="535"/>
                      </a:lnTo>
                      <a:lnTo>
                        <a:pt x="34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" name="Google Shape;744;p21"/>
                <p:cNvSpPr/>
                <p:nvPr/>
              </p:nvSpPr>
              <p:spPr>
                <a:xfrm>
                  <a:off x="3130750" y="4470300"/>
                  <a:ext cx="88400" cy="3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6" h="1402" extrusionOk="0">
                      <a:moveTo>
                        <a:pt x="134" y="1"/>
                      </a:moveTo>
                      <a:lnTo>
                        <a:pt x="67" y="301"/>
                      </a:lnTo>
                      <a:lnTo>
                        <a:pt x="0" y="535"/>
                      </a:lnTo>
                      <a:lnTo>
                        <a:pt x="167" y="601"/>
                      </a:lnTo>
                      <a:lnTo>
                        <a:pt x="1768" y="1035"/>
                      </a:lnTo>
                      <a:lnTo>
                        <a:pt x="2368" y="1202"/>
                      </a:lnTo>
                      <a:lnTo>
                        <a:pt x="3069" y="1402"/>
                      </a:lnTo>
                      <a:lnTo>
                        <a:pt x="3202" y="1302"/>
                      </a:lnTo>
                      <a:cubicBezTo>
                        <a:pt x="3302" y="1202"/>
                        <a:pt x="3436" y="1068"/>
                        <a:pt x="3536" y="935"/>
                      </a:cubicBezTo>
                      <a:lnTo>
                        <a:pt x="2469" y="635"/>
                      </a:lnTo>
                      <a:lnTo>
                        <a:pt x="2268" y="601"/>
                      </a:lnTo>
                      <a:lnTo>
                        <a:pt x="567" y="101"/>
                      </a:lnTo>
                      <a:lnTo>
                        <a:pt x="1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745;p21"/>
                <p:cNvSpPr/>
                <p:nvPr/>
              </p:nvSpPr>
              <p:spPr>
                <a:xfrm>
                  <a:off x="3126575" y="4411100"/>
                  <a:ext cx="60075" cy="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2870" extrusionOk="0">
                      <a:moveTo>
                        <a:pt x="1802" y="0"/>
                      </a:moveTo>
                      <a:lnTo>
                        <a:pt x="1802" y="34"/>
                      </a:lnTo>
                      <a:lnTo>
                        <a:pt x="1168" y="901"/>
                      </a:lnTo>
                      <a:lnTo>
                        <a:pt x="1034" y="1101"/>
                      </a:lnTo>
                      <a:lnTo>
                        <a:pt x="34" y="2469"/>
                      </a:lnTo>
                      <a:lnTo>
                        <a:pt x="0" y="2536"/>
                      </a:lnTo>
                      <a:lnTo>
                        <a:pt x="234" y="2669"/>
                      </a:lnTo>
                      <a:lnTo>
                        <a:pt x="467" y="2869"/>
                      </a:lnTo>
                      <a:lnTo>
                        <a:pt x="467" y="2836"/>
                      </a:lnTo>
                      <a:lnTo>
                        <a:pt x="734" y="2502"/>
                      </a:lnTo>
                      <a:lnTo>
                        <a:pt x="1668" y="1201"/>
                      </a:lnTo>
                      <a:lnTo>
                        <a:pt x="1702" y="1135"/>
                      </a:lnTo>
                      <a:lnTo>
                        <a:pt x="2402" y="134"/>
                      </a:lnTo>
                      <a:lnTo>
                        <a:pt x="18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" name="Google Shape;746;p21"/>
                <p:cNvSpPr/>
                <p:nvPr/>
              </p:nvSpPr>
              <p:spPr>
                <a:xfrm>
                  <a:off x="2997300" y="4285775"/>
                  <a:ext cx="195175" cy="13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7" h="5539" extrusionOk="0">
                      <a:moveTo>
                        <a:pt x="4820" y="1"/>
                      </a:moveTo>
                      <a:cubicBezTo>
                        <a:pt x="4339" y="1"/>
                        <a:pt x="3860" y="68"/>
                        <a:pt x="3403" y="210"/>
                      </a:cubicBezTo>
                      <a:lnTo>
                        <a:pt x="3337" y="143"/>
                      </a:lnTo>
                      <a:lnTo>
                        <a:pt x="3137" y="277"/>
                      </a:lnTo>
                      <a:lnTo>
                        <a:pt x="3103" y="277"/>
                      </a:lnTo>
                      <a:lnTo>
                        <a:pt x="2870" y="343"/>
                      </a:lnTo>
                      <a:cubicBezTo>
                        <a:pt x="2303" y="577"/>
                        <a:pt x="1769" y="911"/>
                        <a:pt x="1302" y="1311"/>
                      </a:cubicBezTo>
                      <a:lnTo>
                        <a:pt x="735" y="1811"/>
                      </a:lnTo>
                      <a:cubicBezTo>
                        <a:pt x="701" y="1845"/>
                        <a:pt x="701" y="1845"/>
                        <a:pt x="668" y="1878"/>
                      </a:cubicBezTo>
                      <a:lnTo>
                        <a:pt x="601" y="1945"/>
                      </a:lnTo>
                      <a:lnTo>
                        <a:pt x="568" y="1978"/>
                      </a:lnTo>
                      <a:lnTo>
                        <a:pt x="535" y="2011"/>
                      </a:lnTo>
                      <a:lnTo>
                        <a:pt x="435" y="2111"/>
                      </a:lnTo>
                      <a:cubicBezTo>
                        <a:pt x="234" y="2378"/>
                        <a:pt x="134" y="2678"/>
                        <a:pt x="68" y="2979"/>
                      </a:cubicBezTo>
                      <a:cubicBezTo>
                        <a:pt x="1" y="3246"/>
                        <a:pt x="1" y="3512"/>
                        <a:pt x="68" y="3746"/>
                      </a:cubicBezTo>
                      <a:cubicBezTo>
                        <a:pt x="134" y="4013"/>
                        <a:pt x="234" y="4280"/>
                        <a:pt x="368" y="4513"/>
                      </a:cubicBezTo>
                      <a:cubicBezTo>
                        <a:pt x="435" y="4580"/>
                        <a:pt x="468" y="4647"/>
                        <a:pt x="535" y="4713"/>
                      </a:cubicBezTo>
                      <a:cubicBezTo>
                        <a:pt x="701" y="4880"/>
                        <a:pt x="868" y="5013"/>
                        <a:pt x="1068" y="5114"/>
                      </a:cubicBezTo>
                      <a:cubicBezTo>
                        <a:pt x="1135" y="5147"/>
                        <a:pt x="1202" y="5214"/>
                        <a:pt x="1302" y="5247"/>
                      </a:cubicBezTo>
                      <a:lnTo>
                        <a:pt x="1435" y="5280"/>
                      </a:lnTo>
                      <a:cubicBezTo>
                        <a:pt x="1602" y="5347"/>
                        <a:pt x="1802" y="5380"/>
                        <a:pt x="2002" y="5447"/>
                      </a:cubicBezTo>
                      <a:cubicBezTo>
                        <a:pt x="2328" y="5508"/>
                        <a:pt x="2656" y="5538"/>
                        <a:pt x="2983" y="5538"/>
                      </a:cubicBezTo>
                      <a:cubicBezTo>
                        <a:pt x="3731" y="5538"/>
                        <a:pt x="4475" y="5382"/>
                        <a:pt x="5171" y="5080"/>
                      </a:cubicBezTo>
                      <a:lnTo>
                        <a:pt x="5205" y="5080"/>
                      </a:lnTo>
                      <a:cubicBezTo>
                        <a:pt x="5405" y="4980"/>
                        <a:pt x="5605" y="4880"/>
                        <a:pt x="5805" y="4780"/>
                      </a:cubicBezTo>
                      <a:lnTo>
                        <a:pt x="6372" y="4480"/>
                      </a:lnTo>
                      <a:lnTo>
                        <a:pt x="6339" y="4413"/>
                      </a:lnTo>
                      <a:lnTo>
                        <a:pt x="6439" y="4313"/>
                      </a:lnTo>
                      <a:lnTo>
                        <a:pt x="6539" y="4246"/>
                      </a:lnTo>
                      <a:lnTo>
                        <a:pt x="7106" y="3713"/>
                      </a:lnTo>
                      <a:cubicBezTo>
                        <a:pt x="7373" y="3479"/>
                        <a:pt x="7606" y="3179"/>
                        <a:pt x="7706" y="2845"/>
                      </a:cubicBezTo>
                      <a:cubicBezTo>
                        <a:pt x="7740" y="2745"/>
                        <a:pt x="7773" y="2678"/>
                        <a:pt x="7773" y="2578"/>
                      </a:cubicBezTo>
                      <a:lnTo>
                        <a:pt x="7773" y="2512"/>
                      </a:lnTo>
                      <a:cubicBezTo>
                        <a:pt x="7807" y="2445"/>
                        <a:pt x="7807" y="2412"/>
                        <a:pt x="7807" y="2378"/>
                      </a:cubicBezTo>
                      <a:cubicBezTo>
                        <a:pt x="7807" y="2211"/>
                        <a:pt x="7807" y="2078"/>
                        <a:pt x="7807" y="1945"/>
                      </a:cubicBezTo>
                      <a:cubicBezTo>
                        <a:pt x="7740" y="2111"/>
                        <a:pt x="7640" y="2245"/>
                        <a:pt x="7506" y="2378"/>
                      </a:cubicBezTo>
                      <a:lnTo>
                        <a:pt x="7039" y="2779"/>
                      </a:lnTo>
                      <a:cubicBezTo>
                        <a:pt x="6367" y="3382"/>
                        <a:pt x="5517" y="3694"/>
                        <a:pt x="4646" y="3694"/>
                      </a:cubicBezTo>
                      <a:cubicBezTo>
                        <a:pt x="4265" y="3694"/>
                        <a:pt x="3879" y="3634"/>
                        <a:pt x="3503" y="3512"/>
                      </a:cubicBezTo>
                      <a:cubicBezTo>
                        <a:pt x="3403" y="3479"/>
                        <a:pt x="3303" y="3412"/>
                        <a:pt x="3203" y="3346"/>
                      </a:cubicBezTo>
                      <a:cubicBezTo>
                        <a:pt x="3003" y="3179"/>
                        <a:pt x="2836" y="2945"/>
                        <a:pt x="2803" y="2678"/>
                      </a:cubicBezTo>
                      <a:cubicBezTo>
                        <a:pt x="2803" y="2612"/>
                        <a:pt x="2803" y="2545"/>
                        <a:pt x="2803" y="2478"/>
                      </a:cubicBezTo>
                      <a:cubicBezTo>
                        <a:pt x="2803" y="2245"/>
                        <a:pt x="2903" y="2045"/>
                        <a:pt x="3036" y="1845"/>
                      </a:cubicBezTo>
                      <a:cubicBezTo>
                        <a:pt x="3070" y="1811"/>
                        <a:pt x="3103" y="1778"/>
                        <a:pt x="3170" y="1744"/>
                      </a:cubicBezTo>
                      <a:lnTo>
                        <a:pt x="3637" y="1311"/>
                      </a:lnTo>
                      <a:cubicBezTo>
                        <a:pt x="3737" y="1211"/>
                        <a:pt x="3870" y="1144"/>
                        <a:pt x="3970" y="1044"/>
                      </a:cubicBezTo>
                      <a:cubicBezTo>
                        <a:pt x="4592" y="629"/>
                        <a:pt x="5309" y="406"/>
                        <a:pt x="6034" y="406"/>
                      </a:cubicBezTo>
                      <a:cubicBezTo>
                        <a:pt x="6359" y="406"/>
                        <a:pt x="6686" y="451"/>
                        <a:pt x="7006" y="544"/>
                      </a:cubicBezTo>
                      <a:lnTo>
                        <a:pt x="6973" y="510"/>
                      </a:lnTo>
                      <a:lnTo>
                        <a:pt x="6906" y="477"/>
                      </a:lnTo>
                      <a:cubicBezTo>
                        <a:pt x="6739" y="377"/>
                        <a:pt x="6606" y="310"/>
                        <a:pt x="6406" y="243"/>
                      </a:cubicBezTo>
                      <a:cubicBezTo>
                        <a:pt x="5895" y="85"/>
                        <a:pt x="5357" y="1"/>
                        <a:pt x="482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" name="Google Shape;747;p21"/>
                <p:cNvSpPr/>
                <p:nvPr/>
              </p:nvSpPr>
              <p:spPr>
                <a:xfrm>
                  <a:off x="3035675" y="4266200"/>
                  <a:ext cx="204325" cy="1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3" h="5549" extrusionOk="0">
                      <a:moveTo>
                        <a:pt x="4452" y="1192"/>
                      </a:moveTo>
                      <a:cubicBezTo>
                        <a:pt x="4738" y="1192"/>
                        <a:pt x="5025" y="1226"/>
                        <a:pt x="5304" y="1293"/>
                      </a:cubicBezTo>
                      <a:lnTo>
                        <a:pt x="5471" y="1327"/>
                      </a:lnTo>
                      <a:cubicBezTo>
                        <a:pt x="5504" y="1327"/>
                        <a:pt x="5571" y="1360"/>
                        <a:pt x="5604" y="1360"/>
                      </a:cubicBezTo>
                      <a:cubicBezTo>
                        <a:pt x="6171" y="1560"/>
                        <a:pt x="6472" y="2161"/>
                        <a:pt x="6272" y="2728"/>
                      </a:cubicBezTo>
                      <a:cubicBezTo>
                        <a:pt x="6238" y="2861"/>
                        <a:pt x="6138" y="2961"/>
                        <a:pt x="6071" y="3061"/>
                      </a:cubicBezTo>
                      <a:lnTo>
                        <a:pt x="5971" y="3128"/>
                      </a:lnTo>
                      <a:lnTo>
                        <a:pt x="5571" y="3528"/>
                      </a:lnTo>
                      <a:lnTo>
                        <a:pt x="5504" y="3562"/>
                      </a:lnTo>
                      <a:cubicBezTo>
                        <a:pt x="4823" y="4149"/>
                        <a:pt x="3961" y="4471"/>
                        <a:pt x="3091" y="4471"/>
                      </a:cubicBezTo>
                      <a:cubicBezTo>
                        <a:pt x="2725" y="4471"/>
                        <a:pt x="2357" y="4414"/>
                        <a:pt x="2002" y="4295"/>
                      </a:cubicBezTo>
                      <a:cubicBezTo>
                        <a:pt x="1868" y="4262"/>
                        <a:pt x="1768" y="4195"/>
                        <a:pt x="1702" y="4129"/>
                      </a:cubicBezTo>
                      <a:cubicBezTo>
                        <a:pt x="1602" y="4095"/>
                        <a:pt x="1535" y="4029"/>
                        <a:pt x="1501" y="3928"/>
                      </a:cubicBezTo>
                      <a:cubicBezTo>
                        <a:pt x="1368" y="3795"/>
                        <a:pt x="1301" y="3628"/>
                        <a:pt x="1268" y="3461"/>
                      </a:cubicBezTo>
                      <a:cubicBezTo>
                        <a:pt x="1268" y="3461"/>
                        <a:pt x="1268" y="3428"/>
                        <a:pt x="1268" y="3428"/>
                      </a:cubicBezTo>
                      <a:cubicBezTo>
                        <a:pt x="1268" y="3361"/>
                        <a:pt x="1268" y="3328"/>
                        <a:pt x="1268" y="3261"/>
                      </a:cubicBezTo>
                      <a:cubicBezTo>
                        <a:pt x="1268" y="3028"/>
                        <a:pt x="1368" y="2794"/>
                        <a:pt x="1535" y="2628"/>
                      </a:cubicBezTo>
                      <a:cubicBezTo>
                        <a:pt x="1535" y="2594"/>
                        <a:pt x="1602" y="2561"/>
                        <a:pt x="1635" y="2494"/>
                      </a:cubicBezTo>
                      <a:lnTo>
                        <a:pt x="2102" y="2094"/>
                      </a:lnTo>
                      <a:cubicBezTo>
                        <a:pt x="2202" y="1994"/>
                        <a:pt x="2335" y="1894"/>
                        <a:pt x="2469" y="1827"/>
                      </a:cubicBezTo>
                      <a:cubicBezTo>
                        <a:pt x="3039" y="1400"/>
                        <a:pt x="3744" y="1192"/>
                        <a:pt x="4452" y="1192"/>
                      </a:cubicBezTo>
                      <a:close/>
                      <a:moveTo>
                        <a:pt x="4751" y="0"/>
                      </a:moveTo>
                      <a:cubicBezTo>
                        <a:pt x="4156" y="0"/>
                        <a:pt x="3554" y="105"/>
                        <a:pt x="2969" y="293"/>
                      </a:cubicBezTo>
                      <a:lnTo>
                        <a:pt x="2702" y="426"/>
                      </a:lnTo>
                      <a:lnTo>
                        <a:pt x="2636" y="459"/>
                      </a:lnTo>
                      <a:lnTo>
                        <a:pt x="2502" y="526"/>
                      </a:lnTo>
                      <a:cubicBezTo>
                        <a:pt x="2435" y="559"/>
                        <a:pt x="2369" y="593"/>
                        <a:pt x="2302" y="626"/>
                      </a:cubicBezTo>
                      <a:cubicBezTo>
                        <a:pt x="2235" y="659"/>
                        <a:pt x="2169" y="693"/>
                        <a:pt x="2102" y="726"/>
                      </a:cubicBezTo>
                      <a:cubicBezTo>
                        <a:pt x="2102" y="726"/>
                        <a:pt x="1968" y="793"/>
                        <a:pt x="1935" y="826"/>
                      </a:cubicBezTo>
                      <a:cubicBezTo>
                        <a:pt x="1902" y="860"/>
                        <a:pt x="1868" y="860"/>
                        <a:pt x="1835" y="893"/>
                      </a:cubicBezTo>
                      <a:cubicBezTo>
                        <a:pt x="1768" y="926"/>
                        <a:pt x="1668" y="993"/>
                        <a:pt x="1602" y="1026"/>
                      </a:cubicBezTo>
                      <a:cubicBezTo>
                        <a:pt x="1468" y="1126"/>
                        <a:pt x="1335" y="1260"/>
                        <a:pt x="1235" y="1360"/>
                      </a:cubicBezTo>
                      <a:lnTo>
                        <a:pt x="634" y="1860"/>
                      </a:lnTo>
                      <a:cubicBezTo>
                        <a:pt x="534" y="1960"/>
                        <a:pt x="434" y="2060"/>
                        <a:pt x="367" y="2161"/>
                      </a:cubicBezTo>
                      <a:lnTo>
                        <a:pt x="301" y="2227"/>
                      </a:lnTo>
                      <a:cubicBezTo>
                        <a:pt x="301" y="2261"/>
                        <a:pt x="301" y="2261"/>
                        <a:pt x="267" y="2294"/>
                      </a:cubicBezTo>
                      <a:cubicBezTo>
                        <a:pt x="267" y="2294"/>
                        <a:pt x="267" y="2294"/>
                        <a:pt x="234" y="2327"/>
                      </a:cubicBezTo>
                      <a:lnTo>
                        <a:pt x="201" y="2394"/>
                      </a:lnTo>
                      <a:lnTo>
                        <a:pt x="201" y="2427"/>
                      </a:lnTo>
                      <a:lnTo>
                        <a:pt x="134" y="2527"/>
                      </a:lnTo>
                      <a:cubicBezTo>
                        <a:pt x="100" y="2594"/>
                        <a:pt x="67" y="2661"/>
                        <a:pt x="67" y="2728"/>
                      </a:cubicBezTo>
                      <a:cubicBezTo>
                        <a:pt x="34" y="2761"/>
                        <a:pt x="34" y="2794"/>
                        <a:pt x="34" y="2828"/>
                      </a:cubicBezTo>
                      <a:cubicBezTo>
                        <a:pt x="0" y="2894"/>
                        <a:pt x="0" y="2961"/>
                        <a:pt x="0" y="2994"/>
                      </a:cubicBezTo>
                      <a:lnTo>
                        <a:pt x="0" y="3095"/>
                      </a:lnTo>
                      <a:cubicBezTo>
                        <a:pt x="0" y="3095"/>
                        <a:pt x="0" y="3128"/>
                        <a:pt x="0" y="3128"/>
                      </a:cubicBezTo>
                      <a:lnTo>
                        <a:pt x="0" y="3328"/>
                      </a:lnTo>
                      <a:cubicBezTo>
                        <a:pt x="0" y="3495"/>
                        <a:pt x="0" y="3628"/>
                        <a:pt x="34" y="3795"/>
                      </a:cubicBezTo>
                      <a:cubicBezTo>
                        <a:pt x="34" y="3862"/>
                        <a:pt x="67" y="3962"/>
                        <a:pt x="100" y="4029"/>
                      </a:cubicBezTo>
                      <a:cubicBezTo>
                        <a:pt x="100" y="4062"/>
                        <a:pt x="100" y="4095"/>
                        <a:pt x="134" y="4129"/>
                      </a:cubicBezTo>
                      <a:lnTo>
                        <a:pt x="167" y="4229"/>
                      </a:lnTo>
                      <a:cubicBezTo>
                        <a:pt x="167" y="4262"/>
                        <a:pt x="201" y="4262"/>
                        <a:pt x="201" y="4295"/>
                      </a:cubicBezTo>
                      <a:cubicBezTo>
                        <a:pt x="201" y="4329"/>
                        <a:pt x="234" y="4329"/>
                        <a:pt x="234" y="4362"/>
                      </a:cubicBezTo>
                      <a:lnTo>
                        <a:pt x="301" y="4462"/>
                      </a:lnTo>
                      <a:cubicBezTo>
                        <a:pt x="334" y="4529"/>
                        <a:pt x="367" y="4596"/>
                        <a:pt x="434" y="4629"/>
                      </a:cubicBezTo>
                      <a:lnTo>
                        <a:pt x="534" y="4762"/>
                      </a:lnTo>
                      <a:cubicBezTo>
                        <a:pt x="534" y="4762"/>
                        <a:pt x="567" y="4796"/>
                        <a:pt x="567" y="4796"/>
                      </a:cubicBezTo>
                      <a:lnTo>
                        <a:pt x="601" y="4829"/>
                      </a:lnTo>
                      <a:cubicBezTo>
                        <a:pt x="634" y="4862"/>
                        <a:pt x="701" y="4896"/>
                        <a:pt x="734" y="4963"/>
                      </a:cubicBezTo>
                      <a:cubicBezTo>
                        <a:pt x="768" y="4963"/>
                        <a:pt x="801" y="4996"/>
                        <a:pt x="834" y="5029"/>
                      </a:cubicBezTo>
                      <a:lnTo>
                        <a:pt x="901" y="5096"/>
                      </a:lnTo>
                      <a:lnTo>
                        <a:pt x="1001" y="5129"/>
                      </a:lnTo>
                      <a:cubicBezTo>
                        <a:pt x="1101" y="5196"/>
                        <a:pt x="1235" y="5263"/>
                        <a:pt x="1368" y="5296"/>
                      </a:cubicBezTo>
                      <a:cubicBezTo>
                        <a:pt x="1903" y="5464"/>
                        <a:pt x="2452" y="5548"/>
                        <a:pt x="2999" y="5548"/>
                      </a:cubicBezTo>
                      <a:cubicBezTo>
                        <a:pt x="3646" y="5548"/>
                        <a:pt x="4290" y="5431"/>
                        <a:pt x="4904" y="5196"/>
                      </a:cubicBezTo>
                      <a:cubicBezTo>
                        <a:pt x="5471" y="4963"/>
                        <a:pt x="6005" y="4662"/>
                        <a:pt x="6472" y="4262"/>
                      </a:cubicBezTo>
                      <a:lnTo>
                        <a:pt x="6939" y="3828"/>
                      </a:lnTo>
                      <a:lnTo>
                        <a:pt x="7072" y="3728"/>
                      </a:lnTo>
                      <a:cubicBezTo>
                        <a:pt x="7172" y="3628"/>
                        <a:pt x="7306" y="3495"/>
                        <a:pt x="7406" y="3361"/>
                      </a:cubicBezTo>
                      <a:cubicBezTo>
                        <a:pt x="8173" y="2261"/>
                        <a:pt x="7639" y="693"/>
                        <a:pt x="6338" y="259"/>
                      </a:cubicBezTo>
                      <a:lnTo>
                        <a:pt x="6105" y="192"/>
                      </a:lnTo>
                      <a:cubicBezTo>
                        <a:pt x="5905" y="126"/>
                        <a:pt x="5704" y="92"/>
                        <a:pt x="5504" y="59"/>
                      </a:cubicBezTo>
                      <a:cubicBezTo>
                        <a:pt x="5255" y="19"/>
                        <a:pt x="5004" y="0"/>
                        <a:pt x="47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" name="Google Shape;748;p21"/>
                <p:cNvSpPr/>
                <p:nvPr/>
              </p:nvSpPr>
              <p:spPr>
                <a:xfrm>
                  <a:off x="3048175" y="4328550"/>
                  <a:ext cx="90925" cy="4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7" h="1735" extrusionOk="0">
                      <a:moveTo>
                        <a:pt x="3470" y="0"/>
                      </a:moveTo>
                      <a:lnTo>
                        <a:pt x="1" y="1201"/>
                      </a:lnTo>
                      <a:lnTo>
                        <a:pt x="201" y="1735"/>
                      </a:lnTo>
                      <a:lnTo>
                        <a:pt x="3637" y="534"/>
                      </a:lnTo>
                      <a:lnTo>
                        <a:pt x="347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" name="Google Shape;749;p21"/>
                <p:cNvSpPr/>
                <p:nvPr/>
              </p:nvSpPr>
              <p:spPr>
                <a:xfrm>
                  <a:off x="3130750" y="4328550"/>
                  <a:ext cx="88400" cy="3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6" h="1402" extrusionOk="0">
                      <a:moveTo>
                        <a:pt x="134" y="0"/>
                      </a:moveTo>
                      <a:lnTo>
                        <a:pt x="67" y="267"/>
                      </a:lnTo>
                      <a:lnTo>
                        <a:pt x="0" y="534"/>
                      </a:lnTo>
                      <a:lnTo>
                        <a:pt x="167" y="567"/>
                      </a:lnTo>
                      <a:lnTo>
                        <a:pt x="1768" y="1034"/>
                      </a:lnTo>
                      <a:lnTo>
                        <a:pt x="2368" y="1201"/>
                      </a:lnTo>
                      <a:lnTo>
                        <a:pt x="3069" y="1401"/>
                      </a:lnTo>
                      <a:lnTo>
                        <a:pt x="3202" y="1301"/>
                      </a:lnTo>
                      <a:cubicBezTo>
                        <a:pt x="3302" y="1168"/>
                        <a:pt x="3436" y="1068"/>
                        <a:pt x="3536" y="934"/>
                      </a:cubicBezTo>
                      <a:lnTo>
                        <a:pt x="2469" y="634"/>
                      </a:lnTo>
                      <a:lnTo>
                        <a:pt x="2268" y="567"/>
                      </a:lnTo>
                      <a:lnTo>
                        <a:pt x="567" y="100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21"/>
                <p:cNvSpPr/>
                <p:nvPr/>
              </p:nvSpPr>
              <p:spPr>
                <a:xfrm>
                  <a:off x="3126575" y="4269325"/>
                  <a:ext cx="6007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2837" extrusionOk="0">
                      <a:moveTo>
                        <a:pt x="1802" y="1"/>
                      </a:moveTo>
                      <a:lnTo>
                        <a:pt x="1168" y="868"/>
                      </a:lnTo>
                      <a:lnTo>
                        <a:pt x="1034" y="1068"/>
                      </a:lnTo>
                      <a:lnTo>
                        <a:pt x="34" y="2436"/>
                      </a:lnTo>
                      <a:lnTo>
                        <a:pt x="0" y="2503"/>
                      </a:lnTo>
                      <a:lnTo>
                        <a:pt x="234" y="2636"/>
                      </a:lnTo>
                      <a:lnTo>
                        <a:pt x="467" y="2836"/>
                      </a:lnTo>
                      <a:lnTo>
                        <a:pt x="467" y="2803"/>
                      </a:lnTo>
                      <a:lnTo>
                        <a:pt x="734" y="2469"/>
                      </a:lnTo>
                      <a:lnTo>
                        <a:pt x="1668" y="1168"/>
                      </a:lnTo>
                      <a:lnTo>
                        <a:pt x="1702" y="1102"/>
                      </a:lnTo>
                      <a:lnTo>
                        <a:pt x="2402" y="134"/>
                      </a:lnTo>
                      <a:lnTo>
                        <a:pt x="18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751" name="Google Shape;751;p21"/>
          <p:cNvGrpSpPr/>
          <p:nvPr/>
        </p:nvGrpSpPr>
        <p:grpSpPr>
          <a:xfrm rot="-8100000" flipH="1">
            <a:off x="7818853" y="-29084"/>
            <a:ext cx="1574243" cy="1137169"/>
            <a:chOff x="1460425" y="833750"/>
            <a:chExt cx="1176700" cy="850000"/>
          </a:xfrm>
        </p:grpSpPr>
        <p:sp>
          <p:nvSpPr>
            <p:cNvPr id="752" name="Google Shape;752;p21"/>
            <p:cNvSpPr/>
            <p:nvPr/>
          </p:nvSpPr>
          <p:spPr>
            <a:xfrm>
              <a:off x="1608050" y="833750"/>
              <a:ext cx="859800" cy="850000"/>
            </a:xfrm>
            <a:custGeom>
              <a:avLst/>
              <a:gdLst/>
              <a:ahLst/>
              <a:cxnLst/>
              <a:rect l="l" t="t" r="r" b="b"/>
              <a:pathLst>
                <a:path w="34392" h="34000" extrusionOk="0">
                  <a:moveTo>
                    <a:pt x="17208" y="1"/>
                  </a:moveTo>
                  <a:cubicBezTo>
                    <a:pt x="8001" y="1"/>
                    <a:pt x="398" y="7334"/>
                    <a:pt x="200" y="16617"/>
                  </a:cubicBezTo>
                  <a:cubicBezTo>
                    <a:pt x="0" y="25990"/>
                    <a:pt x="7405" y="33762"/>
                    <a:pt x="16812" y="33996"/>
                  </a:cubicBezTo>
                  <a:cubicBezTo>
                    <a:pt x="16936" y="33998"/>
                    <a:pt x="17059" y="34000"/>
                    <a:pt x="17181" y="34000"/>
                  </a:cubicBezTo>
                  <a:cubicBezTo>
                    <a:pt x="26389" y="34000"/>
                    <a:pt x="33961" y="26634"/>
                    <a:pt x="34191" y="17384"/>
                  </a:cubicBezTo>
                  <a:cubicBezTo>
                    <a:pt x="34391" y="8011"/>
                    <a:pt x="26953" y="205"/>
                    <a:pt x="17579" y="5"/>
                  </a:cubicBezTo>
                  <a:cubicBezTo>
                    <a:pt x="17455" y="2"/>
                    <a:pt x="17332" y="1"/>
                    <a:pt x="172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76200" dir="10560000" algn="bl" rotWithShape="0">
                <a:srgbClr val="000000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1"/>
            <p:cNvSpPr/>
            <p:nvPr/>
          </p:nvSpPr>
          <p:spPr>
            <a:xfrm>
              <a:off x="2411950" y="1164925"/>
              <a:ext cx="225175" cy="187650"/>
            </a:xfrm>
            <a:custGeom>
              <a:avLst/>
              <a:gdLst/>
              <a:ahLst/>
              <a:cxnLst/>
              <a:rect l="l" t="t" r="r" b="b"/>
              <a:pathLst>
                <a:path w="9007" h="7506" extrusionOk="0">
                  <a:moveTo>
                    <a:pt x="0" y="1"/>
                  </a:moveTo>
                  <a:lnTo>
                    <a:pt x="0" y="7506"/>
                  </a:lnTo>
                  <a:lnTo>
                    <a:pt x="5237" y="7506"/>
                  </a:lnTo>
                  <a:cubicBezTo>
                    <a:pt x="7306" y="7506"/>
                    <a:pt x="9007" y="5838"/>
                    <a:pt x="9007" y="3737"/>
                  </a:cubicBezTo>
                  <a:cubicBezTo>
                    <a:pt x="9007" y="1668"/>
                    <a:pt x="7306" y="1"/>
                    <a:pt x="5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1"/>
            <p:cNvSpPr/>
            <p:nvPr/>
          </p:nvSpPr>
          <p:spPr>
            <a:xfrm>
              <a:off x="1460425" y="1066525"/>
              <a:ext cx="246050" cy="349450"/>
            </a:xfrm>
            <a:custGeom>
              <a:avLst/>
              <a:gdLst/>
              <a:ahLst/>
              <a:cxnLst/>
              <a:rect l="l" t="t" r="r" b="b"/>
              <a:pathLst>
                <a:path w="9842" h="13978" extrusionOk="0">
                  <a:moveTo>
                    <a:pt x="9841" y="0"/>
                  </a:moveTo>
                  <a:lnTo>
                    <a:pt x="2669" y="2969"/>
                  </a:lnTo>
                  <a:cubicBezTo>
                    <a:pt x="1068" y="3636"/>
                    <a:pt x="1" y="5238"/>
                    <a:pt x="1" y="6972"/>
                  </a:cubicBezTo>
                  <a:cubicBezTo>
                    <a:pt x="1" y="8740"/>
                    <a:pt x="1068" y="10308"/>
                    <a:pt x="2669" y="10975"/>
                  </a:cubicBezTo>
                  <a:lnTo>
                    <a:pt x="9841" y="13977"/>
                  </a:lnTo>
                  <a:lnTo>
                    <a:pt x="9841" y="0"/>
                  </a:lnTo>
                  <a:close/>
                </a:path>
              </a:pathLst>
            </a:custGeom>
            <a:solidFill>
              <a:srgbClr val="EF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1522975" y="1124075"/>
              <a:ext cx="190175" cy="232675"/>
            </a:xfrm>
            <a:custGeom>
              <a:avLst/>
              <a:gdLst/>
              <a:ahLst/>
              <a:cxnLst/>
              <a:rect l="l" t="t" r="r" b="b"/>
              <a:pathLst>
                <a:path w="7607" h="9307" extrusionOk="0">
                  <a:moveTo>
                    <a:pt x="7606" y="0"/>
                  </a:moveTo>
                  <a:lnTo>
                    <a:pt x="1535" y="2535"/>
                  </a:lnTo>
                  <a:cubicBezTo>
                    <a:pt x="601" y="2902"/>
                    <a:pt x="1" y="3803"/>
                    <a:pt x="1" y="4804"/>
                  </a:cubicBezTo>
                  <a:cubicBezTo>
                    <a:pt x="1" y="5804"/>
                    <a:pt x="601" y="6705"/>
                    <a:pt x="1535" y="7072"/>
                  </a:cubicBezTo>
                  <a:lnTo>
                    <a:pt x="7606" y="9307"/>
                  </a:lnTo>
                  <a:lnTo>
                    <a:pt x="76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1"/>
            <p:cNvSpPr/>
            <p:nvPr/>
          </p:nvSpPr>
          <p:spPr>
            <a:xfrm>
              <a:off x="1684750" y="904750"/>
              <a:ext cx="707200" cy="708025"/>
            </a:xfrm>
            <a:custGeom>
              <a:avLst/>
              <a:gdLst/>
              <a:ahLst/>
              <a:cxnLst/>
              <a:rect l="l" t="t" r="r" b="b"/>
              <a:pathLst>
                <a:path w="28288" h="28321" extrusionOk="0">
                  <a:moveTo>
                    <a:pt x="13777" y="0"/>
                  </a:moveTo>
                  <a:cubicBezTo>
                    <a:pt x="12643" y="33"/>
                    <a:pt x="11543" y="200"/>
                    <a:pt x="10475" y="467"/>
                  </a:cubicBezTo>
                  <a:cubicBezTo>
                    <a:pt x="4304" y="2135"/>
                    <a:pt x="1" y="7772"/>
                    <a:pt x="1" y="14177"/>
                  </a:cubicBezTo>
                  <a:cubicBezTo>
                    <a:pt x="1" y="20548"/>
                    <a:pt x="4304" y="26186"/>
                    <a:pt x="10475" y="27853"/>
                  </a:cubicBezTo>
                  <a:cubicBezTo>
                    <a:pt x="11543" y="28120"/>
                    <a:pt x="12643" y="28287"/>
                    <a:pt x="13777" y="28320"/>
                  </a:cubicBezTo>
                  <a:lnTo>
                    <a:pt x="14144" y="28320"/>
                  </a:lnTo>
                  <a:cubicBezTo>
                    <a:pt x="14478" y="28320"/>
                    <a:pt x="14845" y="28320"/>
                    <a:pt x="15178" y="28287"/>
                  </a:cubicBezTo>
                  <a:cubicBezTo>
                    <a:pt x="15812" y="28220"/>
                    <a:pt x="16446" y="28154"/>
                    <a:pt x="17080" y="28020"/>
                  </a:cubicBezTo>
                  <a:cubicBezTo>
                    <a:pt x="17714" y="27887"/>
                    <a:pt x="18347" y="27687"/>
                    <a:pt x="18948" y="27486"/>
                  </a:cubicBezTo>
                  <a:cubicBezTo>
                    <a:pt x="19181" y="27386"/>
                    <a:pt x="19381" y="27286"/>
                    <a:pt x="19582" y="27220"/>
                  </a:cubicBezTo>
                  <a:cubicBezTo>
                    <a:pt x="19782" y="27153"/>
                    <a:pt x="19982" y="27053"/>
                    <a:pt x="20182" y="26953"/>
                  </a:cubicBezTo>
                  <a:cubicBezTo>
                    <a:pt x="21316" y="26419"/>
                    <a:pt x="22384" y="25719"/>
                    <a:pt x="23351" y="24918"/>
                  </a:cubicBezTo>
                  <a:cubicBezTo>
                    <a:pt x="23551" y="24751"/>
                    <a:pt x="23718" y="24551"/>
                    <a:pt x="23918" y="24384"/>
                  </a:cubicBezTo>
                  <a:cubicBezTo>
                    <a:pt x="26720" y="21716"/>
                    <a:pt x="28288" y="18013"/>
                    <a:pt x="28288" y="14144"/>
                  </a:cubicBezTo>
                  <a:cubicBezTo>
                    <a:pt x="28288" y="10308"/>
                    <a:pt x="26720" y="6605"/>
                    <a:pt x="23951" y="3970"/>
                  </a:cubicBezTo>
                  <a:cubicBezTo>
                    <a:pt x="23785" y="3770"/>
                    <a:pt x="23551" y="3603"/>
                    <a:pt x="23351" y="3436"/>
                  </a:cubicBezTo>
                  <a:cubicBezTo>
                    <a:pt x="22384" y="2602"/>
                    <a:pt x="21316" y="1901"/>
                    <a:pt x="20182" y="1368"/>
                  </a:cubicBezTo>
                  <a:cubicBezTo>
                    <a:pt x="19982" y="1268"/>
                    <a:pt x="19815" y="1201"/>
                    <a:pt x="19582" y="1101"/>
                  </a:cubicBezTo>
                  <a:cubicBezTo>
                    <a:pt x="19348" y="1001"/>
                    <a:pt x="19148" y="934"/>
                    <a:pt x="18948" y="834"/>
                  </a:cubicBezTo>
                  <a:cubicBezTo>
                    <a:pt x="18347" y="634"/>
                    <a:pt x="17714" y="434"/>
                    <a:pt x="17080" y="300"/>
                  </a:cubicBezTo>
                  <a:cubicBezTo>
                    <a:pt x="16446" y="167"/>
                    <a:pt x="15812" y="100"/>
                    <a:pt x="15178" y="33"/>
                  </a:cubicBezTo>
                  <a:cubicBezTo>
                    <a:pt x="14845" y="0"/>
                    <a:pt x="14478" y="0"/>
                    <a:pt x="141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1"/>
            <p:cNvSpPr/>
            <p:nvPr/>
          </p:nvSpPr>
          <p:spPr>
            <a:xfrm>
              <a:off x="2064200" y="905575"/>
              <a:ext cx="47550" cy="706375"/>
            </a:xfrm>
            <a:custGeom>
              <a:avLst/>
              <a:gdLst/>
              <a:ahLst/>
              <a:cxnLst/>
              <a:rect l="l" t="t" r="r" b="b"/>
              <a:pathLst>
                <a:path w="1902" h="28255" extrusionOk="0">
                  <a:moveTo>
                    <a:pt x="0" y="0"/>
                  </a:moveTo>
                  <a:lnTo>
                    <a:pt x="0" y="28254"/>
                  </a:lnTo>
                  <a:cubicBezTo>
                    <a:pt x="634" y="28221"/>
                    <a:pt x="1268" y="28121"/>
                    <a:pt x="1902" y="27987"/>
                  </a:cubicBezTo>
                  <a:lnTo>
                    <a:pt x="1902" y="267"/>
                  </a:lnTo>
                  <a:cubicBezTo>
                    <a:pt x="1268" y="134"/>
                    <a:pt x="634" y="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1"/>
            <p:cNvSpPr/>
            <p:nvPr/>
          </p:nvSpPr>
          <p:spPr>
            <a:xfrm>
              <a:off x="2175100" y="932250"/>
              <a:ext cx="93425" cy="653000"/>
            </a:xfrm>
            <a:custGeom>
              <a:avLst/>
              <a:gdLst/>
              <a:ahLst/>
              <a:cxnLst/>
              <a:rect l="l" t="t" r="r" b="b"/>
              <a:pathLst>
                <a:path w="3737" h="26120" extrusionOk="0">
                  <a:moveTo>
                    <a:pt x="1" y="1"/>
                  </a:moveTo>
                  <a:lnTo>
                    <a:pt x="1" y="26120"/>
                  </a:lnTo>
                  <a:cubicBezTo>
                    <a:pt x="201" y="26053"/>
                    <a:pt x="368" y="25953"/>
                    <a:pt x="568" y="25886"/>
                  </a:cubicBezTo>
                  <a:cubicBezTo>
                    <a:pt x="1736" y="25352"/>
                    <a:pt x="2770" y="24652"/>
                    <a:pt x="3737" y="23818"/>
                  </a:cubicBezTo>
                  <a:lnTo>
                    <a:pt x="3737" y="2336"/>
                  </a:lnTo>
                  <a:cubicBezTo>
                    <a:pt x="2770" y="1469"/>
                    <a:pt x="1736" y="801"/>
                    <a:pt x="568" y="268"/>
                  </a:cubicBezTo>
                  <a:cubicBezTo>
                    <a:pt x="368" y="168"/>
                    <a:pt x="201" y="6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1683925" y="916425"/>
              <a:ext cx="261875" cy="684675"/>
            </a:xfrm>
            <a:custGeom>
              <a:avLst/>
              <a:gdLst/>
              <a:ahLst/>
              <a:cxnLst/>
              <a:rect l="l" t="t" r="r" b="b"/>
              <a:pathLst>
                <a:path w="10475" h="27387" extrusionOk="0">
                  <a:moveTo>
                    <a:pt x="10475" y="0"/>
                  </a:moveTo>
                  <a:cubicBezTo>
                    <a:pt x="4304" y="1668"/>
                    <a:pt x="1" y="7272"/>
                    <a:pt x="1" y="13677"/>
                  </a:cubicBezTo>
                  <a:cubicBezTo>
                    <a:pt x="1" y="20081"/>
                    <a:pt x="4304" y="25685"/>
                    <a:pt x="10475" y="27386"/>
                  </a:cubicBezTo>
                  <a:lnTo>
                    <a:pt x="104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1"/>
            <p:cNvSpPr/>
            <p:nvPr/>
          </p:nvSpPr>
          <p:spPr>
            <a:xfrm>
              <a:off x="1984150" y="1096550"/>
              <a:ext cx="128450" cy="128450"/>
            </a:xfrm>
            <a:custGeom>
              <a:avLst/>
              <a:gdLst/>
              <a:ahLst/>
              <a:cxnLst/>
              <a:rect l="l" t="t" r="r" b="b"/>
              <a:pathLst>
                <a:path w="5138" h="5138" extrusionOk="0">
                  <a:moveTo>
                    <a:pt x="2569" y="0"/>
                  </a:moveTo>
                  <a:lnTo>
                    <a:pt x="0" y="2569"/>
                  </a:lnTo>
                  <a:lnTo>
                    <a:pt x="2569" y="5137"/>
                  </a:lnTo>
                  <a:lnTo>
                    <a:pt x="5137" y="2569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1"/>
            <p:cNvSpPr/>
            <p:nvPr/>
          </p:nvSpPr>
          <p:spPr>
            <a:xfrm>
              <a:off x="1984975" y="1280000"/>
              <a:ext cx="128450" cy="128450"/>
            </a:xfrm>
            <a:custGeom>
              <a:avLst/>
              <a:gdLst/>
              <a:ahLst/>
              <a:cxnLst/>
              <a:rect l="l" t="t" r="r" b="b"/>
              <a:pathLst>
                <a:path w="5138" h="5138" extrusionOk="0">
                  <a:moveTo>
                    <a:pt x="2569" y="1"/>
                  </a:moveTo>
                  <a:lnTo>
                    <a:pt x="1" y="2569"/>
                  </a:lnTo>
                  <a:lnTo>
                    <a:pt x="2602" y="5138"/>
                  </a:lnTo>
                  <a:lnTo>
                    <a:pt x="5138" y="2536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1"/>
            <p:cNvSpPr/>
            <p:nvPr/>
          </p:nvSpPr>
          <p:spPr>
            <a:xfrm>
              <a:off x="2103400" y="1187450"/>
              <a:ext cx="127600" cy="128450"/>
            </a:xfrm>
            <a:custGeom>
              <a:avLst/>
              <a:gdLst/>
              <a:ahLst/>
              <a:cxnLst/>
              <a:rect l="l" t="t" r="r" b="b"/>
              <a:pathLst>
                <a:path w="5104" h="5138" extrusionOk="0">
                  <a:moveTo>
                    <a:pt x="2535" y="0"/>
                  </a:moveTo>
                  <a:lnTo>
                    <a:pt x="0" y="2569"/>
                  </a:lnTo>
                  <a:lnTo>
                    <a:pt x="2569" y="5137"/>
                  </a:lnTo>
                  <a:lnTo>
                    <a:pt x="5104" y="2569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1"/>
            <p:cNvSpPr/>
            <p:nvPr/>
          </p:nvSpPr>
          <p:spPr>
            <a:xfrm>
              <a:off x="1867400" y="1189100"/>
              <a:ext cx="127600" cy="127625"/>
            </a:xfrm>
            <a:custGeom>
              <a:avLst/>
              <a:gdLst/>
              <a:ahLst/>
              <a:cxnLst/>
              <a:rect l="l" t="t" r="r" b="b"/>
              <a:pathLst>
                <a:path w="5104" h="5105" extrusionOk="0">
                  <a:moveTo>
                    <a:pt x="2535" y="1"/>
                  </a:moveTo>
                  <a:lnTo>
                    <a:pt x="0" y="2569"/>
                  </a:lnTo>
                  <a:lnTo>
                    <a:pt x="2569" y="5105"/>
                  </a:lnTo>
                  <a:lnTo>
                    <a:pt x="5104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22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766" name="Google Shape;766;p22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2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8" name="Google Shape;768;p22"/>
          <p:cNvSpPr txBox="1">
            <a:spLocks noGrp="1"/>
          </p:cNvSpPr>
          <p:nvPr>
            <p:ph type="subTitle" idx="1"/>
          </p:nvPr>
        </p:nvSpPr>
        <p:spPr>
          <a:xfrm>
            <a:off x="5136012" y="1982986"/>
            <a:ext cx="2958900" cy="17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/>
            </a:lvl9pPr>
          </a:lstStyle>
          <a:p>
            <a:endParaRPr/>
          </a:p>
        </p:txBody>
      </p:sp>
      <p:sp>
        <p:nvSpPr>
          <p:cNvPr id="769" name="Google Shape;769;p22"/>
          <p:cNvSpPr txBox="1">
            <a:spLocks noGrp="1"/>
          </p:cNvSpPr>
          <p:nvPr>
            <p:ph type="title"/>
          </p:nvPr>
        </p:nvSpPr>
        <p:spPr>
          <a:xfrm>
            <a:off x="5136012" y="1321236"/>
            <a:ext cx="2958900" cy="5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grpSp>
        <p:nvGrpSpPr>
          <p:cNvPr id="770" name="Google Shape;770;p22"/>
          <p:cNvGrpSpPr/>
          <p:nvPr/>
        </p:nvGrpSpPr>
        <p:grpSpPr>
          <a:xfrm rot="-1800044">
            <a:off x="8037389" y="-252933"/>
            <a:ext cx="1691593" cy="2461713"/>
            <a:chOff x="2136935" y="539427"/>
            <a:chExt cx="1691631" cy="2461767"/>
          </a:xfrm>
        </p:grpSpPr>
        <p:grpSp>
          <p:nvGrpSpPr>
            <p:cNvPr id="771" name="Google Shape;771;p22"/>
            <p:cNvGrpSpPr/>
            <p:nvPr/>
          </p:nvGrpSpPr>
          <p:grpSpPr>
            <a:xfrm>
              <a:off x="2136935" y="539427"/>
              <a:ext cx="1691631" cy="1197833"/>
              <a:chOff x="3271675" y="3002600"/>
              <a:chExt cx="2088175" cy="1559475"/>
            </a:xfrm>
          </p:grpSpPr>
          <p:sp>
            <p:nvSpPr>
              <p:cNvPr id="772" name="Google Shape;772;p22"/>
              <p:cNvSpPr/>
              <p:nvPr/>
            </p:nvSpPr>
            <p:spPr>
              <a:xfrm>
                <a:off x="3271675" y="3002600"/>
                <a:ext cx="2088175" cy="1559475"/>
              </a:xfrm>
              <a:custGeom>
                <a:avLst/>
                <a:gdLst/>
                <a:ahLst/>
                <a:cxnLst/>
                <a:rect l="l" t="t" r="r" b="b"/>
                <a:pathLst>
                  <a:path w="83527" h="62379" extrusionOk="0">
                    <a:moveTo>
                      <a:pt x="0" y="0"/>
                    </a:moveTo>
                    <a:lnTo>
                      <a:pt x="0" y="62378"/>
                    </a:lnTo>
                    <a:lnTo>
                      <a:pt x="83527" y="62378"/>
                    </a:lnTo>
                    <a:lnTo>
                      <a:pt x="835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85725" dir="8940000" algn="bl" rotWithShape="0">
                  <a:schemeClr val="lt2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22"/>
              <p:cNvSpPr/>
              <p:nvPr/>
            </p:nvSpPr>
            <p:spPr>
              <a:xfrm>
                <a:off x="3271675" y="4356050"/>
                <a:ext cx="2088175" cy="78425"/>
              </a:xfrm>
              <a:custGeom>
                <a:avLst/>
                <a:gdLst/>
                <a:ahLst/>
                <a:cxnLst/>
                <a:rect l="l" t="t" r="r" b="b"/>
                <a:pathLst>
                  <a:path w="83527" h="3137" extrusionOk="0">
                    <a:moveTo>
                      <a:pt x="0" y="1"/>
                    </a:moveTo>
                    <a:lnTo>
                      <a:pt x="0" y="3136"/>
                    </a:lnTo>
                    <a:lnTo>
                      <a:pt x="83527" y="3136"/>
                    </a:lnTo>
                    <a:lnTo>
                      <a:pt x="8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22"/>
              <p:cNvSpPr/>
              <p:nvPr/>
            </p:nvSpPr>
            <p:spPr>
              <a:xfrm>
                <a:off x="3271675" y="4092550"/>
                <a:ext cx="2088175" cy="194325"/>
              </a:xfrm>
              <a:custGeom>
                <a:avLst/>
                <a:gdLst/>
                <a:ahLst/>
                <a:cxnLst/>
                <a:rect l="l" t="t" r="r" b="b"/>
                <a:pathLst>
                  <a:path w="83527" h="7773" extrusionOk="0">
                    <a:moveTo>
                      <a:pt x="0" y="0"/>
                    </a:moveTo>
                    <a:lnTo>
                      <a:pt x="0" y="7772"/>
                    </a:lnTo>
                    <a:lnTo>
                      <a:pt x="83527" y="7772"/>
                    </a:lnTo>
                    <a:lnTo>
                      <a:pt x="8352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5" name="Google Shape;775;p22"/>
            <p:cNvGrpSpPr/>
            <p:nvPr/>
          </p:nvGrpSpPr>
          <p:grpSpPr>
            <a:xfrm>
              <a:off x="2474900" y="797415"/>
              <a:ext cx="324425" cy="2203780"/>
              <a:chOff x="4908675" y="2468875"/>
              <a:chExt cx="324425" cy="1818000"/>
            </a:xfrm>
          </p:grpSpPr>
          <p:sp>
            <p:nvSpPr>
              <p:cNvPr id="776" name="Google Shape;776;p22"/>
              <p:cNvSpPr/>
              <p:nvPr/>
            </p:nvSpPr>
            <p:spPr>
              <a:xfrm>
                <a:off x="4908675" y="2468875"/>
                <a:ext cx="324425" cy="1195875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47835" extrusionOk="0">
                    <a:moveTo>
                      <a:pt x="1" y="1"/>
                    </a:moveTo>
                    <a:lnTo>
                      <a:pt x="1" y="47835"/>
                    </a:lnTo>
                    <a:lnTo>
                      <a:pt x="12976" y="47835"/>
                    </a:lnTo>
                    <a:lnTo>
                      <a:pt x="129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22"/>
              <p:cNvSpPr/>
              <p:nvPr/>
            </p:nvSpPr>
            <p:spPr>
              <a:xfrm>
                <a:off x="4908675" y="2468875"/>
                <a:ext cx="324425" cy="81750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3270" extrusionOk="0">
                    <a:moveTo>
                      <a:pt x="1" y="1"/>
                    </a:moveTo>
                    <a:lnTo>
                      <a:pt x="1" y="3270"/>
                    </a:lnTo>
                    <a:lnTo>
                      <a:pt x="12976" y="3270"/>
                    </a:lnTo>
                    <a:lnTo>
                      <a:pt x="1297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2"/>
              <p:cNvSpPr/>
              <p:nvPr/>
            </p:nvSpPr>
            <p:spPr>
              <a:xfrm>
                <a:off x="4931200" y="2553925"/>
                <a:ext cx="92575" cy="92600"/>
              </a:xfrm>
              <a:custGeom>
                <a:avLst/>
                <a:gdLst/>
                <a:ahLst/>
                <a:cxnLst/>
                <a:rect l="l" t="t" r="r" b="b"/>
                <a:pathLst>
                  <a:path w="3703" h="3704" fill="none" extrusionOk="0">
                    <a:moveTo>
                      <a:pt x="1835" y="1"/>
                    </a:moveTo>
                    <a:lnTo>
                      <a:pt x="3703" y="1836"/>
                    </a:lnTo>
                    <a:lnTo>
                      <a:pt x="1835" y="3704"/>
                    </a:lnTo>
                    <a:lnTo>
                      <a:pt x="0" y="1836"/>
                    </a:lnTo>
                    <a:close/>
                  </a:path>
                </a:pathLst>
              </a:custGeom>
              <a:solidFill>
                <a:schemeClr val="accent3"/>
              </a:solidFill>
              <a:ln w="7500" cap="flat" cmpd="sng">
                <a:solidFill>
                  <a:srgbClr val="E9AD4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2"/>
              <p:cNvSpPr/>
              <p:nvPr/>
            </p:nvSpPr>
            <p:spPr>
              <a:xfrm>
                <a:off x="5022925" y="2553925"/>
                <a:ext cx="92600" cy="91775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3671" fill="none" extrusionOk="0">
                    <a:moveTo>
                      <a:pt x="1835" y="1"/>
                    </a:moveTo>
                    <a:lnTo>
                      <a:pt x="3703" y="1836"/>
                    </a:lnTo>
                    <a:lnTo>
                      <a:pt x="1835" y="3670"/>
                    </a:lnTo>
                    <a:lnTo>
                      <a:pt x="0" y="1836"/>
                    </a:lnTo>
                    <a:close/>
                  </a:path>
                </a:pathLst>
              </a:custGeom>
              <a:solidFill>
                <a:schemeClr val="accent3"/>
              </a:solidFill>
              <a:ln w="7500" cap="flat" cmpd="sng">
                <a:solidFill>
                  <a:srgbClr val="E9AD4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2"/>
              <p:cNvSpPr/>
              <p:nvPr/>
            </p:nvSpPr>
            <p:spPr>
              <a:xfrm>
                <a:off x="5114650" y="2553925"/>
                <a:ext cx="92600" cy="91775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3671" fill="none" extrusionOk="0">
                    <a:moveTo>
                      <a:pt x="1835" y="1"/>
                    </a:moveTo>
                    <a:lnTo>
                      <a:pt x="3703" y="1836"/>
                    </a:lnTo>
                    <a:lnTo>
                      <a:pt x="1835" y="3670"/>
                    </a:lnTo>
                    <a:lnTo>
                      <a:pt x="1" y="1836"/>
                    </a:lnTo>
                    <a:close/>
                  </a:path>
                </a:pathLst>
              </a:custGeom>
              <a:solidFill>
                <a:schemeClr val="accent3"/>
              </a:solidFill>
              <a:ln w="7500" cap="flat" cmpd="sng">
                <a:solidFill>
                  <a:srgbClr val="E9AD4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2"/>
              <p:cNvSpPr/>
              <p:nvPr/>
            </p:nvSpPr>
            <p:spPr>
              <a:xfrm>
                <a:off x="4997075" y="2868325"/>
                <a:ext cx="57575" cy="928200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37128" extrusionOk="0">
                    <a:moveTo>
                      <a:pt x="1068" y="1"/>
                    </a:moveTo>
                    <a:lnTo>
                      <a:pt x="0" y="37127"/>
                    </a:lnTo>
                    <a:lnTo>
                      <a:pt x="2302" y="37127"/>
                    </a:lnTo>
                    <a:lnTo>
                      <a:pt x="230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2"/>
              <p:cNvSpPr/>
              <p:nvPr/>
            </p:nvSpPr>
            <p:spPr>
              <a:xfrm>
                <a:off x="5086300" y="2868325"/>
                <a:ext cx="58400" cy="928200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37128" extrusionOk="0">
                    <a:moveTo>
                      <a:pt x="1" y="1"/>
                    </a:moveTo>
                    <a:lnTo>
                      <a:pt x="1" y="37127"/>
                    </a:lnTo>
                    <a:lnTo>
                      <a:pt x="2336" y="37127"/>
                    </a:lnTo>
                    <a:lnTo>
                      <a:pt x="12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2"/>
              <p:cNvSpPr/>
              <p:nvPr/>
            </p:nvSpPr>
            <p:spPr>
              <a:xfrm>
                <a:off x="4982050" y="3796500"/>
                <a:ext cx="72600" cy="490375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19615" extrusionOk="0">
                    <a:moveTo>
                      <a:pt x="601" y="0"/>
                    </a:moveTo>
                    <a:lnTo>
                      <a:pt x="1" y="19614"/>
                    </a:lnTo>
                    <a:lnTo>
                      <a:pt x="2903" y="19614"/>
                    </a:lnTo>
                    <a:lnTo>
                      <a:pt x="29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22"/>
              <p:cNvSpPr/>
              <p:nvPr/>
            </p:nvSpPr>
            <p:spPr>
              <a:xfrm>
                <a:off x="5086300" y="3796500"/>
                <a:ext cx="72575" cy="49037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19615" extrusionOk="0">
                    <a:moveTo>
                      <a:pt x="1" y="0"/>
                    </a:moveTo>
                    <a:lnTo>
                      <a:pt x="1" y="19614"/>
                    </a:lnTo>
                    <a:lnTo>
                      <a:pt x="2903" y="19614"/>
                    </a:lnTo>
                    <a:lnTo>
                      <a:pt x="233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22"/>
              <p:cNvSpPr/>
              <p:nvPr/>
            </p:nvSpPr>
            <p:spPr>
              <a:xfrm>
                <a:off x="4997900" y="3757300"/>
                <a:ext cx="567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1" fill="none" extrusionOk="0">
                    <a:moveTo>
                      <a:pt x="1" y="0"/>
                    </a:moveTo>
                    <a:lnTo>
                      <a:pt x="2269" y="0"/>
                    </a:lnTo>
                  </a:path>
                </a:pathLst>
              </a:custGeom>
              <a:noFill/>
              <a:ln w="75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22"/>
              <p:cNvSpPr/>
              <p:nvPr/>
            </p:nvSpPr>
            <p:spPr>
              <a:xfrm>
                <a:off x="5086300" y="3757300"/>
                <a:ext cx="567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1" fill="none" extrusionOk="0">
                    <a:moveTo>
                      <a:pt x="1" y="0"/>
                    </a:moveTo>
                    <a:lnTo>
                      <a:pt x="2269" y="0"/>
                    </a:lnTo>
                  </a:path>
                </a:pathLst>
              </a:custGeom>
              <a:noFill/>
              <a:ln w="75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22"/>
              <p:cNvSpPr/>
              <p:nvPr/>
            </p:nvSpPr>
            <p:spPr>
              <a:xfrm>
                <a:off x="5018750" y="3796500"/>
                <a:ext cx="25" cy="490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9615" fill="none" extrusionOk="0">
                    <a:moveTo>
                      <a:pt x="1" y="0"/>
                    </a:moveTo>
                    <a:lnTo>
                      <a:pt x="1" y="19614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>
                <a:off x="5123000" y="3796500"/>
                <a:ext cx="25" cy="490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9615" fill="none" extrusionOk="0">
                    <a:moveTo>
                      <a:pt x="0" y="0"/>
                    </a:moveTo>
                    <a:lnTo>
                      <a:pt x="0" y="19614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>
                <a:off x="4908675" y="2506400"/>
                <a:ext cx="3244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" fill="none" extrusionOk="0">
                    <a:moveTo>
                      <a:pt x="1" y="1"/>
                    </a:moveTo>
                    <a:lnTo>
                      <a:pt x="12976" y="1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0" name="Google Shape;790;p22"/>
          <p:cNvGrpSpPr/>
          <p:nvPr/>
        </p:nvGrpSpPr>
        <p:grpSpPr>
          <a:xfrm>
            <a:off x="-302498" y="4085706"/>
            <a:ext cx="1314078" cy="1198149"/>
            <a:chOff x="7252250" y="1395950"/>
            <a:chExt cx="919000" cy="837925"/>
          </a:xfrm>
        </p:grpSpPr>
        <p:sp>
          <p:nvSpPr>
            <p:cNvPr id="791" name="Google Shape;791;p22"/>
            <p:cNvSpPr/>
            <p:nvPr/>
          </p:nvSpPr>
          <p:spPr>
            <a:xfrm>
              <a:off x="7252250" y="1395950"/>
              <a:ext cx="919000" cy="837925"/>
            </a:xfrm>
            <a:custGeom>
              <a:avLst/>
              <a:gdLst/>
              <a:ahLst/>
              <a:cxnLst/>
              <a:rect l="l" t="t" r="r" b="b"/>
              <a:pathLst>
                <a:path w="36760" h="33517" extrusionOk="0">
                  <a:moveTo>
                    <a:pt x="18380" y="1"/>
                  </a:moveTo>
                  <a:cubicBezTo>
                    <a:pt x="14094" y="1"/>
                    <a:pt x="9807" y="1635"/>
                    <a:pt x="6538" y="4904"/>
                  </a:cubicBezTo>
                  <a:cubicBezTo>
                    <a:pt x="0" y="11442"/>
                    <a:pt x="0" y="22050"/>
                    <a:pt x="6538" y="28588"/>
                  </a:cubicBezTo>
                  <a:cubicBezTo>
                    <a:pt x="9807" y="31873"/>
                    <a:pt x="14094" y="33516"/>
                    <a:pt x="18380" y="33516"/>
                  </a:cubicBezTo>
                  <a:cubicBezTo>
                    <a:pt x="22666" y="33516"/>
                    <a:pt x="26953" y="31873"/>
                    <a:pt x="30222" y="28588"/>
                  </a:cubicBezTo>
                  <a:cubicBezTo>
                    <a:pt x="36760" y="22050"/>
                    <a:pt x="36760" y="11442"/>
                    <a:pt x="30222" y="4904"/>
                  </a:cubicBezTo>
                  <a:cubicBezTo>
                    <a:pt x="26953" y="1635"/>
                    <a:pt x="22666" y="1"/>
                    <a:pt x="183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85725" dir="21540000" algn="bl" rotWithShape="0">
                <a:schemeClr val="lt2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2"/>
            <p:cNvSpPr/>
            <p:nvPr/>
          </p:nvSpPr>
          <p:spPr>
            <a:xfrm>
              <a:off x="7364000" y="1466825"/>
              <a:ext cx="697175" cy="698025"/>
            </a:xfrm>
            <a:custGeom>
              <a:avLst/>
              <a:gdLst/>
              <a:ahLst/>
              <a:cxnLst/>
              <a:rect l="l" t="t" r="r" b="b"/>
              <a:pathLst>
                <a:path w="27887" h="27921" extrusionOk="0">
                  <a:moveTo>
                    <a:pt x="13543" y="1"/>
                  </a:moveTo>
                  <a:cubicBezTo>
                    <a:pt x="6004" y="234"/>
                    <a:pt x="0" y="6406"/>
                    <a:pt x="0" y="13944"/>
                  </a:cubicBezTo>
                  <a:cubicBezTo>
                    <a:pt x="0" y="21516"/>
                    <a:pt x="6004" y="27687"/>
                    <a:pt x="13543" y="27921"/>
                  </a:cubicBezTo>
                  <a:lnTo>
                    <a:pt x="13910" y="27921"/>
                  </a:lnTo>
                  <a:cubicBezTo>
                    <a:pt x="14877" y="27921"/>
                    <a:pt x="15845" y="27821"/>
                    <a:pt x="16812" y="27621"/>
                  </a:cubicBezTo>
                  <a:cubicBezTo>
                    <a:pt x="17446" y="27487"/>
                    <a:pt x="18046" y="27287"/>
                    <a:pt x="18680" y="27087"/>
                  </a:cubicBezTo>
                  <a:cubicBezTo>
                    <a:pt x="19080" y="26920"/>
                    <a:pt x="19481" y="26753"/>
                    <a:pt x="19881" y="26553"/>
                  </a:cubicBezTo>
                  <a:cubicBezTo>
                    <a:pt x="22850" y="25152"/>
                    <a:pt x="25218" y="22751"/>
                    <a:pt x="26619" y="19782"/>
                  </a:cubicBezTo>
                  <a:cubicBezTo>
                    <a:pt x="27453" y="17947"/>
                    <a:pt x="27887" y="15946"/>
                    <a:pt x="27887" y="13944"/>
                  </a:cubicBezTo>
                  <a:cubicBezTo>
                    <a:pt x="27887" y="10142"/>
                    <a:pt x="26319" y="6506"/>
                    <a:pt x="23584" y="3870"/>
                  </a:cubicBezTo>
                  <a:cubicBezTo>
                    <a:pt x="22483" y="2836"/>
                    <a:pt x="21249" y="1969"/>
                    <a:pt x="19881" y="1335"/>
                  </a:cubicBezTo>
                  <a:cubicBezTo>
                    <a:pt x="19514" y="1135"/>
                    <a:pt x="19080" y="968"/>
                    <a:pt x="18680" y="835"/>
                  </a:cubicBezTo>
                  <a:cubicBezTo>
                    <a:pt x="18046" y="601"/>
                    <a:pt x="17446" y="435"/>
                    <a:pt x="16812" y="301"/>
                  </a:cubicBezTo>
                  <a:cubicBezTo>
                    <a:pt x="15845" y="101"/>
                    <a:pt x="14877" y="1"/>
                    <a:pt x="139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2"/>
            <p:cNvSpPr/>
            <p:nvPr/>
          </p:nvSpPr>
          <p:spPr>
            <a:xfrm>
              <a:off x="7784300" y="1473500"/>
              <a:ext cx="46725" cy="683850"/>
            </a:xfrm>
            <a:custGeom>
              <a:avLst/>
              <a:gdLst/>
              <a:ahLst/>
              <a:cxnLst/>
              <a:rect l="l" t="t" r="r" b="b"/>
              <a:pathLst>
                <a:path w="1869" h="27354" extrusionOk="0">
                  <a:moveTo>
                    <a:pt x="0" y="1"/>
                  </a:moveTo>
                  <a:lnTo>
                    <a:pt x="0" y="27354"/>
                  </a:lnTo>
                  <a:cubicBezTo>
                    <a:pt x="634" y="27220"/>
                    <a:pt x="1234" y="27020"/>
                    <a:pt x="1868" y="26787"/>
                  </a:cubicBezTo>
                  <a:lnTo>
                    <a:pt x="1868" y="535"/>
                  </a:lnTo>
                  <a:cubicBezTo>
                    <a:pt x="1234" y="301"/>
                    <a:pt x="634" y="134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7861000" y="1499350"/>
              <a:ext cx="92600" cy="631325"/>
            </a:xfrm>
            <a:custGeom>
              <a:avLst/>
              <a:gdLst/>
              <a:ahLst/>
              <a:cxnLst/>
              <a:rect l="l" t="t" r="r" b="b"/>
              <a:pathLst>
                <a:path w="3704" h="25253" extrusionOk="0">
                  <a:moveTo>
                    <a:pt x="1" y="1"/>
                  </a:moveTo>
                  <a:lnTo>
                    <a:pt x="1" y="25252"/>
                  </a:lnTo>
                  <a:cubicBezTo>
                    <a:pt x="1369" y="24619"/>
                    <a:pt x="2603" y="23751"/>
                    <a:pt x="3704" y="22717"/>
                  </a:cubicBezTo>
                  <a:lnTo>
                    <a:pt x="3704" y="2569"/>
                  </a:lnTo>
                  <a:cubicBezTo>
                    <a:pt x="2603" y="1502"/>
                    <a:pt x="1369" y="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2"/>
            <p:cNvSpPr/>
            <p:nvPr/>
          </p:nvSpPr>
          <p:spPr>
            <a:xfrm>
              <a:off x="7486575" y="1928825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35" y="1"/>
                  </a:moveTo>
                  <a:lnTo>
                    <a:pt x="1" y="1702"/>
                  </a:lnTo>
                  <a:lnTo>
                    <a:pt x="1735" y="3403"/>
                  </a:lnTo>
                  <a:lnTo>
                    <a:pt x="3436" y="1702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2"/>
            <p:cNvSpPr/>
            <p:nvPr/>
          </p:nvSpPr>
          <p:spPr>
            <a:xfrm>
              <a:off x="7486575" y="1626950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02" y="1"/>
                  </a:moveTo>
                  <a:lnTo>
                    <a:pt x="1" y="1702"/>
                  </a:lnTo>
                  <a:lnTo>
                    <a:pt x="1702" y="3403"/>
                  </a:lnTo>
                  <a:lnTo>
                    <a:pt x="3436" y="1702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7855175" y="1928825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02" y="1"/>
                  </a:moveTo>
                  <a:lnTo>
                    <a:pt x="0" y="1702"/>
                  </a:lnTo>
                  <a:lnTo>
                    <a:pt x="1702" y="3403"/>
                  </a:lnTo>
                  <a:lnTo>
                    <a:pt x="3436" y="1702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2"/>
            <p:cNvSpPr/>
            <p:nvPr/>
          </p:nvSpPr>
          <p:spPr>
            <a:xfrm>
              <a:off x="7855175" y="1626950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35" y="1"/>
                  </a:moveTo>
                  <a:lnTo>
                    <a:pt x="0" y="1702"/>
                  </a:lnTo>
                  <a:lnTo>
                    <a:pt x="1735" y="3403"/>
                  </a:lnTo>
                  <a:lnTo>
                    <a:pt x="3436" y="1702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2"/>
            <p:cNvSpPr/>
            <p:nvPr/>
          </p:nvSpPr>
          <p:spPr>
            <a:xfrm>
              <a:off x="7855175" y="1777900"/>
              <a:ext cx="85925" cy="85075"/>
            </a:xfrm>
            <a:custGeom>
              <a:avLst/>
              <a:gdLst/>
              <a:ahLst/>
              <a:cxnLst/>
              <a:rect l="l" t="t" r="r" b="b"/>
              <a:pathLst>
                <a:path w="3437" h="3403" extrusionOk="0">
                  <a:moveTo>
                    <a:pt x="1702" y="0"/>
                  </a:moveTo>
                  <a:lnTo>
                    <a:pt x="0" y="1701"/>
                  </a:lnTo>
                  <a:lnTo>
                    <a:pt x="1702" y="3403"/>
                  </a:lnTo>
                  <a:lnTo>
                    <a:pt x="3436" y="1701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2"/>
            <p:cNvSpPr/>
            <p:nvPr/>
          </p:nvSpPr>
          <p:spPr>
            <a:xfrm>
              <a:off x="7486575" y="1777900"/>
              <a:ext cx="85925" cy="85075"/>
            </a:xfrm>
            <a:custGeom>
              <a:avLst/>
              <a:gdLst/>
              <a:ahLst/>
              <a:cxnLst/>
              <a:rect l="l" t="t" r="r" b="b"/>
              <a:pathLst>
                <a:path w="3437" h="3403" extrusionOk="0">
                  <a:moveTo>
                    <a:pt x="1735" y="0"/>
                  </a:moveTo>
                  <a:lnTo>
                    <a:pt x="1" y="1701"/>
                  </a:lnTo>
                  <a:lnTo>
                    <a:pt x="1735" y="3403"/>
                  </a:lnTo>
                  <a:lnTo>
                    <a:pt x="3436" y="1701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2"/>
            <p:cNvSpPr/>
            <p:nvPr/>
          </p:nvSpPr>
          <p:spPr>
            <a:xfrm>
              <a:off x="7635025" y="1920700"/>
              <a:ext cx="144275" cy="133250"/>
            </a:xfrm>
            <a:custGeom>
              <a:avLst/>
              <a:gdLst/>
              <a:ahLst/>
              <a:cxnLst/>
              <a:rect l="l" t="t" r="r" b="b"/>
              <a:pathLst>
                <a:path w="5771" h="5330" extrusionOk="0">
                  <a:moveTo>
                    <a:pt x="4153" y="1"/>
                  </a:moveTo>
                  <a:cubicBezTo>
                    <a:pt x="4078" y="1"/>
                    <a:pt x="4003" y="9"/>
                    <a:pt x="3936" y="26"/>
                  </a:cubicBezTo>
                  <a:cubicBezTo>
                    <a:pt x="3069" y="92"/>
                    <a:pt x="2268" y="393"/>
                    <a:pt x="1601" y="926"/>
                  </a:cubicBezTo>
                  <a:lnTo>
                    <a:pt x="1535" y="893"/>
                  </a:lnTo>
                  <a:lnTo>
                    <a:pt x="1435" y="1060"/>
                  </a:lnTo>
                  <a:cubicBezTo>
                    <a:pt x="1368" y="1126"/>
                    <a:pt x="1334" y="1160"/>
                    <a:pt x="1268" y="1193"/>
                  </a:cubicBezTo>
                  <a:cubicBezTo>
                    <a:pt x="934" y="1560"/>
                    <a:pt x="634" y="1960"/>
                    <a:pt x="434" y="2427"/>
                  </a:cubicBezTo>
                  <a:lnTo>
                    <a:pt x="167" y="3028"/>
                  </a:lnTo>
                  <a:cubicBezTo>
                    <a:pt x="167" y="3028"/>
                    <a:pt x="167" y="3028"/>
                    <a:pt x="167" y="3061"/>
                  </a:cubicBezTo>
                  <a:cubicBezTo>
                    <a:pt x="134" y="3095"/>
                    <a:pt x="134" y="3095"/>
                    <a:pt x="134" y="3128"/>
                  </a:cubicBezTo>
                  <a:lnTo>
                    <a:pt x="134" y="3161"/>
                  </a:lnTo>
                  <a:lnTo>
                    <a:pt x="134" y="3195"/>
                  </a:lnTo>
                  <a:lnTo>
                    <a:pt x="100" y="3328"/>
                  </a:lnTo>
                  <a:cubicBezTo>
                    <a:pt x="0" y="3795"/>
                    <a:pt x="100" y="4262"/>
                    <a:pt x="367" y="4662"/>
                  </a:cubicBezTo>
                  <a:cubicBezTo>
                    <a:pt x="501" y="4829"/>
                    <a:pt x="667" y="4996"/>
                    <a:pt x="867" y="5096"/>
                  </a:cubicBezTo>
                  <a:cubicBezTo>
                    <a:pt x="901" y="5129"/>
                    <a:pt x="968" y="5163"/>
                    <a:pt x="1034" y="5196"/>
                  </a:cubicBezTo>
                  <a:cubicBezTo>
                    <a:pt x="1134" y="5229"/>
                    <a:pt x="1234" y="5296"/>
                    <a:pt x="1334" y="5296"/>
                  </a:cubicBezTo>
                  <a:cubicBezTo>
                    <a:pt x="1435" y="5329"/>
                    <a:pt x="1501" y="5329"/>
                    <a:pt x="1568" y="5329"/>
                  </a:cubicBezTo>
                  <a:lnTo>
                    <a:pt x="1902" y="5329"/>
                  </a:lnTo>
                  <a:cubicBezTo>
                    <a:pt x="2068" y="5329"/>
                    <a:pt x="2202" y="5296"/>
                    <a:pt x="2369" y="5263"/>
                  </a:cubicBezTo>
                  <a:cubicBezTo>
                    <a:pt x="3236" y="5063"/>
                    <a:pt x="4003" y="4629"/>
                    <a:pt x="4603" y="3962"/>
                  </a:cubicBezTo>
                  <a:lnTo>
                    <a:pt x="4637" y="3928"/>
                  </a:lnTo>
                  <a:cubicBezTo>
                    <a:pt x="4737" y="3795"/>
                    <a:pt x="4870" y="3662"/>
                    <a:pt x="4970" y="3528"/>
                  </a:cubicBezTo>
                  <a:lnTo>
                    <a:pt x="5304" y="3095"/>
                  </a:lnTo>
                  <a:lnTo>
                    <a:pt x="5237" y="3061"/>
                  </a:lnTo>
                  <a:cubicBezTo>
                    <a:pt x="5271" y="2994"/>
                    <a:pt x="5304" y="2928"/>
                    <a:pt x="5337" y="2861"/>
                  </a:cubicBezTo>
                  <a:lnTo>
                    <a:pt x="5604" y="2294"/>
                  </a:lnTo>
                  <a:cubicBezTo>
                    <a:pt x="5704" y="2027"/>
                    <a:pt x="5771" y="1760"/>
                    <a:pt x="5738" y="1460"/>
                  </a:cubicBezTo>
                  <a:cubicBezTo>
                    <a:pt x="5738" y="1393"/>
                    <a:pt x="5738" y="1327"/>
                    <a:pt x="5704" y="1260"/>
                  </a:cubicBezTo>
                  <a:cubicBezTo>
                    <a:pt x="5704" y="1227"/>
                    <a:pt x="5704" y="1193"/>
                    <a:pt x="5704" y="1193"/>
                  </a:cubicBezTo>
                  <a:cubicBezTo>
                    <a:pt x="5704" y="1160"/>
                    <a:pt x="5704" y="1126"/>
                    <a:pt x="5671" y="1093"/>
                  </a:cubicBezTo>
                  <a:cubicBezTo>
                    <a:pt x="5638" y="960"/>
                    <a:pt x="5571" y="860"/>
                    <a:pt x="5537" y="760"/>
                  </a:cubicBezTo>
                  <a:cubicBezTo>
                    <a:pt x="5537" y="893"/>
                    <a:pt x="5504" y="1060"/>
                    <a:pt x="5437" y="1193"/>
                  </a:cubicBezTo>
                  <a:lnTo>
                    <a:pt x="5237" y="1660"/>
                  </a:lnTo>
                  <a:cubicBezTo>
                    <a:pt x="4804" y="2594"/>
                    <a:pt x="3903" y="3228"/>
                    <a:pt x="2869" y="3361"/>
                  </a:cubicBezTo>
                  <a:lnTo>
                    <a:pt x="2602" y="3361"/>
                  </a:lnTo>
                  <a:cubicBezTo>
                    <a:pt x="2369" y="3295"/>
                    <a:pt x="2202" y="3161"/>
                    <a:pt x="2068" y="2994"/>
                  </a:cubicBezTo>
                  <a:cubicBezTo>
                    <a:pt x="2035" y="2961"/>
                    <a:pt x="2002" y="2894"/>
                    <a:pt x="2002" y="2861"/>
                  </a:cubicBezTo>
                  <a:cubicBezTo>
                    <a:pt x="1902" y="2661"/>
                    <a:pt x="1902" y="2461"/>
                    <a:pt x="1968" y="2294"/>
                  </a:cubicBezTo>
                  <a:cubicBezTo>
                    <a:pt x="1968" y="2261"/>
                    <a:pt x="1968" y="2227"/>
                    <a:pt x="2002" y="2161"/>
                  </a:cubicBezTo>
                  <a:lnTo>
                    <a:pt x="2202" y="1694"/>
                  </a:lnTo>
                  <a:cubicBezTo>
                    <a:pt x="2268" y="1593"/>
                    <a:pt x="2335" y="1493"/>
                    <a:pt x="2402" y="1393"/>
                  </a:cubicBezTo>
                  <a:cubicBezTo>
                    <a:pt x="2836" y="626"/>
                    <a:pt x="3603" y="126"/>
                    <a:pt x="4470" y="26"/>
                  </a:cubicBezTo>
                  <a:lnTo>
                    <a:pt x="4370" y="26"/>
                  </a:lnTo>
                  <a:cubicBezTo>
                    <a:pt x="4303" y="9"/>
                    <a:pt x="4228" y="1"/>
                    <a:pt x="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2"/>
            <p:cNvSpPr/>
            <p:nvPr/>
          </p:nvSpPr>
          <p:spPr>
            <a:xfrm>
              <a:off x="7746775" y="1922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7658375" y="1893625"/>
              <a:ext cx="144075" cy="135300"/>
            </a:xfrm>
            <a:custGeom>
              <a:avLst/>
              <a:gdLst/>
              <a:ahLst/>
              <a:cxnLst/>
              <a:rect l="l" t="t" r="r" b="b"/>
              <a:pathLst>
                <a:path w="5763" h="5412" extrusionOk="0">
                  <a:moveTo>
                    <a:pt x="3754" y="1134"/>
                  </a:moveTo>
                  <a:cubicBezTo>
                    <a:pt x="4203" y="1134"/>
                    <a:pt x="4570" y="1479"/>
                    <a:pt x="4570" y="1909"/>
                  </a:cubicBezTo>
                  <a:cubicBezTo>
                    <a:pt x="4603" y="2009"/>
                    <a:pt x="4570" y="2143"/>
                    <a:pt x="4537" y="2243"/>
                  </a:cubicBezTo>
                  <a:cubicBezTo>
                    <a:pt x="4537" y="2276"/>
                    <a:pt x="4503" y="2276"/>
                    <a:pt x="4503" y="2310"/>
                  </a:cubicBezTo>
                  <a:lnTo>
                    <a:pt x="4303" y="2743"/>
                  </a:lnTo>
                  <a:lnTo>
                    <a:pt x="4303" y="2777"/>
                  </a:lnTo>
                  <a:cubicBezTo>
                    <a:pt x="3870" y="3744"/>
                    <a:pt x="2969" y="4378"/>
                    <a:pt x="1935" y="4478"/>
                  </a:cubicBezTo>
                  <a:cubicBezTo>
                    <a:pt x="1885" y="4494"/>
                    <a:pt x="1835" y="4503"/>
                    <a:pt x="1789" y="4503"/>
                  </a:cubicBezTo>
                  <a:cubicBezTo>
                    <a:pt x="1743" y="4503"/>
                    <a:pt x="1701" y="4494"/>
                    <a:pt x="1668" y="4478"/>
                  </a:cubicBezTo>
                  <a:cubicBezTo>
                    <a:pt x="1568" y="4478"/>
                    <a:pt x="1501" y="4444"/>
                    <a:pt x="1435" y="4411"/>
                  </a:cubicBezTo>
                  <a:cubicBezTo>
                    <a:pt x="1301" y="4344"/>
                    <a:pt x="1201" y="4244"/>
                    <a:pt x="1134" y="4144"/>
                  </a:cubicBezTo>
                  <a:cubicBezTo>
                    <a:pt x="1134" y="4111"/>
                    <a:pt x="1134" y="4111"/>
                    <a:pt x="1134" y="4111"/>
                  </a:cubicBezTo>
                  <a:cubicBezTo>
                    <a:pt x="1101" y="4077"/>
                    <a:pt x="1068" y="4011"/>
                    <a:pt x="1068" y="3977"/>
                  </a:cubicBezTo>
                  <a:cubicBezTo>
                    <a:pt x="1001" y="3811"/>
                    <a:pt x="968" y="3610"/>
                    <a:pt x="1034" y="3444"/>
                  </a:cubicBezTo>
                  <a:cubicBezTo>
                    <a:pt x="1034" y="3377"/>
                    <a:pt x="1068" y="3344"/>
                    <a:pt x="1068" y="3310"/>
                  </a:cubicBezTo>
                  <a:lnTo>
                    <a:pt x="1301" y="2843"/>
                  </a:lnTo>
                  <a:cubicBezTo>
                    <a:pt x="1334" y="2743"/>
                    <a:pt x="1401" y="2643"/>
                    <a:pt x="1468" y="2510"/>
                  </a:cubicBezTo>
                  <a:cubicBezTo>
                    <a:pt x="1801" y="1976"/>
                    <a:pt x="2302" y="1576"/>
                    <a:pt x="2902" y="1309"/>
                  </a:cubicBezTo>
                  <a:cubicBezTo>
                    <a:pt x="3069" y="1275"/>
                    <a:pt x="3236" y="1209"/>
                    <a:pt x="3403" y="1175"/>
                  </a:cubicBezTo>
                  <a:lnTo>
                    <a:pt x="3536" y="1142"/>
                  </a:lnTo>
                  <a:lnTo>
                    <a:pt x="3636" y="1142"/>
                  </a:lnTo>
                  <a:cubicBezTo>
                    <a:pt x="3676" y="1137"/>
                    <a:pt x="3715" y="1134"/>
                    <a:pt x="3754" y="1134"/>
                  </a:cubicBezTo>
                  <a:close/>
                  <a:moveTo>
                    <a:pt x="3955" y="1"/>
                  </a:moveTo>
                  <a:cubicBezTo>
                    <a:pt x="3905" y="1"/>
                    <a:pt x="3854" y="3"/>
                    <a:pt x="3803" y="8"/>
                  </a:cubicBezTo>
                  <a:lnTo>
                    <a:pt x="3603" y="41"/>
                  </a:lnTo>
                  <a:cubicBezTo>
                    <a:pt x="3436" y="75"/>
                    <a:pt x="3269" y="108"/>
                    <a:pt x="3102" y="141"/>
                  </a:cubicBezTo>
                  <a:cubicBezTo>
                    <a:pt x="2435" y="341"/>
                    <a:pt x="1801" y="675"/>
                    <a:pt x="1301" y="1175"/>
                  </a:cubicBezTo>
                  <a:cubicBezTo>
                    <a:pt x="1268" y="1309"/>
                    <a:pt x="1234" y="1376"/>
                    <a:pt x="1201" y="1376"/>
                  </a:cubicBezTo>
                  <a:lnTo>
                    <a:pt x="1134" y="1442"/>
                  </a:lnTo>
                  <a:cubicBezTo>
                    <a:pt x="1101" y="1442"/>
                    <a:pt x="1068" y="1476"/>
                    <a:pt x="1068" y="1509"/>
                  </a:cubicBezTo>
                  <a:lnTo>
                    <a:pt x="1001" y="1576"/>
                  </a:lnTo>
                  <a:lnTo>
                    <a:pt x="934" y="1642"/>
                  </a:lnTo>
                  <a:cubicBezTo>
                    <a:pt x="901" y="1709"/>
                    <a:pt x="867" y="1742"/>
                    <a:pt x="834" y="1809"/>
                  </a:cubicBezTo>
                  <a:cubicBezTo>
                    <a:pt x="801" y="1843"/>
                    <a:pt x="767" y="1876"/>
                    <a:pt x="734" y="1943"/>
                  </a:cubicBezTo>
                  <a:cubicBezTo>
                    <a:pt x="701" y="1943"/>
                    <a:pt x="701" y="1976"/>
                    <a:pt x="701" y="2009"/>
                  </a:cubicBezTo>
                  <a:cubicBezTo>
                    <a:pt x="667" y="2076"/>
                    <a:pt x="601" y="2143"/>
                    <a:pt x="567" y="2209"/>
                  </a:cubicBezTo>
                  <a:cubicBezTo>
                    <a:pt x="501" y="2310"/>
                    <a:pt x="434" y="2443"/>
                    <a:pt x="400" y="2576"/>
                  </a:cubicBezTo>
                  <a:lnTo>
                    <a:pt x="134" y="3143"/>
                  </a:lnTo>
                  <a:cubicBezTo>
                    <a:pt x="67" y="3244"/>
                    <a:pt x="34" y="3344"/>
                    <a:pt x="34" y="3444"/>
                  </a:cubicBezTo>
                  <a:cubicBezTo>
                    <a:pt x="34" y="3477"/>
                    <a:pt x="34" y="3477"/>
                    <a:pt x="34" y="3510"/>
                  </a:cubicBezTo>
                  <a:lnTo>
                    <a:pt x="34" y="3544"/>
                  </a:lnTo>
                  <a:cubicBezTo>
                    <a:pt x="0" y="3577"/>
                    <a:pt x="0" y="3577"/>
                    <a:pt x="34" y="3610"/>
                  </a:cubicBezTo>
                  <a:cubicBezTo>
                    <a:pt x="34" y="3610"/>
                    <a:pt x="34" y="3644"/>
                    <a:pt x="34" y="3677"/>
                  </a:cubicBezTo>
                  <a:cubicBezTo>
                    <a:pt x="34" y="3677"/>
                    <a:pt x="34" y="3677"/>
                    <a:pt x="34" y="3711"/>
                  </a:cubicBezTo>
                  <a:cubicBezTo>
                    <a:pt x="34" y="3744"/>
                    <a:pt x="34" y="3777"/>
                    <a:pt x="34" y="3811"/>
                  </a:cubicBezTo>
                  <a:cubicBezTo>
                    <a:pt x="34" y="3844"/>
                    <a:pt x="34" y="3911"/>
                    <a:pt x="34" y="3977"/>
                  </a:cubicBezTo>
                  <a:cubicBezTo>
                    <a:pt x="0" y="4011"/>
                    <a:pt x="0" y="4044"/>
                    <a:pt x="34" y="4077"/>
                  </a:cubicBezTo>
                  <a:cubicBezTo>
                    <a:pt x="34" y="4111"/>
                    <a:pt x="34" y="4144"/>
                    <a:pt x="34" y="4211"/>
                  </a:cubicBezTo>
                  <a:cubicBezTo>
                    <a:pt x="34" y="4211"/>
                    <a:pt x="34" y="4244"/>
                    <a:pt x="67" y="4278"/>
                  </a:cubicBezTo>
                  <a:cubicBezTo>
                    <a:pt x="67" y="4278"/>
                    <a:pt x="67" y="4278"/>
                    <a:pt x="67" y="4311"/>
                  </a:cubicBezTo>
                  <a:cubicBezTo>
                    <a:pt x="67" y="4344"/>
                    <a:pt x="100" y="4411"/>
                    <a:pt x="134" y="4444"/>
                  </a:cubicBezTo>
                  <a:cubicBezTo>
                    <a:pt x="167" y="4578"/>
                    <a:pt x="234" y="4678"/>
                    <a:pt x="300" y="4778"/>
                  </a:cubicBezTo>
                  <a:cubicBezTo>
                    <a:pt x="334" y="4845"/>
                    <a:pt x="367" y="4878"/>
                    <a:pt x="434" y="4945"/>
                  </a:cubicBezTo>
                  <a:cubicBezTo>
                    <a:pt x="434" y="4945"/>
                    <a:pt x="467" y="4978"/>
                    <a:pt x="501" y="5011"/>
                  </a:cubicBezTo>
                  <a:lnTo>
                    <a:pt x="567" y="5045"/>
                  </a:lnTo>
                  <a:cubicBezTo>
                    <a:pt x="567" y="5078"/>
                    <a:pt x="567" y="5078"/>
                    <a:pt x="601" y="5078"/>
                  </a:cubicBezTo>
                  <a:lnTo>
                    <a:pt x="634" y="5145"/>
                  </a:lnTo>
                  <a:cubicBezTo>
                    <a:pt x="667" y="5145"/>
                    <a:pt x="701" y="5145"/>
                    <a:pt x="701" y="5178"/>
                  </a:cubicBezTo>
                  <a:cubicBezTo>
                    <a:pt x="767" y="5212"/>
                    <a:pt x="834" y="5245"/>
                    <a:pt x="867" y="5278"/>
                  </a:cubicBezTo>
                  <a:lnTo>
                    <a:pt x="1001" y="5345"/>
                  </a:lnTo>
                  <a:lnTo>
                    <a:pt x="1034" y="5345"/>
                  </a:lnTo>
                  <a:lnTo>
                    <a:pt x="1201" y="5378"/>
                  </a:lnTo>
                  <a:cubicBezTo>
                    <a:pt x="1234" y="5378"/>
                    <a:pt x="1268" y="5378"/>
                    <a:pt x="1301" y="5412"/>
                  </a:cubicBezTo>
                  <a:lnTo>
                    <a:pt x="1768" y="5412"/>
                  </a:lnTo>
                  <a:cubicBezTo>
                    <a:pt x="2769" y="5278"/>
                    <a:pt x="3669" y="4845"/>
                    <a:pt x="4370" y="4144"/>
                  </a:cubicBezTo>
                  <a:cubicBezTo>
                    <a:pt x="4704" y="3777"/>
                    <a:pt x="5004" y="3377"/>
                    <a:pt x="5204" y="2943"/>
                  </a:cubicBezTo>
                  <a:lnTo>
                    <a:pt x="5404" y="2476"/>
                  </a:lnTo>
                  <a:lnTo>
                    <a:pt x="5471" y="2343"/>
                  </a:lnTo>
                  <a:cubicBezTo>
                    <a:pt x="5537" y="2243"/>
                    <a:pt x="5571" y="2109"/>
                    <a:pt x="5604" y="1976"/>
                  </a:cubicBezTo>
                  <a:cubicBezTo>
                    <a:pt x="5763" y="928"/>
                    <a:pt x="4954" y="1"/>
                    <a:pt x="3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7772625" y="1940500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0" y="1"/>
                  </a:moveTo>
                  <a:lnTo>
                    <a:pt x="33" y="34"/>
                  </a:lnTo>
                  <a:lnTo>
                    <a:pt x="33" y="34"/>
                  </a:ln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2"/>
            <p:cNvSpPr/>
            <p:nvPr/>
          </p:nvSpPr>
          <p:spPr>
            <a:xfrm>
              <a:off x="7746775" y="1922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7674200" y="1955525"/>
              <a:ext cx="61750" cy="60075"/>
            </a:xfrm>
            <a:custGeom>
              <a:avLst/>
              <a:gdLst/>
              <a:ahLst/>
              <a:cxnLst/>
              <a:rect l="l" t="t" r="r" b="b"/>
              <a:pathLst>
                <a:path w="2470" h="2403" extrusionOk="0">
                  <a:moveTo>
                    <a:pt x="2136" y="0"/>
                  </a:moveTo>
                  <a:lnTo>
                    <a:pt x="1" y="2068"/>
                  </a:lnTo>
                  <a:lnTo>
                    <a:pt x="301" y="2402"/>
                  </a:lnTo>
                  <a:lnTo>
                    <a:pt x="2469" y="334"/>
                  </a:lnTo>
                  <a:lnTo>
                    <a:pt x="21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2"/>
            <p:cNvSpPr/>
            <p:nvPr/>
          </p:nvSpPr>
          <p:spPr>
            <a:xfrm>
              <a:off x="7727575" y="1945525"/>
              <a:ext cx="70925" cy="21700"/>
            </a:xfrm>
            <a:custGeom>
              <a:avLst/>
              <a:gdLst/>
              <a:ahLst/>
              <a:cxnLst/>
              <a:rect l="l" t="t" r="r" b="b"/>
              <a:pathLst>
                <a:path w="2837" h="868" extrusionOk="0">
                  <a:moveTo>
                    <a:pt x="2836" y="0"/>
                  </a:moveTo>
                  <a:lnTo>
                    <a:pt x="1969" y="133"/>
                  </a:lnTo>
                  <a:lnTo>
                    <a:pt x="1769" y="133"/>
                  </a:lnTo>
                  <a:lnTo>
                    <a:pt x="334" y="367"/>
                  </a:lnTo>
                  <a:lnTo>
                    <a:pt x="1" y="400"/>
                  </a:lnTo>
                  <a:lnTo>
                    <a:pt x="34" y="667"/>
                  </a:lnTo>
                  <a:lnTo>
                    <a:pt x="68" y="867"/>
                  </a:lnTo>
                  <a:lnTo>
                    <a:pt x="201" y="834"/>
                  </a:lnTo>
                  <a:lnTo>
                    <a:pt x="1535" y="634"/>
                  </a:lnTo>
                  <a:lnTo>
                    <a:pt x="2036" y="567"/>
                  </a:lnTo>
                  <a:lnTo>
                    <a:pt x="2636" y="467"/>
                  </a:lnTo>
                  <a:lnTo>
                    <a:pt x="2703" y="367"/>
                  </a:lnTo>
                  <a:cubicBezTo>
                    <a:pt x="2769" y="234"/>
                    <a:pt x="2803" y="10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7723425" y="1897150"/>
              <a:ext cx="25025" cy="65900"/>
            </a:xfrm>
            <a:custGeom>
              <a:avLst/>
              <a:gdLst/>
              <a:ahLst/>
              <a:cxnLst/>
              <a:rect l="l" t="t" r="r" b="b"/>
              <a:pathLst>
                <a:path w="1001" h="2636" extrusionOk="0">
                  <a:moveTo>
                    <a:pt x="1001" y="0"/>
                  </a:moveTo>
                  <a:lnTo>
                    <a:pt x="500" y="100"/>
                  </a:lnTo>
                  <a:lnTo>
                    <a:pt x="334" y="968"/>
                  </a:lnTo>
                  <a:lnTo>
                    <a:pt x="300" y="1168"/>
                  </a:lnTo>
                  <a:lnTo>
                    <a:pt x="0" y="2502"/>
                  </a:lnTo>
                  <a:lnTo>
                    <a:pt x="0" y="2535"/>
                  </a:lnTo>
                  <a:lnTo>
                    <a:pt x="200" y="2602"/>
                  </a:lnTo>
                  <a:lnTo>
                    <a:pt x="467" y="2636"/>
                  </a:lnTo>
                  <a:lnTo>
                    <a:pt x="534" y="2302"/>
                  </a:lnTo>
                  <a:lnTo>
                    <a:pt x="801" y="1001"/>
                  </a:lnTo>
                  <a:lnTo>
                    <a:pt x="801" y="968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2"/>
            <p:cNvSpPr/>
            <p:nvPr/>
          </p:nvSpPr>
          <p:spPr>
            <a:xfrm>
              <a:off x="7635025" y="1755575"/>
              <a:ext cx="144275" cy="134100"/>
            </a:xfrm>
            <a:custGeom>
              <a:avLst/>
              <a:gdLst/>
              <a:ahLst/>
              <a:cxnLst/>
              <a:rect l="l" t="t" r="r" b="b"/>
              <a:pathLst>
                <a:path w="5771" h="5364" extrusionOk="0">
                  <a:moveTo>
                    <a:pt x="5504" y="726"/>
                  </a:moveTo>
                  <a:cubicBezTo>
                    <a:pt x="5504" y="726"/>
                    <a:pt x="5504" y="760"/>
                    <a:pt x="5537" y="760"/>
                  </a:cubicBezTo>
                  <a:lnTo>
                    <a:pt x="5504" y="726"/>
                  </a:lnTo>
                  <a:close/>
                  <a:moveTo>
                    <a:pt x="4153" y="1"/>
                  </a:moveTo>
                  <a:cubicBezTo>
                    <a:pt x="4078" y="1"/>
                    <a:pt x="4003" y="9"/>
                    <a:pt x="3936" y="26"/>
                  </a:cubicBezTo>
                  <a:cubicBezTo>
                    <a:pt x="3069" y="93"/>
                    <a:pt x="2268" y="426"/>
                    <a:pt x="1601" y="960"/>
                  </a:cubicBezTo>
                  <a:lnTo>
                    <a:pt x="1535" y="893"/>
                  </a:lnTo>
                  <a:lnTo>
                    <a:pt x="1435" y="1093"/>
                  </a:lnTo>
                  <a:cubicBezTo>
                    <a:pt x="1368" y="1127"/>
                    <a:pt x="1334" y="1160"/>
                    <a:pt x="1268" y="1227"/>
                  </a:cubicBezTo>
                  <a:cubicBezTo>
                    <a:pt x="934" y="1560"/>
                    <a:pt x="634" y="1994"/>
                    <a:pt x="434" y="2461"/>
                  </a:cubicBezTo>
                  <a:lnTo>
                    <a:pt x="167" y="3028"/>
                  </a:lnTo>
                  <a:cubicBezTo>
                    <a:pt x="167" y="3028"/>
                    <a:pt x="167" y="3061"/>
                    <a:pt x="167" y="3061"/>
                  </a:cubicBezTo>
                  <a:cubicBezTo>
                    <a:pt x="167" y="3095"/>
                    <a:pt x="167" y="3128"/>
                    <a:pt x="134" y="3128"/>
                  </a:cubicBezTo>
                  <a:lnTo>
                    <a:pt x="134" y="3195"/>
                  </a:lnTo>
                  <a:lnTo>
                    <a:pt x="100" y="3328"/>
                  </a:lnTo>
                  <a:cubicBezTo>
                    <a:pt x="0" y="3795"/>
                    <a:pt x="100" y="4296"/>
                    <a:pt x="367" y="4663"/>
                  </a:cubicBezTo>
                  <a:cubicBezTo>
                    <a:pt x="501" y="4863"/>
                    <a:pt x="667" y="4996"/>
                    <a:pt x="867" y="5096"/>
                  </a:cubicBezTo>
                  <a:cubicBezTo>
                    <a:pt x="901" y="5163"/>
                    <a:pt x="968" y="5196"/>
                    <a:pt x="1034" y="5196"/>
                  </a:cubicBezTo>
                  <a:cubicBezTo>
                    <a:pt x="1134" y="5263"/>
                    <a:pt x="1234" y="5296"/>
                    <a:pt x="1368" y="5330"/>
                  </a:cubicBezTo>
                  <a:cubicBezTo>
                    <a:pt x="1435" y="5330"/>
                    <a:pt x="1501" y="5330"/>
                    <a:pt x="1568" y="5363"/>
                  </a:cubicBezTo>
                  <a:lnTo>
                    <a:pt x="1902" y="5363"/>
                  </a:lnTo>
                  <a:cubicBezTo>
                    <a:pt x="2068" y="5330"/>
                    <a:pt x="2202" y="5296"/>
                    <a:pt x="2369" y="5263"/>
                  </a:cubicBezTo>
                  <a:cubicBezTo>
                    <a:pt x="3236" y="5063"/>
                    <a:pt x="4003" y="4629"/>
                    <a:pt x="4603" y="3962"/>
                  </a:cubicBezTo>
                  <a:lnTo>
                    <a:pt x="4637" y="3929"/>
                  </a:lnTo>
                  <a:cubicBezTo>
                    <a:pt x="4737" y="3795"/>
                    <a:pt x="4870" y="3662"/>
                    <a:pt x="4970" y="3528"/>
                  </a:cubicBezTo>
                  <a:lnTo>
                    <a:pt x="5304" y="3095"/>
                  </a:lnTo>
                  <a:lnTo>
                    <a:pt x="5237" y="3061"/>
                  </a:lnTo>
                  <a:lnTo>
                    <a:pt x="5271" y="2995"/>
                  </a:lnTo>
                  <a:cubicBezTo>
                    <a:pt x="5304" y="2961"/>
                    <a:pt x="5304" y="2928"/>
                    <a:pt x="5337" y="2895"/>
                  </a:cubicBezTo>
                  <a:lnTo>
                    <a:pt x="5604" y="2294"/>
                  </a:lnTo>
                  <a:cubicBezTo>
                    <a:pt x="5704" y="2027"/>
                    <a:pt x="5771" y="1761"/>
                    <a:pt x="5738" y="1460"/>
                  </a:cubicBezTo>
                  <a:cubicBezTo>
                    <a:pt x="5738" y="1394"/>
                    <a:pt x="5738" y="1327"/>
                    <a:pt x="5704" y="1260"/>
                  </a:cubicBezTo>
                  <a:cubicBezTo>
                    <a:pt x="5704" y="1227"/>
                    <a:pt x="5704" y="1227"/>
                    <a:pt x="5704" y="1193"/>
                  </a:cubicBezTo>
                  <a:cubicBezTo>
                    <a:pt x="5704" y="1160"/>
                    <a:pt x="5704" y="1127"/>
                    <a:pt x="5671" y="1093"/>
                  </a:cubicBezTo>
                  <a:cubicBezTo>
                    <a:pt x="5638" y="960"/>
                    <a:pt x="5571" y="860"/>
                    <a:pt x="5537" y="760"/>
                  </a:cubicBezTo>
                  <a:cubicBezTo>
                    <a:pt x="5537" y="927"/>
                    <a:pt x="5504" y="1060"/>
                    <a:pt x="5437" y="1193"/>
                  </a:cubicBezTo>
                  <a:lnTo>
                    <a:pt x="5237" y="1660"/>
                  </a:lnTo>
                  <a:cubicBezTo>
                    <a:pt x="4804" y="2594"/>
                    <a:pt x="3903" y="3262"/>
                    <a:pt x="2869" y="3362"/>
                  </a:cubicBezTo>
                  <a:lnTo>
                    <a:pt x="2602" y="3362"/>
                  </a:lnTo>
                  <a:cubicBezTo>
                    <a:pt x="2369" y="3328"/>
                    <a:pt x="2202" y="3195"/>
                    <a:pt x="2068" y="2995"/>
                  </a:cubicBezTo>
                  <a:cubicBezTo>
                    <a:pt x="2035" y="2961"/>
                    <a:pt x="2002" y="2895"/>
                    <a:pt x="2002" y="2861"/>
                  </a:cubicBezTo>
                  <a:cubicBezTo>
                    <a:pt x="1902" y="2695"/>
                    <a:pt x="1902" y="2494"/>
                    <a:pt x="1968" y="2294"/>
                  </a:cubicBezTo>
                  <a:cubicBezTo>
                    <a:pt x="1968" y="2261"/>
                    <a:pt x="1968" y="2228"/>
                    <a:pt x="2002" y="2194"/>
                  </a:cubicBezTo>
                  <a:lnTo>
                    <a:pt x="2202" y="1727"/>
                  </a:lnTo>
                  <a:cubicBezTo>
                    <a:pt x="2268" y="1594"/>
                    <a:pt x="2335" y="1494"/>
                    <a:pt x="2402" y="1394"/>
                  </a:cubicBezTo>
                  <a:cubicBezTo>
                    <a:pt x="2836" y="660"/>
                    <a:pt x="3603" y="159"/>
                    <a:pt x="4470" y="26"/>
                  </a:cubicBezTo>
                  <a:lnTo>
                    <a:pt x="4370" y="26"/>
                  </a:lnTo>
                  <a:cubicBezTo>
                    <a:pt x="4303" y="9"/>
                    <a:pt x="4228" y="1"/>
                    <a:pt x="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2"/>
            <p:cNvSpPr/>
            <p:nvPr/>
          </p:nvSpPr>
          <p:spPr>
            <a:xfrm>
              <a:off x="7746775" y="1757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2"/>
            <p:cNvSpPr/>
            <p:nvPr/>
          </p:nvSpPr>
          <p:spPr>
            <a:xfrm>
              <a:off x="7658375" y="1728550"/>
              <a:ext cx="148825" cy="135050"/>
            </a:xfrm>
            <a:custGeom>
              <a:avLst/>
              <a:gdLst/>
              <a:ahLst/>
              <a:cxnLst/>
              <a:rect l="l" t="t" r="r" b="b"/>
              <a:pathLst>
                <a:path w="5953" h="5402" extrusionOk="0">
                  <a:moveTo>
                    <a:pt x="3754" y="1132"/>
                  </a:moveTo>
                  <a:cubicBezTo>
                    <a:pt x="4203" y="1132"/>
                    <a:pt x="4570" y="1478"/>
                    <a:pt x="4570" y="1908"/>
                  </a:cubicBezTo>
                  <a:cubicBezTo>
                    <a:pt x="4603" y="2041"/>
                    <a:pt x="4570" y="2141"/>
                    <a:pt x="4537" y="2241"/>
                  </a:cubicBezTo>
                  <a:cubicBezTo>
                    <a:pt x="4537" y="2274"/>
                    <a:pt x="4503" y="2308"/>
                    <a:pt x="4503" y="2341"/>
                  </a:cubicBezTo>
                  <a:lnTo>
                    <a:pt x="4303" y="2741"/>
                  </a:lnTo>
                  <a:lnTo>
                    <a:pt x="4303" y="2808"/>
                  </a:lnTo>
                  <a:cubicBezTo>
                    <a:pt x="3870" y="3742"/>
                    <a:pt x="2969" y="4409"/>
                    <a:pt x="1935" y="4509"/>
                  </a:cubicBezTo>
                  <a:lnTo>
                    <a:pt x="1668" y="4509"/>
                  </a:lnTo>
                  <a:cubicBezTo>
                    <a:pt x="1568" y="4476"/>
                    <a:pt x="1501" y="4476"/>
                    <a:pt x="1435" y="4443"/>
                  </a:cubicBezTo>
                  <a:cubicBezTo>
                    <a:pt x="1301" y="4376"/>
                    <a:pt x="1201" y="4276"/>
                    <a:pt x="1134" y="4142"/>
                  </a:cubicBezTo>
                  <a:lnTo>
                    <a:pt x="1134" y="4109"/>
                  </a:lnTo>
                  <a:cubicBezTo>
                    <a:pt x="1101" y="4076"/>
                    <a:pt x="1068" y="4042"/>
                    <a:pt x="1068" y="4009"/>
                  </a:cubicBezTo>
                  <a:cubicBezTo>
                    <a:pt x="1001" y="3842"/>
                    <a:pt x="968" y="3642"/>
                    <a:pt x="1034" y="3442"/>
                  </a:cubicBezTo>
                  <a:cubicBezTo>
                    <a:pt x="1034" y="3409"/>
                    <a:pt x="1068" y="3375"/>
                    <a:pt x="1068" y="3342"/>
                  </a:cubicBezTo>
                  <a:lnTo>
                    <a:pt x="1301" y="2875"/>
                  </a:lnTo>
                  <a:cubicBezTo>
                    <a:pt x="1334" y="2741"/>
                    <a:pt x="1401" y="2641"/>
                    <a:pt x="1468" y="2541"/>
                  </a:cubicBezTo>
                  <a:cubicBezTo>
                    <a:pt x="1801" y="2008"/>
                    <a:pt x="2302" y="1574"/>
                    <a:pt x="2902" y="1340"/>
                  </a:cubicBezTo>
                  <a:cubicBezTo>
                    <a:pt x="3069" y="1274"/>
                    <a:pt x="3236" y="1240"/>
                    <a:pt x="3403" y="1207"/>
                  </a:cubicBezTo>
                  <a:lnTo>
                    <a:pt x="3536" y="1174"/>
                  </a:lnTo>
                  <a:lnTo>
                    <a:pt x="3536" y="1140"/>
                  </a:lnTo>
                  <a:lnTo>
                    <a:pt x="3636" y="1140"/>
                  </a:lnTo>
                  <a:cubicBezTo>
                    <a:pt x="3676" y="1135"/>
                    <a:pt x="3715" y="1132"/>
                    <a:pt x="3754" y="1132"/>
                  </a:cubicBezTo>
                  <a:close/>
                  <a:moveTo>
                    <a:pt x="3943" y="1"/>
                  </a:moveTo>
                  <a:cubicBezTo>
                    <a:pt x="3897" y="1"/>
                    <a:pt x="3850" y="2"/>
                    <a:pt x="3803" y="6"/>
                  </a:cubicBezTo>
                  <a:lnTo>
                    <a:pt x="3603" y="40"/>
                  </a:lnTo>
                  <a:cubicBezTo>
                    <a:pt x="3436" y="73"/>
                    <a:pt x="3269" y="106"/>
                    <a:pt x="3102" y="140"/>
                  </a:cubicBezTo>
                  <a:cubicBezTo>
                    <a:pt x="2435" y="340"/>
                    <a:pt x="1835" y="673"/>
                    <a:pt x="1301" y="1174"/>
                  </a:cubicBezTo>
                  <a:cubicBezTo>
                    <a:pt x="1268" y="1307"/>
                    <a:pt x="1234" y="1340"/>
                    <a:pt x="1201" y="1407"/>
                  </a:cubicBezTo>
                  <a:lnTo>
                    <a:pt x="1134" y="1441"/>
                  </a:lnTo>
                  <a:cubicBezTo>
                    <a:pt x="1101" y="1474"/>
                    <a:pt x="1068" y="1507"/>
                    <a:pt x="1068" y="1541"/>
                  </a:cubicBezTo>
                  <a:lnTo>
                    <a:pt x="1001" y="1574"/>
                  </a:lnTo>
                  <a:lnTo>
                    <a:pt x="934" y="1674"/>
                  </a:lnTo>
                  <a:lnTo>
                    <a:pt x="834" y="1807"/>
                  </a:lnTo>
                  <a:cubicBezTo>
                    <a:pt x="801" y="1841"/>
                    <a:pt x="767" y="1908"/>
                    <a:pt x="734" y="1941"/>
                  </a:cubicBezTo>
                  <a:cubicBezTo>
                    <a:pt x="701" y="1974"/>
                    <a:pt x="701" y="1974"/>
                    <a:pt x="701" y="2008"/>
                  </a:cubicBezTo>
                  <a:cubicBezTo>
                    <a:pt x="667" y="2074"/>
                    <a:pt x="601" y="2141"/>
                    <a:pt x="567" y="2208"/>
                  </a:cubicBezTo>
                  <a:cubicBezTo>
                    <a:pt x="501" y="2308"/>
                    <a:pt x="434" y="2441"/>
                    <a:pt x="400" y="2575"/>
                  </a:cubicBezTo>
                  <a:lnTo>
                    <a:pt x="134" y="3142"/>
                  </a:lnTo>
                  <a:cubicBezTo>
                    <a:pt x="67" y="3242"/>
                    <a:pt x="34" y="3342"/>
                    <a:pt x="34" y="3442"/>
                  </a:cubicBezTo>
                  <a:cubicBezTo>
                    <a:pt x="34" y="3475"/>
                    <a:pt x="34" y="3475"/>
                    <a:pt x="34" y="3509"/>
                  </a:cubicBezTo>
                  <a:lnTo>
                    <a:pt x="34" y="3542"/>
                  </a:lnTo>
                  <a:cubicBezTo>
                    <a:pt x="0" y="3575"/>
                    <a:pt x="0" y="3575"/>
                    <a:pt x="34" y="3609"/>
                  </a:cubicBezTo>
                  <a:cubicBezTo>
                    <a:pt x="34" y="3609"/>
                    <a:pt x="34" y="3642"/>
                    <a:pt x="34" y="3675"/>
                  </a:cubicBezTo>
                  <a:cubicBezTo>
                    <a:pt x="34" y="3675"/>
                    <a:pt x="34" y="3675"/>
                    <a:pt x="34" y="3709"/>
                  </a:cubicBezTo>
                  <a:cubicBezTo>
                    <a:pt x="34" y="3742"/>
                    <a:pt x="34" y="3776"/>
                    <a:pt x="34" y="3809"/>
                  </a:cubicBezTo>
                  <a:cubicBezTo>
                    <a:pt x="34" y="3876"/>
                    <a:pt x="34" y="3909"/>
                    <a:pt x="34" y="3976"/>
                  </a:cubicBezTo>
                  <a:cubicBezTo>
                    <a:pt x="0" y="4009"/>
                    <a:pt x="0" y="4042"/>
                    <a:pt x="34" y="4076"/>
                  </a:cubicBezTo>
                  <a:cubicBezTo>
                    <a:pt x="34" y="4109"/>
                    <a:pt x="34" y="4142"/>
                    <a:pt x="34" y="4209"/>
                  </a:cubicBezTo>
                  <a:cubicBezTo>
                    <a:pt x="34" y="4209"/>
                    <a:pt x="34" y="4243"/>
                    <a:pt x="67" y="4276"/>
                  </a:cubicBezTo>
                  <a:cubicBezTo>
                    <a:pt x="67" y="4276"/>
                    <a:pt x="67" y="4276"/>
                    <a:pt x="67" y="4309"/>
                  </a:cubicBezTo>
                  <a:cubicBezTo>
                    <a:pt x="67" y="4343"/>
                    <a:pt x="100" y="4409"/>
                    <a:pt x="134" y="4443"/>
                  </a:cubicBezTo>
                  <a:cubicBezTo>
                    <a:pt x="167" y="4576"/>
                    <a:pt x="234" y="4676"/>
                    <a:pt x="300" y="4776"/>
                  </a:cubicBezTo>
                  <a:lnTo>
                    <a:pt x="434" y="4943"/>
                  </a:lnTo>
                  <a:lnTo>
                    <a:pt x="501" y="5010"/>
                  </a:lnTo>
                  <a:lnTo>
                    <a:pt x="567" y="5043"/>
                  </a:lnTo>
                  <a:lnTo>
                    <a:pt x="601" y="5076"/>
                  </a:lnTo>
                  <a:lnTo>
                    <a:pt x="634" y="5143"/>
                  </a:lnTo>
                  <a:cubicBezTo>
                    <a:pt x="667" y="5143"/>
                    <a:pt x="701" y="5143"/>
                    <a:pt x="701" y="5177"/>
                  </a:cubicBezTo>
                  <a:cubicBezTo>
                    <a:pt x="767" y="5210"/>
                    <a:pt x="834" y="5243"/>
                    <a:pt x="867" y="5277"/>
                  </a:cubicBezTo>
                  <a:cubicBezTo>
                    <a:pt x="901" y="5310"/>
                    <a:pt x="968" y="5310"/>
                    <a:pt x="1001" y="5310"/>
                  </a:cubicBezTo>
                  <a:lnTo>
                    <a:pt x="1034" y="5310"/>
                  </a:lnTo>
                  <a:cubicBezTo>
                    <a:pt x="1101" y="5343"/>
                    <a:pt x="1134" y="5343"/>
                    <a:pt x="1201" y="5377"/>
                  </a:cubicBezTo>
                  <a:lnTo>
                    <a:pt x="1435" y="5377"/>
                  </a:lnTo>
                  <a:cubicBezTo>
                    <a:pt x="1485" y="5393"/>
                    <a:pt x="1543" y="5402"/>
                    <a:pt x="1601" y="5402"/>
                  </a:cubicBezTo>
                  <a:cubicBezTo>
                    <a:pt x="1660" y="5402"/>
                    <a:pt x="1718" y="5393"/>
                    <a:pt x="1768" y="5377"/>
                  </a:cubicBezTo>
                  <a:cubicBezTo>
                    <a:pt x="2769" y="5277"/>
                    <a:pt x="3669" y="4843"/>
                    <a:pt x="4370" y="4142"/>
                  </a:cubicBezTo>
                  <a:cubicBezTo>
                    <a:pt x="4704" y="3776"/>
                    <a:pt x="5004" y="3375"/>
                    <a:pt x="5204" y="2942"/>
                  </a:cubicBezTo>
                  <a:lnTo>
                    <a:pt x="5404" y="2475"/>
                  </a:lnTo>
                  <a:lnTo>
                    <a:pt x="5471" y="2341"/>
                  </a:lnTo>
                  <a:cubicBezTo>
                    <a:pt x="5952" y="1217"/>
                    <a:pt x="5136" y="1"/>
                    <a:pt x="39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7772625" y="1775400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0" y="0"/>
                  </a:moveTo>
                  <a:cubicBezTo>
                    <a:pt x="0" y="0"/>
                    <a:pt x="0" y="34"/>
                    <a:pt x="33" y="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2"/>
            <p:cNvSpPr/>
            <p:nvPr/>
          </p:nvSpPr>
          <p:spPr>
            <a:xfrm>
              <a:off x="7746775" y="1757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2"/>
            <p:cNvSpPr/>
            <p:nvPr/>
          </p:nvSpPr>
          <p:spPr>
            <a:xfrm>
              <a:off x="7674200" y="1790400"/>
              <a:ext cx="61750" cy="60075"/>
            </a:xfrm>
            <a:custGeom>
              <a:avLst/>
              <a:gdLst/>
              <a:ahLst/>
              <a:cxnLst/>
              <a:rect l="l" t="t" r="r" b="b"/>
              <a:pathLst>
                <a:path w="2470" h="2403" extrusionOk="0">
                  <a:moveTo>
                    <a:pt x="2136" y="1"/>
                  </a:moveTo>
                  <a:lnTo>
                    <a:pt x="1" y="2069"/>
                  </a:lnTo>
                  <a:lnTo>
                    <a:pt x="301" y="2402"/>
                  </a:lnTo>
                  <a:lnTo>
                    <a:pt x="2469" y="368"/>
                  </a:lnTo>
                  <a:lnTo>
                    <a:pt x="21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2"/>
            <p:cNvSpPr/>
            <p:nvPr/>
          </p:nvSpPr>
          <p:spPr>
            <a:xfrm>
              <a:off x="7727575" y="1780400"/>
              <a:ext cx="70925" cy="22525"/>
            </a:xfrm>
            <a:custGeom>
              <a:avLst/>
              <a:gdLst/>
              <a:ahLst/>
              <a:cxnLst/>
              <a:rect l="l" t="t" r="r" b="b"/>
              <a:pathLst>
                <a:path w="2837" h="901" extrusionOk="0">
                  <a:moveTo>
                    <a:pt x="2836" y="0"/>
                  </a:moveTo>
                  <a:lnTo>
                    <a:pt x="1969" y="134"/>
                  </a:lnTo>
                  <a:lnTo>
                    <a:pt x="1769" y="167"/>
                  </a:lnTo>
                  <a:lnTo>
                    <a:pt x="334" y="367"/>
                  </a:lnTo>
                  <a:lnTo>
                    <a:pt x="1" y="434"/>
                  </a:lnTo>
                  <a:lnTo>
                    <a:pt x="34" y="667"/>
                  </a:lnTo>
                  <a:lnTo>
                    <a:pt x="68" y="901"/>
                  </a:lnTo>
                  <a:lnTo>
                    <a:pt x="201" y="868"/>
                  </a:lnTo>
                  <a:lnTo>
                    <a:pt x="1535" y="667"/>
                  </a:lnTo>
                  <a:lnTo>
                    <a:pt x="2036" y="601"/>
                  </a:lnTo>
                  <a:lnTo>
                    <a:pt x="2636" y="501"/>
                  </a:lnTo>
                  <a:lnTo>
                    <a:pt x="2703" y="401"/>
                  </a:lnTo>
                  <a:cubicBezTo>
                    <a:pt x="2769" y="267"/>
                    <a:pt x="2803" y="134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2"/>
            <p:cNvSpPr/>
            <p:nvPr/>
          </p:nvSpPr>
          <p:spPr>
            <a:xfrm>
              <a:off x="7723425" y="1732025"/>
              <a:ext cx="25025" cy="66750"/>
            </a:xfrm>
            <a:custGeom>
              <a:avLst/>
              <a:gdLst/>
              <a:ahLst/>
              <a:cxnLst/>
              <a:rect l="l" t="t" r="r" b="b"/>
              <a:pathLst>
                <a:path w="1001" h="2670" extrusionOk="0">
                  <a:moveTo>
                    <a:pt x="1001" y="1"/>
                  </a:moveTo>
                  <a:lnTo>
                    <a:pt x="500" y="101"/>
                  </a:lnTo>
                  <a:lnTo>
                    <a:pt x="334" y="968"/>
                  </a:lnTo>
                  <a:lnTo>
                    <a:pt x="300" y="1168"/>
                  </a:lnTo>
                  <a:lnTo>
                    <a:pt x="0" y="2502"/>
                  </a:lnTo>
                  <a:lnTo>
                    <a:pt x="0" y="2569"/>
                  </a:lnTo>
                  <a:lnTo>
                    <a:pt x="200" y="2602"/>
                  </a:lnTo>
                  <a:lnTo>
                    <a:pt x="467" y="2669"/>
                  </a:lnTo>
                  <a:lnTo>
                    <a:pt x="467" y="2636"/>
                  </a:lnTo>
                  <a:lnTo>
                    <a:pt x="534" y="2302"/>
                  </a:lnTo>
                  <a:lnTo>
                    <a:pt x="801" y="1035"/>
                  </a:lnTo>
                  <a:lnTo>
                    <a:pt x="801" y="968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2"/>
            <p:cNvSpPr/>
            <p:nvPr/>
          </p:nvSpPr>
          <p:spPr>
            <a:xfrm>
              <a:off x="7636675" y="1591100"/>
              <a:ext cx="142625" cy="133450"/>
            </a:xfrm>
            <a:custGeom>
              <a:avLst/>
              <a:gdLst/>
              <a:ahLst/>
              <a:cxnLst/>
              <a:rect l="l" t="t" r="r" b="b"/>
              <a:pathLst>
                <a:path w="5705" h="5338" extrusionOk="0">
                  <a:moveTo>
                    <a:pt x="3870" y="0"/>
                  </a:moveTo>
                  <a:cubicBezTo>
                    <a:pt x="3003" y="67"/>
                    <a:pt x="2202" y="401"/>
                    <a:pt x="1535" y="934"/>
                  </a:cubicBezTo>
                  <a:lnTo>
                    <a:pt x="1469" y="901"/>
                  </a:lnTo>
                  <a:lnTo>
                    <a:pt x="1369" y="1068"/>
                  </a:lnTo>
                  <a:lnTo>
                    <a:pt x="1202" y="1201"/>
                  </a:lnTo>
                  <a:cubicBezTo>
                    <a:pt x="868" y="1568"/>
                    <a:pt x="601" y="1968"/>
                    <a:pt x="368" y="2435"/>
                  </a:cubicBezTo>
                  <a:lnTo>
                    <a:pt x="101" y="3002"/>
                  </a:lnTo>
                  <a:cubicBezTo>
                    <a:pt x="101" y="3002"/>
                    <a:pt x="101" y="3036"/>
                    <a:pt x="101" y="3036"/>
                  </a:cubicBezTo>
                  <a:cubicBezTo>
                    <a:pt x="101" y="3069"/>
                    <a:pt x="101" y="3102"/>
                    <a:pt x="68" y="3136"/>
                  </a:cubicBezTo>
                  <a:lnTo>
                    <a:pt x="68" y="3169"/>
                  </a:lnTo>
                  <a:lnTo>
                    <a:pt x="68" y="3203"/>
                  </a:lnTo>
                  <a:lnTo>
                    <a:pt x="34" y="3303"/>
                  </a:lnTo>
                  <a:cubicBezTo>
                    <a:pt x="1" y="3569"/>
                    <a:pt x="1" y="3836"/>
                    <a:pt x="34" y="4070"/>
                  </a:cubicBezTo>
                  <a:cubicBezTo>
                    <a:pt x="101" y="4303"/>
                    <a:pt x="201" y="4470"/>
                    <a:pt x="301" y="4637"/>
                  </a:cubicBezTo>
                  <a:cubicBezTo>
                    <a:pt x="435" y="4837"/>
                    <a:pt x="601" y="4970"/>
                    <a:pt x="801" y="5104"/>
                  </a:cubicBezTo>
                  <a:cubicBezTo>
                    <a:pt x="835" y="5137"/>
                    <a:pt x="902" y="5171"/>
                    <a:pt x="968" y="5204"/>
                  </a:cubicBezTo>
                  <a:cubicBezTo>
                    <a:pt x="1068" y="5237"/>
                    <a:pt x="1168" y="5271"/>
                    <a:pt x="1268" y="5304"/>
                  </a:cubicBezTo>
                  <a:cubicBezTo>
                    <a:pt x="1369" y="5304"/>
                    <a:pt x="1435" y="5337"/>
                    <a:pt x="1502" y="5337"/>
                  </a:cubicBezTo>
                  <a:lnTo>
                    <a:pt x="1836" y="5337"/>
                  </a:lnTo>
                  <a:cubicBezTo>
                    <a:pt x="2002" y="5337"/>
                    <a:pt x="2136" y="5304"/>
                    <a:pt x="2303" y="5271"/>
                  </a:cubicBezTo>
                  <a:cubicBezTo>
                    <a:pt x="3170" y="5071"/>
                    <a:pt x="3937" y="4604"/>
                    <a:pt x="4537" y="3970"/>
                  </a:cubicBezTo>
                  <a:lnTo>
                    <a:pt x="4571" y="3936"/>
                  </a:lnTo>
                  <a:cubicBezTo>
                    <a:pt x="4671" y="3803"/>
                    <a:pt x="4804" y="3670"/>
                    <a:pt x="4904" y="3503"/>
                  </a:cubicBezTo>
                  <a:lnTo>
                    <a:pt x="5238" y="3102"/>
                  </a:lnTo>
                  <a:lnTo>
                    <a:pt x="5171" y="3069"/>
                  </a:lnTo>
                  <a:cubicBezTo>
                    <a:pt x="5205" y="3036"/>
                    <a:pt x="5205" y="3002"/>
                    <a:pt x="5205" y="2969"/>
                  </a:cubicBezTo>
                  <a:cubicBezTo>
                    <a:pt x="5238" y="2936"/>
                    <a:pt x="5238" y="2902"/>
                    <a:pt x="5271" y="2869"/>
                  </a:cubicBezTo>
                  <a:lnTo>
                    <a:pt x="5538" y="2302"/>
                  </a:lnTo>
                  <a:cubicBezTo>
                    <a:pt x="5638" y="2035"/>
                    <a:pt x="5705" y="1735"/>
                    <a:pt x="5672" y="1468"/>
                  </a:cubicBezTo>
                  <a:cubicBezTo>
                    <a:pt x="5672" y="1401"/>
                    <a:pt x="5672" y="1301"/>
                    <a:pt x="5638" y="1234"/>
                  </a:cubicBezTo>
                  <a:cubicBezTo>
                    <a:pt x="5638" y="1234"/>
                    <a:pt x="5638" y="1201"/>
                    <a:pt x="5638" y="1168"/>
                  </a:cubicBezTo>
                  <a:cubicBezTo>
                    <a:pt x="5638" y="1134"/>
                    <a:pt x="5605" y="1101"/>
                    <a:pt x="5605" y="1068"/>
                  </a:cubicBezTo>
                  <a:cubicBezTo>
                    <a:pt x="5572" y="968"/>
                    <a:pt x="5505" y="868"/>
                    <a:pt x="5471" y="767"/>
                  </a:cubicBezTo>
                  <a:cubicBezTo>
                    <a:pt x="5471" y="901"/>
                    <a:pt x="5438" y="1034"/>
                    <a:pt x="5371" y="1168"/>
                  </a:cubicBezTo>
                  <a:lnTo>
                    <a:pt x="5171" y="1635"/>
                  </a:lnTo>
                  <a:cubicBezTo>
                    <a:pt x="4738" y="2602"/>
                    <a:pt x="3837" y="3236"/>
                    <a:pt x="2803" y="3336"/>
                  </a:cubicBezTo>
                  <a:cubicBezTo>
                    <a:pt x="2753" y="3353"/>
                    <a:pt x="2703" y="3361"/>
                    <a:pt x="2657" y="3361"/>
                  </a:cubicBezTo>
                  <a:cubicBezTo>
                    <a:pt x="2611" y="3361"/>
                    <a:pt x="2569" y="3353"/>
                    <a:pt x="2536" y="3336"/>
                  </a:cubicBezTo>
                  <a:cubicBezTo>
                    <a:pt x="2303" y="3303"/>
                    <a:pt x="2136" y="3169"/>
                    <a:pt x="2002" y="2969"/>
                  </a:cubicBezTo>
                  <a:cubicBezTo>
                    <a:pt x="1969" y="2936"/>
                    <a:pt x="1936" y="2902"/>
                    <a:pt x="1936" y="2836"/>
                  </a:cubicBezTo>
                  <a:cubicBezTo>
                    <a:pt x="1836" y="2669"/>
                    <a:pt x="1836" y="2469"/>
                    <a:pt x="1902" y="2302"/>
                  </a:cubicBezTo>
                  <a:cubicBezTo>
                    <a:pt x="1902" y="2235"/>
                    <a:pt x="1902" y="2202"/>
                    <a:pt x="1936" y="2168"/>
                  </a:cubicBezTo>
                  <a:lnTo>
                    <a:pt x="2136" y="1701"/>
                  </a:lnTo>
                  <a:cubicBezTo>
                    <a:pt x="2202" y="1601"/>
                    <a:pt x="2269" y="1468"/>
                    <a:pt x="2336" y="1368"/>
                  </a:cubicBezTo>
                  <a:cubicBezTo>
                    <a:pt x="2770" y="634"/>
                    <a:pt x="3537" y="134"/>
                    <a:pt x="4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2"/>
            <p:cNvSpPr/>
            <p:nvPr/>
          </p:nvSpPr>
          <p:spPr>
            <a:xfrm>
              <a:off x="7746775" y="1591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2"/>
            <p:cNvSpPr/>
            <p:nvPr/>
          </p:nvSpPr>
          <p:spPr>
            <a:xfrm>
              <a:off x="7658375" y="1563400"/>
              <a:ext cx="144075" cy="135300"/>
            </a:xfrm>
            <a:custGeom>
              <a:avLst/>
              <a:gdLst/>
              <a:ahLst/>
              <a:cxnLst/>
              <a:rect l="l" t="t" r="r" b="b"/>
              <a:pathLst>
                <a:path w="5763" h="5412" extrusionOk="0">
                  <a:moveTo>
                    <a:pt x="3753" y="1134"/>
                  </a:moveTo>
                  <a:cubicBezTo>
                    <a:pt x="4202" y="1134"/>
                    <a:pt x="4570" y="1481"/>
                    <a:pt x="4570" y="1942"/>
                  </a:cubicBezTo>
                  <a:cubicBezTo>
                    <a:pt x="4603" y="2042"/>
                    <a:pt x="4570" y="2142"/>
                    <a:pt x="4537" y="2276"/>
                  </a:cubicBezTo>
                  <a:cubicBezTo>
                    <a:pt x="4537" y="2276"/>
                    <a:pt x="4503" y="2309"/>
                    <a:pt x="4503" y="2342"/>
                  </a:cubicBezTo>
                  <a:lnTo>
                    <a:pt x="4303" y="2743"/>
                  </a:lnTo>
                  <a:lnTo>
                    <a:pt x="4303" y="2809"/>
                  </a:lnTo>
                  <a:cubicBezTo>
                    <a:pt x="3870" y="3743"/>
                    <a:pt x="2969" y="4411"/>
                    <a:pt x="1935" y="4511"/>
                  </a:cubicBezTo>
                  <a:cubicBezTo>
                    <a:pt x="1885" y="4527"/>
                    <a:pt x="1835" y="4536"/>
                    <a:pt x="1789" y="4536"/>
                  </a:cubicBezTo>
                  <a:cubicBezTo>
                    <a:pt x="1743" y="4536"/>
                    <a:pt x="1701" y="4527"/>
                    <a:pt x="1668" y="4511"/>
                  </a:cubicBezTo>
                  <a:cubicBezTo>
                    <a:pt x="1568" y="4511"/>
                    <a:pt x="1501" y="4477"/>
                    <a:pt x="1435" y="4444"/>
                  </a:cubicBezTo>
                  <a:cubicBezTo>
                    <a:pt x="1301" y="4377"/>
                    <a:pt x="1201" y="4277"/>
                    <a:pt x="1134" y="4144"/>
                  </a:cubicBezTo>
                  <a:cubicBezTo>
                    <a:pt x="1134" y="4144"/>
                    <a:pt x="1134" y="4144"/>
                    <a:pt x="1134" y="4110"/>
                  </a:cubicBezTo>
                  <a:cubicBezTo>
                    <a:pt x="1101" y="4077"/>
                    <a:pt x="1068" y="4044"/>
                    <a:pt x="1068" y="4010"/>
                  </a:cubicBezTo>
                  <a:cubicBezTo>
                    <a:pt x="1001" y="3844"/>
                    <a:pt x="968" y="3643"/>
                    <a:pt x="1034" y="3477"/>
                  </a:cubicBezTo>
                  <a:cubicBezTo>
                    <a:pt x="1034" y="3410"/>
                    <a:pt x="1068" y="3377"/>
                    <a:pt x="1068" y="3343"/>
                  </a:cubicBezTo>
                  <a:lnTo>
                    <a:pt x="1301" y="2876"/>
                  </a:lnTo>
                  <a:cubicBezTo>
                    <a:pt x="1334" y="2743"/>
                    <a:pt x="1401" y="2643"/>
                    <a:pt x="1468" y="2543"/>
                  </a:cubicBezTo>
                  <a:cubicBezTo>
                    <a:pt x="1801" y="2009"/>
                    <a:pt x="2302" y="1575"/>
                    <a:pt x="2902" y="1342"/>
                  </a:cubicBezTo>
                  <a:cubicBezTo>
                    <a:pt x="3069" y="1275"/>
                    <a:pt x="3236" y="1242"/>
                    <a:pt x="3403" y="1208"/>
                  </a:cubicBezTo>
                  <a:lnTo>
                    <a:pt x="3536" y="1175"/>
                  </a:lnTo>
                  <a:lnTo>
                    <a:pt x="3536" y="1142"/>
                  </a:lnTo>
                  <a:lnTo>
                    <a:pt x="3636" y="1142"/>
                  </a:lnTo>
                  <a:cubicBezTo>
                    <a:pt x="3676" y="1136"/>
                    <a:pt x="3715" y="1134"/>
                    <a:pt x="3753" y="1134"/>
                  </a:cubicBezTo>
                  <a:close/>
                  <a:moveTo>
                    <a:pt x="3959" y="0"/>
                  </a:moveTo>
                  <a:cubicBezTo>
                    <a:pt x="3908" y="0"/>
                    <a:pt x="3856" y="3"/>
                    <a:pt x="3803" y="7"/>
                  </a:cubicBezTo>
                  <a:lnTo>
                    <a:pt x="3603" y="41"/>
                  </a:lnTo>
                  <a:cubicBezTo>
                    <a:pt x="3436" y="74"/>
                    <a:pt x="3269" y="108"/>
                    <a:pt x="3102" y="141"/>
                  </a:cubicBezTo>
                  <a:cubicBezTo>
                    <a:pt x="2435" y="341"/>
                    <a:pt x="1801" y="675"/>
                    <a:pt x="1301" y="1175"/>
                  </a:cubicBezTo>
                  <a:cubicBezTo>
                    <a:pt x="1268" y="1242"/>
                    <a:pt x="1201" y="1308"/>
                    <a:pt x="1201" y="1408"/>
                  </a:cubicBezTo>
                  <a:lnTo>
                    <a:pt x="1134" y="1442"/>
                  </a:lnTo>
                  <a:lnTo>
                    <a:pt x="1068" y="1542"/>
                  </a:lnTo>
                  <a:cubicBezTo>
                    <a:pt x="1034" y="1542"/>
                    <a:pt x="1034" y="1575"/>
                    <a:pt x="1001" y="1609"/>
                  </a:cubicBezTo>
                  <a:lnTo>
                    <a:pt x="934" y="1675"/>
                  </a:lnTo>
                  <a:lnTo>
                    <a:pt x="834" y="1809"/>
                  </a:lnTo>
                  <a:cubicBezTo>
                    <a:pt x="801" y="1842"/>
                    <a:pt x="767" y="1909"/>
                    <a:pt x="734" y="1942"/>
                  </a:cubicBezTo>
                  <a:cubicBezTo>
                    <a:pt x="701" y="1976"/>
                    <a:pt x="701" y="2009"/>
                    <a:pt x="701" y="2009"/>
                  </a:cubicBezTo>
                  <a:cubicBezTo>
                    <a:pt x="667" y="2076"/>
                    <a:pt x="601" y="2142"/>
                    <a:pt x="567" y="2209"/>
                  </a:cubicBezTo>
                  <a:cubicBezTo>
                    <a:pt x="501" y="2342"/>
                    <a:pt x="434" y="2443"/>
                    <a:pt x="400" y="2576"/>
                  </a:cubicBezTo>
                  <a:lnTo>
                    <a:pt x="134" y="3143"/>
                  </a:lnTo>
                  <a:cubicBezTo>
                    <a:pt x="67" y="3243"/>
                    <a:pt x="34" y="3343"/>
                    <a:pt x="34" y="3443"/>
                  </a:cubicBezTo>
                  <a:cubicBezTo>
                    <a:pt x="34" y="3477"/>
                    <a:pt x="34" y="3510"/>
                    <a:pt x="34" y="3510"/>
                  </a:cubicBezTo>
                  <a:lnTo>
                    <a:pt x="34" y="3577"/>
                  </a:lnTo>
                  <a:cubicBezTo>
                    <a:pt x="0" y="3577"/>
                    <a:pt x="0" y="3610"/>
                    <a:pt x="34" y="3610"/>
                  </a:cubicBezTo>
                  <a:cubicBezTo>
                    <a:pt x="34" y="3643"/>
                    <a:pt x="34" y="3677"/>
                    <a:pt x="34" y="3677"/>
                  </a:cubicBezTo>
                  <a:cubicBezTo>
                    <a:pt x="34" y="3710"/>
                    <a:pt x="34" y="3710"/>
                    <a:pt x="34" y="3710"/>
                  </a:cubicBezTo>
                  <a:cubicBezTo>
                    <a:pt x="34" y="3743"/>
                    <a:pt x="34" y="3777"/>
                    <a:pt x="34" y="3810"/>
                  </a:cubicBezTo>
                  <a:cubicBezTo>
                    <a:pt x="34" y="3877"/>
                    <a:pt x="34" y="3944"/>
                    <a:pt x="34" y="3977"/>
                  </a:cubicBezTo>
                  <a:cubicBezTo>
                    <a:pt x="0" y="4010"/>
                    <a:pt x="0" y="4044"/>
                    <a:pt x="34" y="4077"/>
                  </a:cubicBezTo>
                  <a:cubicBezTo>
                    <a:pt x="34" y="4110"/>
                    <a:pt x="34" y="4177"/>
                    <a:pt x="34" y="4210"/>
                  </a:cubicBezTo>
                  <a:cubicBezTo>
                    <a:pt x="34" y="4244"/>
                    <a:pt x="34" y="4244"/>
                    <a:pt x="67" y="4277"/>
                  </a:cubicBezTo>
                  <a:cubicBezTo>
                    <a:pt x="67" y="4277"/>
                    <a:pt x="67" y="4311"/>
                    <a:pt x="67" y="4311"/>
                  </a:cubicBezTo>
                  <a:cubicBezTo>
                    <a:pt x="67" y="4344"/>
                    <a:pt x="100" y="4411"/>
                    <a:pt x="134" y="4444"/>
                  </a:cubicBezTo>
                  <a:cubicBezTo>
                    <a:pt x="167" y="4577"/>
                    <a:pt x="234" y="4677"/>
                    <a:pt x="300" y="4778"/>
                  </a:cubicBezTo>
                  <a:cubicBezTo>
                    <a:pt x="334" y="4844"/>
                    <a:pt x="400" y="4878"/>
                    <a:pt x="434" y="4944"/>
                  </a:cubicBezTo>
                  <a:cubicBezTo>
                    <a:pt x="434" y="4978"/>
                    <a:pt x="467" y="4978"/>
                    <a:pt x="501" y="5011"/>
                  </a:cubicBezTo>
                  <a:lnTo>
                    <a:pt x="567" y="5078"/>
                  </a:lnTo>
                  <a:cubicBezTo>
                    <a:pt x="567" y="5078"/>
                    <a:pt x="567" y="5078"/>
                    <a:pt x="601" y="5111"/>
                  </a:cubicBezTo>
                  <a:lnTo>
                    <a:pt x="634" y="5144"/>
                  </a:lnTo>
                  <a:lnTo>
                    <a:pt x="701" y="5178"/>
                  </a:lnTo>
                  <a:cubicBezTo>
                    <a:pt x="767" y="5211"/>
                    <a:pt x="834" y="5245"/>
                    <a:pt x="867" y="5278"/>
                  </a:cubicBezTo>
                  <a:lnTo>
                    <a:pt x="1001" y="5345"/>
                  </a:lnTo>
                  <a:lnTo>
                    <a:pt x="1034" y="5345"/>
                  </a:lnTo>
                  <a:lnTo>
                    <a:pt x="1201" y="5378"/>
                  </a:lnTo>
                  <a:lnTo>
                    <a:pt x="1301" y="5411"/>
                  </a:lnTo>
                  <a:lnTo>
                    <a:pt x="1768" y="5411"/>
                  </a:lnTo>
                  <a:cubicBezTo>
                    <a:pt x="2769" y="5311"/>
                    <a:pt x="3669" y="4844"/>
                    <a:pt x="4370" y="4144"/>
                  </a:cubicBezTo>
                  <a:cubicBezTo>
                    <a:pt x="4704" y="3810"/>
                    <a:pt x="5004" y="3377"/>
                    <a:pt x="5204" y="2943"/>
                  </a:cubicBezTo>
                  <a:lnTo>
                    <a:pt x="5404" y="2476"/>
                  </a:lnTo>
                  <a:lnTo>
                    <a:pt x="5471" y="2376"/>
                  </a:lnTo>
                  <a:cubicBezTo>
                    <a:pt x="5537" y="2242"/>
                    <a:pt x="5571" y="2109"/>
                    <a:pt x="5604" y="1976"/>
                  </a:cubicBezTo>
                  <a:cubicBezTo>
                    <a:pt x="5763" y="927"/>
                    <a:pt x="4984" y="0"/>
                    <a:pt x="3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>
              <a:off x="7772625" y="161027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0" y="0"/>
                  </a:moveTo>
                  <a:cubicBezTo>
                    <a:pt x="0" y="34"/>
                    <a:pt x="0" y="34"/>
                    <a:pt x="33" y="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7746775" y="1591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7674200" y="1626125"/>
              <a:ext cx="61750" cy="59225"/>
            </a:xfrm>
            <a:custGeom>
              <a:avLst/>
              <a:gdLst/>
              <a:ahLst/>
              <a:cxnLst/>
              <a:rect l="l" t="t" r="r" b="b"/>
              <a:pathLst>
                <a:path w="2470" h="2369" extrusionOk="0">
                  <a:moveTo>
                    <a:pt x="2136" y="0"/>
                  </a:moveTo>
                  <a:lnTo>
                    <a:pt x="1" y="2035"/>
                  </a:lnTo>
                  <a:lnTo>
                    <a:pt x="301" y="2369"/>
                  </a:lnTo>
                  <a:lnTo>
                    <a:pt x="2469" y="334"/>
                  </a:lnTo>
                  <a:lnTo>
                    <a:pt x="21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>
              <a:off x="7727575" y="1615275"/>
              <a:ext cx="70925" cy="22550"/>
            </a:xfrm>
            <a:custGeom>
              <a:avLst/>
              <a:gdLst/>
              <a:ahLst/>
              <a:cxnLst/>
              <a:rect l="l" t="t" r="r" b="b"/>
              <a:pathLst>
                <a:path w="2837" h="902" extrusionOk="0">
                  <a:moveTo>
                    <a:pt x="2836" y="1"/>
                  </a:moveTo>
                  <a:lnTo>
                    <a:pt x="1969" y="134"/>
                  </a:lnTo>
                  <a:lnTo>
                    <a:pt x="1769" y="167"/>
                  </a:lnTo>
                  <a:lnTo>
                    <a:pt x="334" y="401"/>
                  </a:lnTo>
                  <a:lnTo>
                    <a:pt x="1" y="434"/>
                  </a:lnTo>
                  <a:lnTo>
                    <a:pt x="34" y="668"/>
                  </a:lnTo>
                  <a:lnTo>
                    <a:pt x="68" y="901"/>
                  </a:lnTo>
                  <a:lnTo>
                    <a:pt x="201" y="868"/>
                  </a:lnTo>
                  <a:lnTo>
                    <a:pt x="1535" y="668"/>
                  </a:lnTo>
                  <a:lnTo>
                    <a:pt x="2036" y="601"/>
                  </a:lnTo>
                  <a:lnTo>
                    <a:pt x="2636" y="501"/>
                  </a:lnTo>
                  <a:lnTo>
                    <a:pt x="2703" y="401"/>
                  </a:lnTo>
                  <a:cubicBezTo>
                    <a:pt x="2769" y="267"/>
                    <a:pt x="2803" y="134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>
              <a:off x="7723425" y="1566900"/>
              <a:ext cx="25025" cy="66750"/>
            </a:xfrm>
            <a:custGeom>
              <a:avLst/>
              <a:gdLst/>
              <a:ahLst/>
              <a:cxnLst/>
              <a:rect l="l" t="t" r="r" b="b"/>
              <a:pathLst>
                <a:path w="1001" h="2670" extrusionOk="0">
                  <a:moveTo>
                    <a:pt x="1001" y="1"/>
                  </a:moveTo>
                  <a:lnTo>
                    <a:pt x="500" y="134"/>
                  </a:lnTo>
                  <a:lnTo>
                    <a:pt x="334" y="1002"/>
                  </a:lnTo>
                  <a:lnTo>
                    <a:pt x="300" y="1168"/>
                  </a:lnTo>
                  <a:lnTo>
                    <a:pt x="0" y="2536"/>
                  </a:lnTo>
                  <a:lnTo>
                    <a:pt x="0" y="2569"/>
                  </a:lnTo>
                  <a:lnTo>
                    <a:pt x="200" y="2603"/>
                  </a:lnTo>
                  <a:lnTo>
                    <a:pt x="467" y="2669"/>
                  </a:lnTo>
                  <a:lnTo>
                    <a:pt x="534" y="2336"/>
                  </a:lnTo>
                  <a:lnTo>
                    <a:pt x="801" y="1035"/>
                  </a:lnTo>
                  <a:lnTo>
                    <a:pt x="801" y="968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6" name="Google Shape;926;p27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927" name="Google Shape;927;p27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7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9" name="Google Shape;929;p27"/>
          <p:cNvGrpSpPr/>
          <p:nvPr/>
        </p:nvGrpSpPr>
        <p:grpSpPr>
          <a:xfrm rot="-1800044">
            <a:off x="8037389" y="-252933"/>
            <a:ext cx="1691593" cy="2461713"/>
            <a:chOff x="2136935" y="539427"/>
            <a:chExt cx="1691631" cy="2461767"/>
          </a:xfrm>
        </p:grpSpPr>
        <p:grpSp>
          <p:nvGrpSpPr>
            <p:cNvPr id="930" name="Google Shape;930;p27"/>
            <p:cNvGrpSpPr/>
            <p:nvPr/>
          </p:nvGrpSpPr>
          <p:grpSpPr>
            <a:xfrm>
              <a:off x="2136935" y="539427"/>
              <a:ext cx="1691631" cy="1197833"/>
              <a:chOff x="3271675" y="3002600"/>
              <a:chExt cx="2088175" cy="1559475"/>
            </a:xfrm>
          </p:grpSpPr>
          <p:sp>
            <p:nvSpPr>
              <p:cNvPr id="931" name="Google Shape;931;p27"/>
              <p:cNvSpPr/>
              <p:nvPr/>
            </p:nvSpPr>
            <p:spPr>
              <a:xfrm>
                <a:off x="3271675" y="3002600"/>
                <a:ext cx="2088175" cy="1559475"/>
              </a:xfrm>
              <a:custGeom>
                <a:avLst/>
                <a:gdLst/>
                <a:ahLst/>
                <a:cxnLst/>
                <a:rect l="l" t="t" r="r" b="b"/>
                <a:pathLst>
                  <a:path w="83527" h="62379" extrusionOk="0">
                    <a:moveTo>
                      <a:pt x="0" y="0"/>
                    </a:moveTo>
                    <a:lnTo>
                      <a:pt x="0" y="62378"/>
                    </a:lnTo>
                    <a:lnTo>
                      <a:pt x="83527" y="62378"/>
                    </a:lnTo>
                    <a:lnTo>
                      <a:pt x="835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85725" dir="8940000" algn="bl" rotWithShape="0">
                  <a:schemeClr val="lt2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27"/>
              <p:cNvSpPr/>
              <p:nvPr/>
            </p:nvSpPr>
            <p:spPr>
              <a:xfrm>
                <a:off x="3271675" y="4356050"/>
                <a:ext cx="2088175" cy="78425"/>
              </a:xfrm>
              <a:custGeom>
                <a:avLst/>
                <a:gdLst/>
                <a:ahLst/>
                <a:cxnLst/>
                <a:rect l="l" t="t" r="r" b="b"/>
                <a:pathLst>
                  <a:path w="83527" h="3137" extrusionOk="0">
                    <a:moveTo>
                      <a:pt x="0" y="1"/>
                    </a:moveTo>
                    <a:lnTo>
                      <a:pt x="0" y="3136"/>
                    </a:lnTo>
                    <a:lnTo>
                      <a:pt x="83527" y="3136"/>
                    </a:lnTo>
                    <a:lnTo>
                      <a:pt x="8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27"/>
              <p:cNvSpPr/>
              <p:nvPr/>
            </p:nvSpPr>
            <p:spPr>
              <a:xfrm>
                <a:off x="3271675" y="4092550"/>
                <a:ext cx="2088175" cy="194325"/>
              </a:xfrm>
              <a:custGeom>
                <a:avLst/>
                <a:gdLst/>
                <a:ahLst/>
                <a:cxnLst/>
                <a:rect l="l" t="t" r="r" b="b"/>
                <a:pathLst>
                  <a:path w="83527" h="7773" extrusionOk="0">
                    <a:moveTo>
                      <a:pt x="0" y="0"/>
                    </a:moveTo>
                    <a:lnTo>
                      <a:pt x="0" y="7772"/>
                    </a:lnTo>
                    <a:lnTo>
                      <a:pt x="83527" y="7772"/>
                    </a:lnTo>
                    <a:lnTo>
                      <a:pt x="8352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4" name="Google Shape;934;p27"/>
            <p:cNvGrpSpPr/>
            <p:nvPr/>
          </p:nvGrpSpPr>
          <p:grpSpPr>
            <a:xfrm>
              <a:off x="2474900" y="797415"/>
              <a:ext cx="324425" cy="2203780"/>
              <a:chOff x="4908675" y="2468875"/>
              <a:chExt cx="324425" cy="1818000"/>
            </a:xfrm>
          </p:grpSpPr>
          <p:sp>
            <p:nvSpPr>
              <p:cNvPr id="935" name="Google Shape;935;p27"/>
              <p:cNvSpPr/>
              <p:nvPr/>
            </p:nvSpPr>
            <p:spPr>
              <a:xfrm>
                <a:off x="4908675" y="2468875"/>
                <a:ext cx="324425" cy="1195875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47835" extrusionOk="0">
                    <a:moveTo>
                      <a:pt x="1" y="1"/>
                    </a:moveTo>
                    <a:lnTo>
                      <a:pt x="1" y="47835"/>
                    </a:lnTo>
                    <a:lnTo>
                      <a:pt x="12976" y="47835"/>
                    </a:lnTo>
                    <a:lnTo>
                      <a:pt x="129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7"/>
              <p:cNvSpPr/>
              <p:nvPr/>
            </p:nvSpPr>
            <p:spPr>
              <a:xfrm>
                <a:off x="4908675" y="2468875"/>
                <a:ext cx="324425" cy="81750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3270" extrusionOk="0">
                    <a:moveTo>
                      <a:pt x="1" y="1"/>
                    </a:moveTo>
                    <a:lnTo>
                      <a:pt x="1" y="3270"/>
                    </a:lnTo>
                    <a:lnTo>
                      <a:pt x="12976" y="3270"/>
                    </a:lnTo>
                    <a:lnTo>
                      <a:pt x="1297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27"/>
              <p:cNvSpPr/>
              <p:nvPr/>
            </p:nvSpPr>
            <p:spPr>
              <a:xfrm>
                <a:off x="4931200" y="2553925"/>
                <a:ext cx="92575" cy="92600"/>
              </a:xfrm>
              <a:custGeom>
                <a:avLst/>
                <a:gdLst/>
                <a:ahLst/>
                <a:cxnLst/>
                <a:rect l="l" t="t" r="r" b="b"/>
                <a:pathLst>
                  <a:path w="3703" h="3704" fill="none" extrusionOk="0">
                    <a:moveTo>
                      <a:pt x="1835" y="1"/>
                    </a:moveTo>
                    <a:lnTo>
                      <a:pt x="3703" y="1836"/>
                    </a:lnTo>
                    <a:lnTo>
                      <a:pt x="1835" y="3704"/>
                    </a:lnTo>
                    <a:lnTo>
                      <a:pt x="0" y="1836"/>
                    </a:lnTo>
                    <a:close/>
                  </a:path>
                </a:pathLst>
              </a:custGeom>
              <a:solidFill>
                <a:schemeClr val="accent3"/>
              </a:solidFill>
              <a:ln w="7500" cap="flat" cmpd="sng">
                <a:solidFill>
                  <a:srgbClr val="E9AD4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27"/>
              <p:cNvSpPr/>
              <p:nvPr/>
            </p:nvSpPr>
            <p:spPr>
              <a:xfrm>
                <a:off x="5022925" y="2553925"/>
                <a:ext cx="92600" cy="91775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3671" fill="none" extrusionOk="0">
                    <a:moveTo>
                      <a:pt x="1835" y="1"/>
                    </a:moveTo>
                    <a:lnTo>
                      <a:pt x="3703" y="1836"/>
                    </a:lnTo>
                    <a:lnTo>
                      <a:pt x="1835" y="3670"/>
                    </a:lnTo>
                    <a:lnTo>
                      <a:pt x="0" y="1836"/>
                    </a:lnTo>
                    <a:close/>
                  </a:path>
                </a:pathLst>
              </a:custGeom>
              <a:solidFill>
                <a:schemeClr val="accent3"/>
              </a:solidFill>
              <a:ln w="7500" cap="flat" cmpd="sng">
                <a:solidFill>
                  <a:srgbClr val="E9AD4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7"/>
              <p:cNvSpPr/>
              <p:nvPr/>
            </p:nvSpPr>
            <p:spPr>
              <a:xfrm>
                <a:off x="5114650" y="2553925"/>
                <a:ext cx="92600" cy="91775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3671" fill="none" extrusionOk="0">
                    <a:moveTo>
                      <a:pt x="1835" y="1"/>
                    </a:moveTo>
                    <a:lnTo>
                      <a:pt x="3703" y="1836"/>
                    </a:lnTo>
                    <a:lnTo>
                      <a:pt x="1835" y="3670"/>
                    </a:lnTo>
                    <a:lnTo>
                      <a:pt x="1" y="1836"/>
                    </a:lnTo>
                    <a:close/>
                  </a:path>
                </a:pathLst>
              </a:custGeom>
              <a:solidFill>
                <a:schemeClr val="accent3"/>
              </a:solidFill>
              <a:ln w="7500" cap="flat" cmpd="sng">
                <a:solidFill>
                  <a:srgbClr val="E9AD4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27"/>
              <p:cNvSpPr/>
              <p:nvPr/>
            </p:nvSpPr>
            <p:spPr>
              <a:xfrm>
                <a:off x="4997075" y="2868325"/>
                <a:ext cx="57575" cy="928200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37128" extrusionOk="0">
                    <a:moveTo>
                      <a:pt x="1068" y="1"/>
                    </a:moveTo>
                    <a:lnTo>
                      <a:pt x="0" y="37127"/>
                    </a:lnTo>
                    <a:lnTo>
                      <a:pt x="2302" y="37127"/>
                    </a:lnTo>
                    <a:lnTo>
                      <a:pt x="230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27"/>
              <p:cNvSpPr/>
              <p:nvPr/>
            </p:nvSpPr>
            <p:spPr>
              <a:xfrm>
                <a:off x="5086300" y="2868325"/>
                <a:ext cx="58400" cy="928200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37128" extrusionOk="0">
                    <a:moveTo>
                      <a:pt x="1" y="1"/>
                    </a:moveTo>
                    <a:lnTo>
                      <a:pt x="1" y="37127"/>
                    </a:lnTo>
                    <a:lnTo>
                      <a:pt x="2336" y="37127"/>
                    </a:lnTo>
                    <a:lnTo>
                      <a:pt x="12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27"/>
              <p:cNvSpPr/>
              <p:nvPr/>
            </p:nvSpPr>
            <p:spPr>
              <a:xfrm>
                <a:off x="4982050" y="3796500"/>
                <a:ext cx="72600" cy="490375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19615" extrusionOk="0">
                    <a:moveTo>
                      <a:pt x="601" y="0"/>
                    </a:moveTo>
                    <a:lnTo>
                      <a:pt x="1" y="19614"/>
                    </a:lnTo>
                    <a:lnTo>
                      <a:pt x="2903" y="19614"/>
                    </a:lnTo>
                    <a:lnTo>
                      <a:pt x="29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27"/>
              <p:cNvSpPr/>
              <p:nvPr/>
            </p:nvSpPr>
            <p:spPr>
              <a:xfrm>
                <a:off x="5086300" y="3796500"/>
                <a:ext cx="72575" cy="49037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19615" extrusionOk="0">
                    <a:moveTo>
                      <a:pt x="1" y="0"/>
                    </a:moveTo>
                    <a:lnTo>
                      <a:pt x="1" y="19614"/>
                    </a:lnTo>
                    <a:lnTo>
                      <a:pt x="2903" y="19614"/>
                    </a:lnTo>
                    <a:lnTo>
                      <a:pt x="233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27"/>
              <p:cNvSpPr/>
              <p:nvPr/>
            </p:nvSpPr>
            <p:spPr>
              <a:xfrm>
                <a:off x="4997900" y="3757300"/>
                <a:ext cx="567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1" fill="none" extrusionOk="0">
                    <a:moveTo>
                      <a:pt x="1" y="0"/>
                    </a:moveTo>
                    <a:lnTo>
                      <a:pt x="2269" y="0"/>
                    </a:lnTo>
                  </a:path>
                </a:pathLst>
              </a:custGeom>
              <a:noFill/>
              <a:ln w="75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27"/>
              <p:cNvSpPr/>
              <p:nvPr/>
            </p:nvSpPr>
            <p:spPr>
              <a:xfrm>
                <a:off x="5086300" y="3757300"/>
                <a:ext cx="567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1" fill="none" extrusionOk="0">
                    <a:moveTo>
                      <a:pt x="1" y="0"/>
                    </a:moveTo>
                    <a:lnTo>
                      <a:pt x="2269" y="0"/>
                    </a:lnTo>
                  </a:path>
                </a:pathLst>
              </a:custGeom>
              <a:noFill/>
              <a:ln w="7500" cap="flat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27"/>
              <p:cNvSpPr/>
              <p:nvPr/>
            </p:nvSpPr>
            <p:spPr>
              <a:xfrm>
                <a:off x="5018750" y="3796500"/>
                <a:ext cx="25" cy="490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9615" fill="none" extrusionOk="0">
                    <a:moveTo>
                      <a:pt x="1" y="0"/>
                    </a:moveTo>
                    <a:lnTo>
                      <a:pt x="1" y="19614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27"/>
              <p:cNvSpPr/>
              <p:nvPr/>
            </p:nvSpPr>
            <p:spPr>
              <a:xfrm>
                <a:off x="5123000" y="3796500"/>
                <a:ext cx="25" cy="490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9615" fill="none" extrusionOk="0">
                    <a:moveTo>
                      <a:pt x="0" y="0"/>
                    </a:moveTo>
                    <a:lnTo>
                      <a:pt x="0" y="19614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27"/>
              <p:cNvSpPr/>
              <p:nvPr/>
            </p:nvSpPr>
            <p:spPr>
              <a:xfrm>
                <a:off x="4908675" y="2506400"/>
                <a:ext cx="3244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" fill="none" extrusionOk="0">
                    <a:moveTo>
                      <a:pt x="1" y="1"/>
                    </a:moveTo>
                    <a:lnTo>
                      <a:pt x="12976" y="1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49" name="Google Shape;949;p27"/>
          <p:cNvGrpSpPr/>
          <p:nvPr/>
        </p:nvGrpSpPr>
        <p:grpSpPr>
          <a:xfrm>
            <a:off x="-302498" y="4085706"/>
            <a:ext cx="1314078" cy="1198149"/>
            <a:chOff x="7252250" y="1395950"/>
            <a:chExt cx="919000" cy="837925"/>
          </a:xfrm>
        </p:grpSpPr>
        <p:sp>
          <p:nvSpPr>
            <p:cNvPr id="950" name="Google Shape;950;p27"/>
            <p:cNvSpPr/>
            <p:nvPr/>
          </p:nvSpPr>
          <p:spPr>
            <a:xfrm>
              <a:off x="7252250" y="1395950"/>
              <a:ext cx="919000" cy="837925"/>
            </a:xfrm>
            <a:custGeom>
              <a:avLst/>
              <a:gdLst/>
              <a:ahLst/>
              <a:cxnLst/>
              <a:rect l="l" t="t" r="r" b="b"/>
              <a:pathLst>
                <a:path w="36760" h="33517" extrusionOk="0">
                  <a:moveTo>
                    <a:pt x="18380" y="1"/>
                  </a:moveTo>
                  <a:cubicBezTo>
                    <a:pt x="14094" y="1"/>
                    <a:pt x="9807" y="1635"/>
                    <a:pt x="6538" y="4904"/>
                  </a:cubicBezTo>
                  <a:cubicBezTo>
                    <a:pt x="0" y="11442"/>
                    <a:pt x="0" y="22050"/>
                    <a:pt x="6538" y="28588"/>
                  </a:cubicBezTo>
                  <a:cubicBezTo>
                    <a:pt x="9807" y="31873"/>
                    <a:pt x="14094" y="33516"/>
                    <a:pt x="18380" y="33516"/>
                  </a:cubicBezTo>
                  <a:cubicBezTo>
                    <a:pt x="22666" y="33516"/>
                    <a:pt x="26953" y="31873"/>
                    <a:pt x="30222" y="28588"/>
                  </a:cubicBezTo>
                  <a:cubicBezTo>
                    <a:pt x="36760" y="22050"/>
                    <a:pt x="36760" y="11442"/>
                    <a:pt x="30222" y="4904"/>
                  </a:cubicBezTo>
                  <a:cubicBezTo>
                    <a:pt x="26953" y="1635"/>
                    <a:pt x="22666" y="1"/>
                    <a:pt x="183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85725" dir="21540000" algn="bl" rotWithShape="0">
                <a:schemeClr val="lt2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7"/>
            <p:cNvSpPr/>
            <p:nvPr/>
          </p:nvSpPr>
          <p:spPr>
            <a:xfrm>
              <a:off x="7364000" y="1466825"/>
              <a:ext cx="697175" cy="698025"/>
            </a:xfrm>
            <a:custGeom>
              <a:avLst/>
              <a:gdLst/>
              <a:ahLst/>
              <a:cxnLst/>
              <a:rect l="l" t="t" r="r" b="b"/>
              <a:pathLst>
                <a:path w="27887" h="27921" extrusionOk="0">
                  <a:moveTo>
                    <a:pt x="13543" y="1"/>
                  </a:moveTo>
                  <a:cubicBezTo>
                    <a:pt x="6004" y="234"/>
                    <a:pt x="0" y="6406"/>
                    <a:pt x="0" y="13944"/>
                  </a:cubicBezTo>
                  <a:cubicBezTo>
                    <a:pt x="0" y="21516"/>
                    <a:pt x="6004" y="27687"/>
                    <a:pt x="13543" y="27921"/>
                  </a:cubicBezTo>
                  <a:lnTo>
                    <a:pt x="13910" y="27921"/>
                  </a:lnTo>
                  <a:cubicBezTo>
                    <a:pt x="14877" y="27921"/>
                    <a:pt x="15845" y="27821"/>
                    <a:pt x="16812" y="27621"/>
                  </a:cubicBezTo>
                  <a:cubicBezTo>
                    <a:pt x="17446" y="27487"/>
                    <a:pt x="18046" y="27287"/>
                    <a:pt x="18680" y="27087"/>
                  </a:cubicBezTo>
                  <a:cubicBezTo>
                    <a:pt x="19080" y="26920"/>
                    <a:pt x="19481" y="26753"/>
                    <a:pt x="19881" y="26553"/>
                  </a:cubicBezTo>
                  <a:cubicBezTo>
                    <a:pt x="22850" y="25152"/>
                    <a:pt x="25218" y="22751"/>
                    <a:pt x="26619" y="19782"/>
                  </a:cubicBezTo>
                  <a:cubicBezTo>
                    <a:pt x="27453" y="17947"/>
                    <a:pt x="27887" y="15946"/>
                    <a:pt x="27887" y="13944"/>
                  </a:cubicBezTo>
                  <a:cubicBezTo>
                    <a:pt x="27887" y="10142"/>
                    <a:pt x="26319" y="6506"/>
                    <a:pt x="23584" y="3870"/>
                  </a:cubicBezTo>
                  <a:cubicBezTo>
                    <a:pt x="22483" y="2836"/>
                    <a:pt x="21249" y="1969"/>
                    <a:pt x="19881" y="1335"/>
                  </a:cubicBezTo>
                  <a:cubicBezTo>
                    <a:pt x="19514" y="1135"/>
                    <a:pt x="19080" y="968"/>
                    <a:pt x="18680" y="835"/>
                  </a:cubicBezTo>
                  <a:cubicBezTo>
                    <a:pt x="18046" y="601"/>
                    <a:pt x="17446" y="435"/>
                    <a:pt x="16812" y="301"/>
                  </a:cubicBezTo>
                  <a:cubicBezTo>
                    <a:pt x="15845" y="101"/>
                    <a:pt x="14877" y="1"/>
                    <a:pt x="139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7784300" y="1473500"/>
              <a:ext cx="46725" cy="683850"/>
            </a:xfrm>
            <a:custGeom>
              <a:avLst/>
              <a:gdLst/>
              <a:ahLst/>
              <a:cxnLst/>
              <a:rect l="l" t="t" r="r" b="b"/>
              <a:pathLst>
                <a:path w="1869" h="27354" extrusionOk="0">
                  <a:moveTo>
                    <a:pt x="0" y="1"/>
                  </a:moveTo>
                  <a:lnTo>
                    <a:pt x="0" y="27354"/>
                  </a:lnTo>
                  <a:cubicBezTo>
                    <a:pt x="634" y="27220"/>
                    <a:pt x="1234" y="27020"/>
                    <a:pt x="1868" y="26787"/>
                  </a:cubicBezTo>
                  <a:lnTo>
                    <a:pt x="1868" y="535"/>
                  </a:lnTo>
                  <a:cubicBezTo>
                    <a:pt x="1234" y="301"/>
                    <a:pt x="634" y="134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7861000" y="1499350"/>
              <a:ext cx="92600" cy="631325"/>
            </a:xfrm>
            <a:custGeom>
              <a:avLst/>
              <a:gdLst/>
              <a:ahLst/>
              <a:cxnLst/>
              <a:rect l="l" t="t" r="r" b="b"/>
              <a:pathLst>
                <a:path w="3704" h="25253" extrusionOk="0">
                  <a:moveTo>
                    <a:pt x="1" y="1"/>
                  </a:moveTo>
                  <a:lnTo>
                    <a:pt x="1" y="25252"/>
                  </a:lnTo>
                  <a:cubicBezTo>
                    <a:pt x="1369" y="24619"/>
                    <a:pt x="2603" y="23751"/>
                    <a:pt x="3704" y="22717"/>
                  </a:cubicBezTo>
                  <a:lnTo>
                    <a:pt x="3704" y="2569"/>
                  </a:lnTo>
                  <a:cubicBezTo>
                    <a:pt x="2603" y="1502"/>
                    <a:pt x="1369" y="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7486575" y="1928825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35" y="1"/>
                  </a:moveTo>
                  <a:lnTo>
                    <a:pt x="1" y="1702"/>
                  </a:lnTo>
                  <a:lnTo>
                    <a:pt x="1735" y="3403"/>
                  </a:lnTo>
                  <a:lnTo>
                    <a:pt x="3436" y="1702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>
              <a:off x="7486575" y="1626950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02" y="1"/>
                  </a:moveTo>
                  <a:lnTo>
                    <a:pt x="1" y="1702"/>
                  </a:lnTo>
                  <a:lnTo>
                    <a:pt x="1702" y="3403"/>
                  </a:lnTo>
                  <a:lnTo>
                    <a:pt x="3436" y="1702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>
              <a:off x="7855175" y="1928825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02" y="1"/>
                  </a:moveTo>
                  <a:lnTo>
                    <a:pt x="0" y="1702"/>
                  </a:lnTo>
                  <a:lnTo>
                    <a:pt x="1702" y="3403"/>
                  </a:lnTo>
                  <a:lnTo>
                    <a:pt x="3436" y="1702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>
              <a:off x="7855175" y="1626950"/>
              <a:ext cx="85925" cy="85100"/>
            </a:xfrm>
            <a:custGeom>
              <a:avLst/>
              <a:gdLst/>
              <a:ahLst/>
              <a:cxnLst/>
              <a:rect l="l" t="t" r="r" b="b"/>
              <a:pathLst>
                <a:path w="3437" h="3404" extrusionOk="0">
                  <a:moveTo>
                    <a:pt x="1735" y="1"/>
                  </a:moveTo>
                  <a:lnTo>
                    <a:pt x="0" y="1702"/>
                  </a:lnTo>
                  <a:lnTo>
                    <a:pt x="1735" y="3403"/>
                  </a:lnTo>
                  <a:lnTo>
                    <a:pt x="3436" y="1702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>
              <a:off x="7855175" y="1777900"/>
              <a:ext cx="85925" cy="85075"/>
            </a:xfrm>
            <a:custGeom>
              <a:avLst/>
              <a:gdLst/>
              <a:ahLst/>
              <a:cxnLst/>
              <a:rect l="l" t="t" r="r" b="b"/>
              <a:pathLst>
                <a:path w="3437" h="3403" extrusionOk="0">
                  <a:moveTo>
                    <a:pt x="1702" y="0"/>
                  </a:moveTo>
                  <a:lnTo>
                    <a:pt x="0" y="1701"/>
                  </a:lnTo>
                  <a:lnTo>
                    <a:pt x="1702" y="3403"/>
                  </a:lnTo>
                  <a:lnTo>
                    <a:pt x="3436" y="1701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>
              <a:off x="7486575" y="1777900"/>
              <a:ext cx="85925" cy="85075"/>
            </a:xfrm>
            <a:custGeom>
              <a:avLst/>
              <a:gdLst/>
              <a:ahLst/>
              <a:cxnLst/>
              <a:rect l="l" t="t" r="r" b="b"/>
              <a:pathLst>
                <a:path w="3437" h="3403" extrusionOk="0">
                  <a:moveTo>
                    <a:pt x="1735" y="0"/>
                  </a:moveTo>
                  <a:lnTo>
                    <a:pt x="1" y="1701"/>
                  </a:lnTo>
                  <a:lnTo>
                    <a:pt x="1735" y="3403"/>
                  </a:lnTo>
                  <a:lnTo>
                    <a:pt x="3436" y="1701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>
              <a:off x="7635025" y="1920700"/>
              <a:ext cx="144275" cy="133250"/>
            </a:xfrm>
            <a:custGeom>
              <a:avLst/>
              <a:gdLst/>
              <a:ahLst/>
              <a:cxnLst/>
              <a:rect l="l" t="t" r="r" b="b"/>
              <a:pathLst>
                <a:path w="5771" h="5330" extrusionOk="0">
                  <a:moveTo>
                    <a:pt x="4153" y="1"/>
                  </a:moveTo>
                  <a:cubicBezTo>
                    <a:pt x="4078" y="1"/>
                    <a:pt x="4003" y="9"/>
                    <a:pt x="3936" y="26"/>
                  </a:cubicBezTo>
                  <a:cubicBezTo>
                    <a:pt x="3069" y="92"/>
                    <a:pt x="2268" y="393"/>
                    <a:pt x="1601" y="926"/>
                  </a:cubicBezTo>
                  <a:lnTo>
                    <a:pt x="1535" y="893"/>
                  </a:lnTo>
                  <a:lnTo>
                    <a:pt x="1435" y="1060"/>
                  </a:lnTo>
                  <a:cubicBezTo>
                    <a:pt x="1368" y="1126"/>
                    <a:pt x="1334" y="1160"/>
                    <a:pt x="1268" y="1193"/>
                  </a:cubicBezTo>
                  <a:cubicBezTo>
                    <a:pt x="934" y="1560"/>
                    <a:pt x="634" y="1960"/>
                    <a:pt x="434" y="2427"/>
                  </a:cubicBezTo>
                  <a:lnTo>
                    <a:pt x="167" y="3028"/>
                  </a:lnTo>
                  <a:cubicBezTo>
                    <a:pt x="167" y="3028"/>
                    <a:pt x="167" y="3028"/>
                    <a:pt x="167" y="3061"/>
                  </a:cubicBezTo>
                  <a:cubicBezTo>
                    <a:pt x="134" y="3095"/>
                    <a:pt x="134" y="3095"/>
                    <a:pt x="134" y="3128"/>
                  </a:cubicBezTo>
                  <a:lnTo>
                    <a:pt x="134" y="3161"/>
                  </a:lnTo>
                  <a:lnTo>
                    <a:pt x="134" y="3195"/>
                  </a:lnTo>
                  <a:lnTo>
                    <a:pt x="100" y="3328"/>
                  </a:lnTo>
                  <a:cubicBezTo>
                    <a:pt x="0" y="3795"/>
                    <a:pt x="100" y="4262"/>
                    <a:pt x="367" y="4662"/>
                  </a:cubicBezTo>
                  <a:cubicBezTo>
                    <a:pt x="501" y="4829"/>
                    <a:pt x="667" y="4996"/>
                    <a:pt x="867" y="5096"/>
                  </a:cubicBezTo>
                  <a:cubicBezTo>
                    <a:pt x="901" y="5129"/>
                    <a:pt x="968" y="5163"/>
                    <a:pt x="1034" y="5196"/>
                  </a:cubicBezTo>
                  <a:cubicBezTo>
                    <a:pt x="1134" y="5229"/>
                    <a:pt x="1234" y="5296"/>
                    <a:pt x="1334" y="5296"/>
                  </a:cubicBezTo>
                  <a:cubicBezTo>
                    <a:pt x="1435" y="5329"/>
                    <a:pt x="1501" y="5329"/>
                    <a:pt x="1568" y="5329"/>
                  </a:cubicBezTo>
                  <a:lnTo>
                    <a:pt x="1902" y="5329"/>
                  </a:lnTo>
                  <a:cubicBezTo>
                    <a:pt x="2068" y="5329"/>
                    <a:pt x="2202" y="5296"/>
                    <a:pt x="2369" y="5263"/>
                  </a:cubicBezTo>
                  <a:cubicBezTo>
                    <a:pt x="3236" y="5063"/>
                    <a:pt x="4003" y="4629"/>
                    <a:pt x="4603" y="3962"/>
                  </a:cubicBezTo>
                  <a:lnTo>
                    <a:pt x="4637" y="3928"/>
                  </a:lnTo>
                  <a:cubicBezTo>
                    <a:pt x="4737" y="3795"/>
                    <a:pt x="4870" y="3662"/>
                    <a:pt x="4970" y="3528"/>
                  </a:cubicBezTo>
                  <a:lnTo>
                    <a:pt x="5304" y="3095"/>
                  </a:lnTo>
                  <a:lnTo>
                    <a:pt x="5237" y="3061"/>
                  </a:lnTo>
                  <a:cubicBezTo>
                    <a:pt x="5271" y="2994"/>
                    <a:pt x="5304" y="2928"/>
                    <a:pt x="5337" y="2861"/>
                  </a:cubicBezTo>
                  <a:lnTo>
                    <a:pt x="5604" y="2294"/>
                  </a:lnTo>
                  <a:cubicBezTo>
                    <a:pt x="5704" y="2027"/>
                    <a:pt x="5771" y="1760"/>
                    <a:pt x="5738" y="1460"/>
                  </a:cubicBezTo>
                  <a:cubicBezTo>
                    <a:pt x="5738" y="1393"/>
                    <a:pt x="5738" y="1327"/>
                    <a:pt x="5704" y="1260"/>
                  </a:cubicBezTo>
                  <a:cubicBezTo>
                    <a:pt x="5704" y="1227"/>
                    <a:pt x="5704" y="1193"/>
                    <a:pt x="5704" y="1193"/>
                  </a:cubicBezTo>
                  <a:cubicBezTo>
                    <a:pt x="5704" y="1160"/>
                    <a:pt x="5704" y="1126"/>
                    <a:pt x="5671" y="1093"/>
                  </a:cubicBezTo>
                  <a:cubicBezTo>
                    <a:pt x="5638" y="960"/>
                    <a:pt x="5571" y="860"/>
                    <a:pt x="5537" y="760"/>
                  </a:cubicBezTo>
                  <a:cubicBezTo>
                    <a:pt x="5537" y="893"/>
                    <a:pt x="5504" y="1060"/>
                    <a:pt x="5437" y="1193"/>
                  </a:cubicBezTo>
                  <a:lnTo>
                    <a:pt x="5237" y="1660"/>
                  </a:lnTo>
                  <a:cubicBezTo>
                    <a:pt x="4804" y="2594"/>
                    <a:pt x="3903" y="3228"/>
                    <a:pt x="2869" y="3361"/>
                  </a:cubicBezTo>
                  <a:lnTo>
                    <a:pt x="2602" y="3361"/>
                  </a:lnTo>
                  <a:cubicBezTo>
                    <a:pt x="2369" y="3295"/>
                    <a:pt x="2202" y="3161"/>
                    <a:pt x="2068" y="2994"/>
                  </a:cubicBezTo>
                  <a:cubicBezTo>
                    <a:pt x="2035" y="2961"/>
                    <a:pt x="2002" y="2894"/>
                    <a:pt x="2002" y="2861"/>
                  </a:cubicBezTo>
                  <a:cubicBezTo>
                    <a:pt x="1902" y="2661"/>
                    <a:pt x="1902" y="2461"/>
                    <a:pt x="1968" y="2294"/>
                  </a:cubicBezTo>
                  <a:cubicBezTo>
                    <a:pt x="1968" y="2261"/>
                    <a:pt x="1968" y="2227"/>
                    <a:pt x="2002" y="2161"/>
                  </a:cubicBezTo>
                  <a:lnTo>
                    <a:pt x="2202" y="1694"/>
                  </a:lnTo>
                  <a:cubicBezTo>
                    <a:pt x="2268" y="1593"/>
                    <a:pt x="2335" y="1493"/>
                    <a:pt x="2402" y="1393"/>
                  </a:cubicBezTo>
                  <a:cubicBezTo>
                    <a:pt x="2836" y="626"/>
                    <a:pt x="3603" y="126"/>
                    <a:pt x="4470" y="26"/>
                  </a:cubicBezTo>
                  <a:lnTo>
                    <a:pt x="4370" y="26"/>
                  </a:lnTo>
                  <a:cubicBezTo>
                    <a:pt x="4303" y="9"/>
                    <a:pt x="4228" y="1"/>
                    <a:pt x="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>
              <a:off x="7746775" y="1922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>
              <a:off x="7658375" y="1893625"/>
              <a:ext cx="144075" cy="135300"/>
            </a:xfrm>
            <a:custGeom>
              <a:avLst/>
              <a:gdLst/>
              <a:ahLst/>
              <a:cxnLst/>
              <a:rect l="l" t="t" r="r" b="b"/>
              <a:pathLst>
                <a:path w="5763" h="5412" extrusionOk="0">
                  <a:moveTo>
                    <a:pt x="3754" y="1134"/>
                  </a:moveTo>
                  <a:cubicBezTo>
                    <a:pt x="4203" y="1134"/>
                    <a:pt x="4570" y="1479"/>
                    <a:pt x="4570" y="1909"/>
                  </a:cubicBezTo>
                  <a:cubicBezTo>
                    <a:pt x="4603" y="2009"/>
                    <a:pt x="4570" y="2143"/>
                    <a:pt x="4537" y="2243"/>
                  </a:cubicBezTo>
                  <a:cubicBezTo>
                    <a:pt x="4537" y="2276"/>
                    <a:pt x="4503" y="2276"/>
                    <a:pt x="4503" y="2310"/>
                  </a:cubicBezTo>
                  <a:lnTo>
                    <a:pt x="4303" y="2743"/>
                  </a:lnTo>
                  <a:lnTo>
                    <a:pt x="4303" y="2777"/>
                  </a:lnTo>
                  <a:cubicBezTo>
                    <a:pt x="3870" y="3744"/>
                    <a:pt x="2969" y="4378"/>
                    <a:pt x="1935" y="4478"/>
                  </a:cubicBezTo>
                  <a:cubicBezTo>
                    <a:pt x="1885" y="4494"/>
                    <a:pt x="1835" y="4503"/>
                    <a:pt x="1789" y="4503"/>
                  </a:cubicBezTo>
                  <a:cubicBezTo>
                    <a:pt x="1743" y="4503"/>
                    <a:pt x="1701" y="4494"/>
                    <a:pt x="1668" y="4478"/>
                  </a:cubicBezTo>
                  <a:cubicBezTo>
                    <a:pt x="1568" y="4478"/>
                    <a:pt x="1501" y="4444"/>
                    <a:pt x="1435" y="4411"/>
                  </a:cubicBezTo>
                  <a:cubicBezTo>
                    <a:pt x="1301" y="4344"/>
                    <a:pt x="1201" y="4244"/>
                    <a:pt x="1134" y="4144"/>
                  </a:cubicBezTo>
                  <a:cubicBezTo>
                    <a:pt x="1134" y="4111"/>
                    <a:pt x="1134" y="4111"/>
                    <a:pt x="1134" y="4111"/>
                  </a:cubicBezTo>
                  <a:cubicBezTo>
                    <a:pt x="1101" y="4077"/>
                    <a:pt x="1068" y="4011"/>
                    <a:pt x="1068" y="3977"/>
                  </a:cubicBezTo>
                  <a:cubicBezTo>
                    <a:pt x="1001" y="3811"/>
                    <a:pt x="968" y="3610"/>
                    <a:pt x="1034" y="3444"/>
                  </a:cubicBezTo>
                  <a:cubicBezTo>
                    <a:pt x="1034" y="3377"/>
                    <a:pt x="1068" y="3344"/>
                    <a:pt x="1068" y="3310"/>
                  </a:cubicBezTo>
                  <a:lnTo>
                    <a:pt x="1301" y="2843"/>
                  </a:lnTo>
                  <a:cubicBezTo>
                    <a:pt x="1334" y="2743"/>
                    <a:pt x="1401" y="2643"/>
                    <a:pt x="1468" y="2510"/>
                  </a:cubicBezTo>
                  <a:cubicBezTo>
                    <a:pt x="1801" y="1976"/>
                    <a:pt x="2302" y="1576"/>
                    <a:pt x="2902" y="1309"/>
                  </a:cubicBezTo>
                  <a:cubicBezTo>
                    <a:pt x="3069" y="1275"/>
                    <a:pt x="3236" y="1209"/>
                    <a:pt x="3403" y="1175"/>
                  </a:cubicBezTo>
                  <a:lnTo>
                    <a:pt x="3536" y="1142"/>
                  </a:lnTo>
                  <a:lnTo>
                    <a:pt x="3636" y="1142"/>
                  </a:lnTo>
                  <a:cubicBezTo>
                    <a:pt x="3676" y="1137"/>
                    <a:pt x="3715" y="1134"/>
                    <a:pt x="3754" y="1134"/>
                  </a:cubicBezTo>
                  <a:close/>
                  <a:moveTo>
                    <a:pt x="3955" y="1"/>
                  </a:moveTo>
                  <a:cubicBezTo>
                    <a:pt x="3905" y="1"/>
                    <a:pt x="3854" y="3"/>
                    <a:pt x="3803" y="8"/>
                  </a:cubicBezTo>
                  <a:lnTo>
                    <a:pt x="3603" y="41"/>
                  </a:lnTo>
                  <a:cubicBezTo>
                    <a:pt x="3436" y="75"/>
                    <a:pt x="3269" y="108"/>
                    <a:pt x="3102" y="141"/>
                  </a:cubicBezTo>
                  <a:cubicBezTo>
                    <a:pt x="2435" y="341"/>
                    <a:pt x="1801" y="675"/>
                    <a:pt x="1301" y="1175"/>
                  </a:cubicBezTo>
                  <a:cubicBezTo>
                    <a:pt x="1268" y="1309"/>
                    <a:pt x="1234" y="1376"/>
                    <a:pt x="1201" y="1376"/>
                  </a:cubicBezTo>
                  <a:lnTo>
                    <a:pt x="1134" y="1442"/>
                  </a:lnTo>
                  <a:cubicBezTo>
                    <a:pt x="1101" y="1442"/>
                    <a:pt x="1068" y="1476"/>
                    <a:pt x="1068" y="1509"/>
                  </a:cubicBezTo>
                  <a:lnTo>
                    <a:pt x="1001" y="1576"/>
                  </a:lnTo>
                  <a:lnTo>
                    <a:pt x="934" y="1642"/>
                  </a:lnTo>
                  <a:cubicBezTo>
                    <a:pt x="901" y="1709"/>
                    <a:pt x="867" y="1742"/>
                    <a:pt x="834" y="1809"/>
                  </a:cubicBezTo>
                  <a:cubicBezTo>
                    <a:pt x="801" y="1843"/>
                    <a:pt x="767" y="1876"/>
                    <a:pt x="734" y="1943"/>
                  </a:cubicBezTo>
                  <a:cubicBezTo>
                    <a:pt x="701" y="1943"/>
                    <a:pt x="701" y="1976"/>
                    <a:pt x="701" y="2009"/>
                  </a:cubicBezTo>
                  <a:cubicBezTo>
                    <a:pt x="667" y="2076"/>
                    <a:pt x="601" y="2143"/>
                    <a:pt x="567" y="2209"/>
                  </a:cubicBezTo>
                  <a:cubicBezTo>
                    <a:pt x="501" y="2310"/>
                    <a:pt x="434" y="2443"/>
                    <a:pt x="400" y="2576"/>
                  </a:cubicBezTo>
                  <a:lnTo>
                    <a:pt x="134" y="3143"/>
                  </a:lnTo>
                  <a:cubicBezTo>
                    <a:pt x="67" y="3244"/>
                    <a:pt x="34" y="3344"/>
                    <a:pt x="34" y="3444"/>
                  </a:cubicBezTo>
                  <a:cubicBezTo>
                    <a:pt x="34" y="3477"/>
                    <a:pt x="34" y="3477"/>
                    <a:pt x="34" y="3510"/>
                  </a:cubicBezTo>
                  <a:lnTo>
                    <a:pt x="34" y="3544"/>
                  </a:lnTo>
                  <a:cubicBezTo>
                    <a:pt x="0" y="3577"/>
                    <a:pt x="0" y="3577"/>
                    <a:pt x="34" y="3610"/>
                  </a:cubicBezTo>
                  <a:cubicBezTo>
                    <a:pt x="34" y="3610"/>
                    <a:pt x="34" y="3644"/>
                    <a:pt x="34" y="3677"/>
                  </a:cubicBezTo>
                  <a:cubicBezTo>
                    <a:pt x="34" y="3677"/>
                    <a:pt x="34" y="3677"/>
                    <a:pt x="34" y="3711"/>
                  </a:cubicBezTo>
                  <a:cubicBezTo>
                    <a:pt x="34" y="3744"/>
                    <a:pt x="34" y="3777"/>
                    <a:pt x="34" y="3811"/>
                  </a:cubicBezTo>
                  <a:cubicBezTo>
                    <a:pt x="34" y="3844"/>
                    <a:pt x="34" y="3911"/>
                    <a:pt x="34" y="3977"/>
                  </a:cubicBezTo>
                  <a:cubicBezTo>
                    <a:pt x="0" y="4011"/>
                    <a:pt x="0" y="4044"/>
                    <a:pt x="34" y="4077"/>
                  </a:cubicBezTo>
                  <a:cubicBezTo>
                    <a:pt x="34" y="4111"/>
                    <a:pt x="34" y="4144"/>
                    <a:pt x="34" y="4211"/>
                  </a:cubicBezTo>
                  <a:cubicBezTo>
                    <a:pt x="34" y="4211"/>
                    <a:pt x="34" y="4244"/>
                    <a:pt x="67" y="4278"/>
                  </a:cubicBezTo>
                  <a:cubicBezTo>
                    <a:pt x="67" y="4278"/>
                    <a:pt x="67" y="4278"/>
                    <a:pt x="67" y="4311"/>
                  </a:cubicBezTo>
                  <a:cubicBezTo>
                    <a:pt x="67" y="4344"/>
                    <a:pt x="100" y="4411"/>
                    <a:pt x="134" y="4444"/>
                  </a:cubicBezTo>
                  <a:cubicBezTo>
                    <a:pt x="167" y="4578"/>
                    <a:pt x="234" y="4678"/>
                    <a:pt x="300" y="4778"/>
                  </a:cubicBezTo>
                  <a:cubicBezTo>
                    <a:pt x="334" y="4845"/>
                    <a:pt x="367" y="4878"/>
                    <a:pt x="434" y="4945"/>
                  </a:cubicBezTo>
                  <a:cubicBezTo>
                    <a:pt x="434" y="4945"/>
                    <a:pt x="467" y="4978"/>
                    <a:pt x="501" y="5011"/>
                  </a:cubicBezTo>
                  <a:lnTo>
                    <a:pt x="567" y="5045"/>
                  </a:lnTo>
                  <a:cubicBezTo>
                    <a:pt x="567" y="5078"/>
                    <a:pt x="567" y="5078"/>
                    <a:pt x="601" y="5078"/>
                  </a:cubicBezTo>
                  <a:lnTo>
                    <a:pt x="634" y="5145"/>
                  </a:lnTo>
                  <a:cubicBezTo>
                    <a:pt x="667" y="5145"/>
                    <a:pt x="701" y="5145"/>
                    <a:pt x="701" y="5178"/>
                  </a:cubicBezTo>
                  <a:cubicBezTo>
                    <a:pt x="767" y="5212"/>
                    <a:pt x="834" y="5245"/>
                    <a:pt x="867" y="5278"/>
                  </a:cubicBezTo>
                  <a:lnTo>
                    <a:pt x="1001" y="5345"/>
                  </a:lnTo>
                  <a:lnTo>
                    <a:pt x="1034" y="5345"/>
                  </a:lnTo>
                  <a:lnTo>
                    <a:pt x="1201" y="5378"/>
                  </a:lnTo>
                  <a:cubicBezTo>
                    <a:pt x="1234" y="5378"/>
                    <a:pt x="1268" y="5378"/>
                    <a:pt x="1301" y="5412"/>
                  </a:cubicBezTo>
                  <a:lnTo>
                    <a:pt x="1768" y="5412"/>
                  </a:lnTo>
                  <a:cubicBezTo>
                    <a:pt x="2769" y="5278"/>
                    <a:pt x="3669" y="4845"/>
                    <a:pt x="4370" y="4144"/>
                  </a:cubicBezTo>
                  <a:cubicBezTo>
                    <a:pt x="4704" y="3777"/>
                    <a:pt x="5004" y="3377"/>
                    <a:pt x="5204" y="2943"/>
                  </a:cubicBezTo>
                  <a:lnTo>
                    <a:pt x="5404" y="2476"/>
                  </a:lnTo>
                  <a:lnTo>
                    <a:pt x="5471" y="2343"/>
                  </a:lnTo>
                  <a:cubicBezTo>
                    <a:pt x="5537" y="2243"/>
                    <a:pt x="5571" y="2109"/>
                    <a:pt x="5604" y="1976"/>
                  </a:cubicBezTo>
                  <a:cubicBezTo>
                    <a:pt x="5763" y="928"/>
                    <a:pt x="4954" y="1"/>
                    <a:pt x="39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>
              <a:off x="7772625" y="1940500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0" y="1"/>
                  </a:moveTo>
                  <a:lnTo>
                    <a:pt x="33" y="34"/>
                  </a:lnTo>
                  <a:lnTo>
                    <a:pt x="33" y="34"/>
                  </a:ln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7"/>
            <p:cNvSpPr/>
            <p:nvPr/>
          </p:nvSpPr>
          <p:spPr>
            <a:xfrm>
              <a:off x="7746775" y="1922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7674200" y="1955525"/>
              <a:ext cx="61750" cy="60075"/>
            </a:xfrm>
            <a:custGeom>
              <a:avLst/>
              <a:gdLst/>
              <a:ahLst/>
              <a:cxnLst/>
              <a:rect l="l" t="t" r="r" b="b"/>
              <a:pathLst>
                <a:path w="2470" h="2403" extrusionOk="0">
                  <a:moveTo>
                    <a:pt x="2136" y="0"/>
                  </a:moveTo>
                  <a:lnTo>
                    <a:pt x="1" y="2068"/>
                  </a:lnTo>
                  <a:lnTo>
                    <a:pt x="301" y="2402"/>
                  </a:lnTo>
                  <a:lnTo>
                    <a:pt x="2469" y="334"/>
                  </a:lnTo>
                  <a:lnTo>
                    <a:pt x="21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>
              <a:off x="7727575" y="1945525"/>
              <a:ext cx="70925" cy="21700"/>
            </a:xfrm>
            <a:custGeom>
              <a:avLst/>
              <a:gdLst/>
              <a:ahLst/>
              <a:cxnLst/>
              <a:rect l="l" t="t" r="r" b="b"/>
              <a:pathLst>
                <a:path w="2837" h="868" extrusionOk="0">
                  <a:moveTo>
                    <a:pt x="2836" y="0"/>
                  </a:moveTo>
                  <a:lnTo>
                    <a:pt x="1969" y="133"/>
                  </a:lnTo>
                  <a:lnTo>
                    <a:pt x="1769" y="133"/>
                  </a:lnTo>
                  <a:lnTo>
                    <a:pt x="334" y="367"/>
                  </a:lnTo>
                  <a:lnTo>
                    <a:pt x="1" y="400"/>
                  </a:lnTo>
                  <a:lnTo>
                    <a:pt x="34" y="667"/>
                  </a:lnTo>
                  <a:lnTo>
                    <a:pt x="68" y="867"/>
                  </a:lnTo>
                  <a:lnTo>
                    <a:pt x="201" y="834"/>
                  </a:lnTo>
                  <a:lnTo>
                    <a:pt x="1535" y="634"/>
                  </a:lnTo>
                  <a:lnTo>
                    <a:pt x="2036" y="567"/>
                  </a:lnTo>
                  <a:lnTo>
                    <a:pt x="2636" y="467"/>
                  </a:lnTo>
                  <a:lnTo>
                    <a:pt x="2703" y="367"/>
                  </a:lnTo>
                  <a:cubicBezTo>
                    <a:pt x="2769" y="234"/>
                    <a:pt x="2803" y="10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>
              <a:off x="7723425" y="1897150"/>
              <a:ext cx="25025" cy="65900"/>
            </a:xfrm>
            <a:custGeom>
              <a:avLst/>
              <a:gdLst/>
              <a:ahLst/>
              <a:cxnLst/>
              <a:rect l="l" t="t" r="r" b="b"/>
              <a:pathLst>
                <a:path w="1001" h="2636" extrusionOk="0">
                  <a:moveTo>
                    <a:pt x="1001" y="0"/>
                  </a:moveTo>
                  <a:lnTo>
                    <a:pt x="500" y="100"/>
                  </a:lnTo>
                  <a:lnTo>
                    <a:pt x="334" y="968"/>
                  </a:lnTo>
                  <a:lnTo>
                    <a:pt x="300" y="1168"/>
                  </a:lnTo>
                  <a:lnTo>
                    <a:pt x="0" y="2502"/>
                  </a:lnTo>
                  <a:lnTo>
                    <a:pt x="0" y="2535"/>
                  </a:lnTo>
                  <a:lnTo>
                    <a:pt x="200" y="2602"/>
                  </a:lnTo>
                  <a:lnTo>
                    <a:pt x="467" y="2636"/>
                  </a:lnTo>
                  <a:lnTo>
                    <a:pt x="534" y="2302"/>
                  </a:lnTo>
                  <a:lnTo>
                    <a:pt x="801" y="1001"/>
                  </a:lnTo>
                  <a:lnTo>
                    <a:pt x="801" y="968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>
              <a:off x="7635025" y="1755575"/>
              <a:ext cx="144275" cy="134100"/>
            </a:xfrm>
            <a:custGeom>
              <a:avLst/>
              <a:gdLst/>
              <a:ahLst/>
              <a:cxnLst/>
              <a:rect l="l" t="t" r="r" b="b"/>
              <a:pathLst>
                <a:path w="5771" h="5364" extrusionOk="0">
                  <a:moveTo>
                    <a:pt x="5504" y="726"/>
                  </a:moveTo>
                  <a:cubicBezTo>
                    <a:pt x="5504" y="726"/>
                    <a:pt x="5504" y="760"/>
                    <a:pt x="5537" y="760"/>
                  </a:cubicBezTo>
                  <a:lnTo>
                    <a:pt x="5504" y="726"/>
                  </a:lnTo>
                  <a:close/>
                  <a:moveTo>
                    <a:pt x="4153" y="1"/>
                  </a:moveTo>
                  <a:cubicBezTo>
                    <a:pt x="4078" y="1"/>
                    <a:pt x="4003" y="9"/>
                    <a:pt x="3936" y="26"/>
                  </a:cubicBezTo>
                  <a:cubicBezTo>
                    <a:pt x="3069" y="93"/>
                    <a:pt x="2268" y="426"/>
                    <a:pt x="1601" y="960"/>
                  </a:cubicBezTo>
                  <a:lnTo>
                    <a:pt x="1535" y="893"/>
                  </a:lnTo>
                  <a:lnTo>
                    <a:pt x="1435" y="1093"/>
                  </a:lnTo>
                  <a:cubicBezTo>
                    <a:pt x="1368" y="1127"/>
                    <a:pt x="1334" y="1160"/>
                    <a:pt x="1268" y="1227"/>
                  </a:cubicBezTo>
                  <a:cubicBezTo>
                    <a:pt x="934" y="1560"/>
                    <a:pt x="634" y="1994"/>
                    <a:pt x="434" y="2461"/>
                  </a:cubicBezTo>
                  <a:lnTo>
                    <a:pt x="167" y="3028"/>
                  </a:lnTo>
                  <a:cubicBezTo>
                    <a:pt x="167" y="3028"/>
                    <a:pt x="167" y="3061"/>
                    <a:pt x="167" y="3061"/>
                  </a:cubicBezTo>
                  <a:cubicBezTo>
                    <a:pt x="167" y="3095"/>
                    <a:pt x="167" y="3128"/>
                    <a:pt x="134" y="3128"/>
                  </a:cubicBezTo>
                  <a:lnTo>
                    <a:pt x="134" y="3195"/>
                  </a:lnTo>
                  <a:lnTo>
                    <a:pt x="100" y="3328"/>
                  </a:lnTo>
                  <a:cubicBezTo>
                    <a:pt x="0" y="3795"/>
                    <a:pt x="100" y="4296"/>
                    <a:pt x="367" y="4663"/>
                  </a:cubicBezTo>
                  <a:cubicBezTo>
                    <a:pt x="501" y="4863"/>
                    <a:pt x="667" y="4996"/>
                    <a:pt x="867" y="5096"/>
                  </a:cubicBezTo>
                  <a:cubicBezTo>
                    <a:pt x="901" y="5163"/>
                    <a:pt x="968" y="5196"/>
                    <a:pt x="1034" y="5196"/>
                  </a:cubicBezTo>
                  <a:cubicBezTo>
                    <a:pt x="1134" y="5263"/>
                    <a:pt x="1234" y="5296"/>
                    <a:pt x="1368" y="5330"/>
                  </a:cubicBezTo>
                  <a:cubicBezTo>
                    <a:pt x="1435" y="5330"/>
                    <a:pt x="1501" y="5330"/>
                    <a:pt x="1568" y="5363"/>
                  </a:cubicBezTo>
                  <a:lnTo>
                    <a:pt x="1902" y="5363"/>
                  </a:lnTo>
                  <a:cubicBezTo>
                    <a:pt x="2068" y="5330"/>
                    <a:pt x="2202" y="5296"/>
                    <a:pt x="2369" y="5263"/>
                  </a:cubicBezTo>
                  <a:cubicBezTo>
                    <a:pt x="3236" y="5063"/>
                    <a:pt x="4003" y="4629"/>
                    <a:pt x="4603" y="3962"/>
                  </a:cubicBezTo>
                  <a:lnTo>
                    <a:pt x="4637" y="3929"/>
                  </a:lnTo>
                  <a:cubicBezTo>
                    <a:pt x="4737" y="3795"/>
                    <a:pt x="4870" y="3662"/>
                    <a:pt x="4970" y="3528"/>
                  </a:cubicBezTo>
                  <a:lnTo>
                    <a:pt x="5304" y="3095"/>
                  </a:lnTo>
                  <a:lnTo>
                    <a:pt x="5237" y="3061"/>
                  </a:lnTo>
                  <a:lnTo>
                    <a:pt x="5271" y="2995"/>
                  </a:lnTo>
                  <a:cubicBezTo>
                    <a:pt x="5304" y="2961"/>
                    <a:pt x="5304" y="2928"/>
                    <a:pt x="5337" y="2895"/>
                  </a:cubicBezTo>
                  <a:lnTo>
                    <a:pt x="5604" y="2294"/>
                  </a:lnTo>
                  <a:cubicBezTo>
                    <a:pt x="5704" y="2027"/>
                    <a:pt x="5771" y="1761"/>
                    <a:pt x="5738" y="1460"/>
                  </a:cubicBezTo>
                  <a:cubicBezTo>
                    <a:pt x="5738" y="1394"/>
                    <a:pt x="5738" y="1327"/>
                    <a:pt x="5704" y="1260"/>
                  </a:cubicBezTo>
                  <a:cubicBezTo>
                    <a:pt x="5704" y="1227"/>
                    <a:pt x="5704" y="1227"/>
                    <a:pt x="5704" y="1193"/>
                  </a:cubicBezTo>
                  <a:cubicBezTo>
                    <a:pt x="5704" y="1160"/>
                    <a:pt x="5704" y="1127"/>
                    <a:pt x="5671" y="1093"/>
                  </a:cubicBezTo>
                  <a:cubicBezTo>
                    <a:pt x="5638" y="960"/>
                    <a:pt x="5571" y="860"/>
                    <a:pt x="5537" y="760"/>
                  </a:cubicBezTo>
                  <a:cubicBezTo>
                    <a:pt x="5537" y="927"/>
                    <a:pt x="5504" y="1060"/>
                    <a:pt x="5437" y="1193"/>
                  </a:cubicBezTo>
                  <a:lnTo>
                    <a:pt x="5237" y="1660"/>
                  </a:lnTo>
                  <a:cubicBezTo>
                    <a:pt x="4804" y="2594"/>
                    <a:pt x="3903" y="3262"/>
                    <a:pt x="2869" y="3362"/>
                  </a:cubicBezTo>
                  <a:lnTo>
                    <a:pt x="2602" y="3362"/>
                  </a:lnTo>
                  <a:cubicBezTo>
                    <a:pt x="2369" y="3328"/>
                    <a:pt x="2202" y="3195"/>
                    <a:pt x="2068" y="2995"/>
                  </a:cubicBezTo>
                  <a:cubicBezTo>
                    <a:pt x="2035" y="2961"/>
                    <a:pt x="2002" y="2895"/>
                    <a:pt x="2002" y="2861"/>
                  </a:cubicBezTo>
                  <a:cubicBezTo>
                    <a:pt x="1902" y="2695"/>
                    <a:pt x="1902" y="2494"/>
                    <a:pt x="1968" y="2294"/>
                  </a:cubicBezTo>
                  <a:cubicBezTo>
                    <a:pt x="1968" y="2261"/>
                    <a:pt x="1968" y="2228"/>
                    <a:pt x="2002" y="2194"/>
                  </a:cubicBezTo>
                  <a:lnTo>
                    <a:pt x="2202" y="1727"/>
                  </a:lnTo>
                  <a:cubicBezTo>
                    <a:pt x="2268" y="1594"/>
                    <a:pt x="2335" y="1494"/>
                    <a:pt x="2402" y="1394"/>
                  </a:cubicBezTo>
                  <a:cubicBezTo>
                    <a:pt x="2836" y="660"/>
                    <a:pt x="3603" y="159"/>
                    <a:pt x="4470" y="26"/>
                  </a:cubicBezTo>
                  <a:lnTo>
                    <a:pt x="4370" y="26"/>
                  </a:lnTo>
                  <a:cubicBezTo>
                    <a:pt x="4303" y="9"/>
                    <a:pt x="4228" y="1"/>
                    <a:pt x="4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>
              <a:off x="7746775" y="1757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>
              <a:off x="7658375" y="1728550"/>
              <a:ext cx="148825" cy="135050"/>
            </a:xfrm>
            <a:custGeom>
              <a:avLst/>
              <a:gdLst/>
              <a:ahLst/>
              <a:cxnLst/>
              <a:rect l="l" t="t" r="r" b="b"/>
              <a:pathLst>
                <a:path w="5953" h="5402" extrusionOk="0">
                  <a:moveTo>
                    <a:pt x="3754" y="1132"/>
                  </a:moveTo>
                  <a:cubicBezTo>
                    <a:pt x="4203" y="1132"/>
                    <a:pt x="4570" y="1478"/>
                    <a:pt x="4570" y="1908"/>
                  </a:cubicBezTo>
                  <a:cubicBezTo>
                    <a:pt x="4603" y="2041"/>
                    <a:pt x="4570" y="2141"/>
                    <a:pt x="4537" y="2241"/>
                  </a:cubicBezTo>
                  <a:cubicBezTo>
                    <a:pt x="4537" y="2274"/>
                    <a:pt x="4503" y="2308"/>
                    <a:pt x="4503" y="2341"/>
                  </a:cubicBezTo>
                  <a:lnTo>
                    <a:pt x="4303" y="2741"/>
                  </a:lnTo>
                  <a:lnTo>
                    <a:pt x="4303" y="2808"/>
                  </a:lnTo>
                  <a:cubicBezTo>
                    <a:pt x="3870" y="3742"/>
                    <a:pt x="2969" y="4409"/>
                    <a:pt x="1935" y="4509"/>
                  </a:cubicBezTo>
                  <a:lnTo>
                    <a:pt x="1668" y="4509"/>
                  </a:lnTo>
                  <a:cubicBezTo>
                    <a:pt x="1568" y="4476"/>
                    <a:pt x="1501" y="4476"/>
                    <a:pt x="1435" y="4443"/>
                  </a:cubicBezTo>
                  <a:cubicBezTo>
                    <a:pt x="1301" y="4376"/>
                    <a:pt x="1201" y="4276"/>
                    <a:pt x="1134" y="4142"/>
                  </a:cubicBezTo>
                  <a:lnTo>
                    <a:pt x="1134" y="4109"/>
                  </a:lnTo>
                  <a:cubicBezTo>
                    <a:pt x="1101" y="4076"/>
                    <a:pt x="1068" y="4042"/>
                    <a:pt x="1068" y="4009"/>
                  </a:cubicBezTo>
                  <a:cubicBezTo>
                    <a:pt x="1001" y="3842"/>
                    <a:pt x="968" y="3642"/>
                    <a:pt x="1034" y="3442"/>
                  </a:cubicBezTo>
                  <a:cubicBezTo>
                    <a:pt x="1034" y="3409"/>
                    <a:pt x="1068" y="3375"/>
                    <a:pt x="1068" y="3342"/>
                  </a:cubicBezTo>
                  <a:lnTo>
                    <a:pt x="1301" y="2875"/>
                  </a:lnTo>
                  <a:cubicBezTo>
                    <a:pt x="1334" y="2741"/>
                    <a:pt x="1401" y="2641"/>
                    <a:pt x="1468" y="2541"/>
                  </a:cubicBezTo>
                  <a:cubicBezTo>
                    <a:pt x="1801" y="2008"/>
                    <a:pt x="2302" y="1574"/>
                    <a:pt x="2902" y="1340"/>
                  </a:cubicBezTo>
                  <a:cubicBezTo>
                    <a:pt x="3069" y="1274"/>
                    <a:pt x="3236" y="1240"/>
                    <a:pt x="3403" y="1207"/>
                  </a:cubicBezTo>
                  <a:lnTo>
                    <a:pt x="3536" y="1174"/>
                  </a:lnTo>
                  <a:lnTo>
                    <a:pt x="3536" y="1140"/>
                  </a:lnTo>
                  <a:lnTo>
                    <a:pt x="3636" y="1140"/>
                  </a:lnTo>
                  <a:cubicBezTo>
                    <a:pt x="3676" y="1135"/>
                    <a:pt x="3715" y="1132"/>
                    <a:pt x="3754" y="1132"/>
                  </a:cubicBezTo>
                  <a:close/>
                  <a:moveTo>
                    <a:pt x="3943" y="1"/>
                  </a:moveTo>
                  <a:cubicBezTo>
                    <a:pt x="3897" y="1"/>
                    <a:pt x="3850" y="2"/>
                    <a:pt x="3803" y="6"/>
                  </a:cubicBezTo>
                  <a:lnTo>
                    <a:pt x="3603" y="40"/>
                  </a:lnTo>
                  <a:cubicBezTo>
                    <a:pt x="3436" y="73"/>
                    <a:pt x="3269" y="106"/>
                    <a:pt x="3102" y="140"/>
                  </a:cubicBezTo>
                  <a:cubicBezTo>
                    <a:pt x="2435" y="340"/>
                    <a:pt x="1835" y="673"/>
                    <a:pt x="1301" y="1174"/>
                  </a:cubicBezTo>
                  <a:cubicBezTo>
                    <a:pt x="1268" y="1307"/>
                    <a:pt x="1234" y="1340"/>
                    <a:pt x="1201" y="1407"/>
                  </a:cubicBezTo>
                  <a:lnTo>
                    <a:pt x="1134" y="1441"/>
                  </a:lnTo>
                  <a:cubicBezTo>
                    <a:pt x="1101" y="1474"/>
                    <a:pt x="1068" y="1507"/>
                    <a:pt x="1068" y="1541"/>
                  </a:cubicBezTo>
                  <a:lnTo>
                    <a:pt x="1001" y="1574"/>
                  </a:lnTo>
                  <a:lnTo>
                    <a:pt x="934" y="1674"/>
                  </a:lnTo>
                  <a:lnTo>
                    <a:pt x="834" y="1807"/>
                  </a:lnTo>
                  <a:cubicBezTo>
                    <a:pt x="801" y="1841"/>
                    <a:pt x="767" y="1908"/>
                    <a:pt x="734" y="1941"/>
                  </a:cubicBezTo>
                  <a:cubicBezTo>
                    <a:pt x="701" y="1974"/>
                    <a:pt x="701" y="1974"/>
                    <a:pt x="701" y="2008"/>
                  </a:cubicBezTo>
                  <a:cubicBezTo>
                    <a:pt x="667" y="2074"/>
                    <a:pt x="601" y="2141"/>
                    <a:pt x="567" y="2208"/>
                  </a:cubicBezTo>
                  <a:cubicBezTo>
                    <a:pt x="501" y="2308"/>
                    <a:pt x="434" y="2441"/>
                    <a:pt x="400" y="2575"/>
                  </a:cubicBezTo>
                  <a:lnTo>
                    <a:pt x="134" y="3142"/>
                  </a:lnTo>
                  <a:cubicBezTo>
                    <a:pt x="67" y="3242"/>
                    <a:pt x="34" y="3342"/>
                    <a:pt x="34" y="3442"/>
                  </a:cubicBezTo>
                  <a:cubicBezTo>
                    <a:pt x="34" y="3475"/>
                    <a:pt x="34" y="3475"/>
                    <a:pt x="34" y="3509"/>
                  </a:cubicBezTo>
                  <a:lnTo>
                    <a:pt x="34" y="3542"/>
                  </a:lnTo>
                  <a:cubicBezTo>
                    <a:pt x="0" y="3575"/>
                    <a:pt x="0" y="3575"/>
                    <a:pt x="34" y="3609"/>
                  </a:cubicBezTo>
                  <a:cubicBezTo>
                    <a:pt x="34" y="3609"/>
                    <a:pt x="34" y="3642"/>
                    <a:pt x="34" y="3675"/>
                  </a:cubicBezTo>
                  <a:cubicBezTo>
                    <a:pt x="34" y="3675"/>
                    <a:pt x="34" y="3675"/>
                    <a:pt x="34" y="3709"/>
                  </a:cubicBezTo>
                  <a:cubicBezTo>
                    <a:pt x="34" y="3742"/>
                    <a:pt x="34" y="3776"/>
                    <a:pt x="34" y="3809"/>
                  </a:cubicBezTo>
                  <a:cubicBezTo>
                    <a:pt x="34" y="3876"/>
                    <a:pt x="34" y="3909"/>
                    <a:pt x="34" y="3976"/>
                  </a:cubicBezTo>
                  <a:cubicBezTo>
                    <a:pt x="0" y="4009"/>
                    <a:pt x="0" y="4042"/>
                    <a:pt x="34" y="4076"/>
                  </a:cubicBezTo>
                  <a:cubicBezTo>
                    <a:pt x="34" y="4109"/>
                    <a:pt x="34" y="4142"/>
                    <a:pt x="34" y="4209"/>
                  </a:cubicBezTo>
                  <a:cubicBezTo>
                    <a:pt x="34" y="4209"/>
                    <a:pt x="34" y="4243"/>
                    <a:pt x="67" y="4276"/>
                  </a:cubicBezTo>
                  <a:cubicBezTo>
                    <a:pt x="67" y="4276"/>
                    <a:pt x="67" y="4276"/>
                    <a:pt x="67" y="4309"/>
                  </a:cubicBezTo>
                  <a:cubicBezTo>
                    <a:pt x="67" y="4343"/>
                    <a:pt x="100" y="4409"/>
                    <a:pt x="134" y="4443"/>
                  </a:cubicBezTo>
                  <a:cubicBezTo>
                    <a:pt x="167" y="4576"/>
                    <a:pt x="234" y="4676"/>
                    <a:pt x="300" y="4776"/>
                  </a:cubicBezTo>
                  <a:lnTo>
                    <a:pt x="434" y="4943"/>
                  </a:lnTo>
                  <a:lnTo>
                    <a:pt x="501" y="5010"/>
                  </a:lnTo>
                  <a:lnTo>
                    <a:pt x="567" y="5043"/>
                  </a:lnTo>
                  <a:lnTo>
                    <a:pt x="601" y="5076"/>
                  </a:lnTo>
                  <a:lnTo>
                    <a:pt x="634" y="5143"/>
                  </a:lnTo>
                  <a:cubicBezTo>
                    <a:pt x="667" y="5143"/>
                    <a:pt x="701" y="5143"/>
                    <a:pt x="701" y="5177"/>
                  </a:cubicBezTo>
                  <a:cubicBezTo>
                    <a:pt x="767" y="5210"/>
                    <a:pt x="834" y="5243"/>
                    <a:pt x="867" y="5277"/>
                  </a:cubicBezTo>
                  <a:cubicBezTo>
                    <a:pt x="901" y="5310"/>
                    <a:pt x="968" y="5310"/>
                    <a:pt x="1001" y="5310"/>
                  </a:cubicBezTo>
                  <a:lnTo>
                    <a:pt x="1034" y="5310"/>
                  </a:lnTo>
                  <a:cubicBezTo>
                    <a:pt x="1101" y="5343"/>
                    <a:pt x="1134" y="5343"/>
                    <a:pt x="1201" y="5377"/>
                  </a:cubicBezTo>
                  <a:lnTo>
                    <a:pt x="1435" y="5377"/>
                  </a:lnTo>
                  <a:cubicBezTo>
                    <a:pt x="1485" y="5393"/>
                    <a:pt x="1543" y="5402"/>
                    <a:pt x="1601" y="5402"/>
                  </a:cubicBezTo>
                  <a:cubicBezTo>
                    <a:pt x="1660" y="5402"/>
                    <a:pt x="1718" y="5393"/>
                    <a:pt x="1768" y="5377"/>
                  </a:cubicBezTo>
                  <a:cubicBezTo>
                    <a:pt x="2769" y="5277"/>
                    <a:pt x="3669" y="4843"/>
                    <a:pt x="4370" y="4142"/>
                  </a:cubicBezTo>
                  <a:cubicBezTo>
                    <a:pt x="4704" y="3776"/>
                    <a:pt x="5004" y="3375"/>
                    <a:pt x="5204" y="2942"/>
                  </a:cubicBezTo>
                  <a:lnTo>
                    <a:pt x="5404" y="2475"/>
                  </a:lnTo>
                  <a:lnTo>
                    <a:pt x="5471" y="2341"/>
                  </a:lnTo>
                  <a:cubicBezTo>
                    <a:pt x="5952" y="1217"/>
                    <a:pt x="5136" y="1"/>
                    <a:pt x="39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>
              <a:off x="7772625" y="1775400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0" y="0"/>
                  </a:moveTo>
                  <a:cubicBezTo>
                    <a:pt x="0" y="0"/>
                    <a:pt x="0" y="34"/>
                    <a:pt x="33" y="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>
              <a:off x="7746775" y="1757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>
              <a:off x="7674200" y="1790400"/>
              <a:ext cx="61750" cy="60075"/>
            </a:xfrm>
            <a:custGeom>
              <a:avLst/>
              <a:gdLst/>
              <a:ahLst/>
              <a:cxnLst/>
              <a:rect l="l" t="t" r="r" b="b"/>
              <a:pathLst>
                <a:path w="2470" h="2403" extrusionOk="0">
                  <a:moveTo>
                    <a:pt x="2136" y="1"/>
                  </a:moveTo>
                  <a:lnTo>
                    <a:pt x="1" y="2069"/>
                  </a:lnTo>
                  <a:lnTo>
                    <a:pt x="301" y="2402"/>
                  </a:lnTo>
                  <a:lnTo>
                    <a:pt x="2469" y="368"/>
                  </a:lnTo>
                  <a:lnTo>
                    <a:pt x="21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>
              <a:off x="7727575" y="1780400"/>
              <a:ext cx="70925" cy="22525"/>
            </a:xfrm>
            <a:custGeom>
              <a:avLst/>
              <a:gdLst/>
              <a:ahLst/>
              <a:cxnLst/>
              <a:rect l="l" t="t" r="r" b="b"/>
              <a:pathLst>
                <a:path w="2837" h="901" extrusionOk="0">
                  <a:moveTo>
                    <a:pt x="2836" y="0"/>
                  </a:moveTo>
                  <a:lnTo>
                    <a:pt x="1969" y="134"/>
                  </a:lnTo>
                  <a:lnTo>
                    <a:pt x="1769" y="167"/>
                  </a:lnTo>
                  <a:lnTo>
                    <a:pt x="334" y="367"/>
                  </a:lnTo>
                  <a:lnTo>
                    <a:pt x="1" y="434"/>
                  </a:lnTo>
                  <a:lnTo>
                    <a:pt x="34" y="667"/>
                  </a:lnTo>
                  <a:lnTo>
                    <a:pt x="68" y="901"/>
                  </a:lnTo>
                  <a:lnTo>
                    <a:pt x="201" y="868"/>
                  </a:lnTo>
                  <a:lnTo>
                    <a:pt x="1535" y="667"/>
                  </a:lnTo>
                  <a:lnTo>
                    <a:pt x="2036" y="601"/>
                  </a:lnTo>
                  <a:lnTo>
                    <a:pt x="2636" y="501"/>
                  </a:lnTo>
                  <a:lnTo>
                    <a:pt x="2703" y="401"/>
                  </a:lnTo>
                  <a:cubicBezTo>
                    <a:pt x="2769" y="267"/>
                    <a:pt x="2803" y="134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7"/>
            <p:cNvSpPr/>
            <p:nvPr/>
          </p:nvSpPr>
          <p:spPr>
            <a:xfrm>
              <a:off x="7723425" y="1732025"/>
              <a:ext cx="25025" cy="66750"/>
            </a:xfrm>
            <a:custGeom>
              <a:avLst/>
              <a:gdLst/>
              <a:ahLst/>
              <a:cxnLst/>
              <a:rect l="l" t="t" r="r" b="b"/>
              <a:pathLst>
                <a:path w="1001" h="2670" extrusionOk="0">
                  <a:moveTo>
                    <a:pt x="1001" y="1"/>
                  </a:moveTo>
                  <a:lnTo>
                    <a:pt x="500" y="101"/>
                  </a:lnTo>
                  <a:lnTo>
                    <a:pt x="334" y="968"/>
                  </a:lnTo>
                  <a:lnTo>
                    <a:pt x="300" y="1168"/>
                  </a:lnTo>
                  <a:lnTo>
                    <a:pt x="0" y="2502"/>
                  </a:lnTo>
                  <a:lnTo>
                    <a:pt x="0" y="2569"/>
                  </a:lnTo>
                  <a:lnTo>
                    <a:pt x="200" y="2602"/>
                  </a:lnTo>
                  <a:lnTo>
                    <a:pt x="467" y="2669"/>
                  </a:lnTo>
                  <a:lnTo>
                    <a:pt x="467" y="2636"/>
                  </a:lnTo>
                  <a:lnTo>
                    <a:pt x="534" y="2302"/>
                  </a:lnTo>
                  <a:lnTo>
                    <a:pt x="801" y="1035"/>
                  </a:lnTo>
                  <a:lnTo>
                    <a:pt x="801" y="968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7"/>
            <p:cNvSpPr/>
            <p:nvPr/>
          </p:nvSpPr>
          <p:spPr>
            <a:xfrm>
              <a:off x="7636675" y="1591100"/>
              <a:ext cx="142625" cy="133450"/>
            </a:xfrm>
            <a:custGeom>
              <a:avLst/>
              <a:gdLst/>
              <a:ahLst/>
              <a:cxnLst/>
              <a:rect l="l" t="t" r="r" b="b"/>
              <a:pathLst>
                <a:path w="5705" h="5338" extrusionOk="0">
                  <a:moveTo>
                    <a:pt x="3870" y="0"/>
                  </a:moveTo>
                  <a:cubicBezTo>
                    <a:pt x="3003" y="67"/>
                    <a:pt x="2202" y="401"/>
                    <a:pt x="1535" y="934"/>
                  </a:cubicBezTo>
                  <a:lnTo>
                    <a:pt x="1469" y="901"/>
                  </a:lnTo>
                  <a:lnTo>
                    <a:pt x="1369" y="1068"/>
                  </a:lnTo>
                  <a:lnTo>
                    <a:pt x="1202" y="1201"/>
                  </a:lnTo>
                  <a:cubicBezTo>
                    <a:pt x="868" y="1568"/>
                    <a:pt x="601" y="1968"/>
                    <a:pt x="368" y="2435"/>
                  </a:cubicBezTo>
                  <a:lnTo>
                    <a:pt x="101" y="3002"/>
                  </a:lnTo>
                  <a:cubicBezTo>
                    <a:pt x="101" y="3002"/>
                    <a:pt x="101" y="3036"/>
                    <a:pt x="101" y="3036"/>
                  </a:cubicBezTo>
                  <a:cubicBezTo>
                    <a:pt x="101" y="3069"/>
                    <a:pt x="101" y="3102"/>
                    <a:pt x="68" y="3136"/>
                  </a:cubicBezTo>
                  <a:lnTo>
                    <a:pt x="68" y="3169"/>
                  </a:lnTo>
                  <a:lnTo>
                    <a:pt x="68" y="3203"/>
                  </a:lnTo>
                  <a:lnTo>
                    <a:pt x="34" y="3303"/>
                  </a:lnTo>
                  <a:cubicBezTo>
                    <a:pt x="1" y="3569"/>
                    <a:pt x="1" y="3836"/>
                    <a:pt x="34" y="4070"/>
                  </a:cubicBezTo>
                  <a:cubicBezTo>
                    <a:pt x="101" y="4303"/>
                    <a:pt x="201" y="4470"/>
                    <a:pt x="301" y="4637"/>
                  </a:cubicBezTo>
                  <a:cubicBezTo>
                    <a:pt x="435" y="4837"/>
                    <a:pt x="601" y="4970"/>
                    <a:pt x="801" y="5104"/>
                  </a:cubicBezTo>
                  <a:cubicBezTo>
                    <a:pt x="835" y="5137"/>
                    <a:pt x="902" y="5171"/>
                    <a:pt x="968" y="5204"/>
                  </a:cubicBezTo>
                  <a:cubicBezTo>
                    <a:pt x="1068" y="5237"/>
                    <a:pt x="1168" y="5271"/>
                    <a:pt x="1268" y="5304"/>
                  </a:cubicBezTo>
                  <a:cubicBezTo>
                    <a:pt x="1369" y="5304"/>
                    <a:pt x="1435" y="5337"/>
                    <a:pt x="1502" y="5337"/>
                  </a:cubicBezTo>
                  <a:lnTo>
                    <a:pt x="1836" y="5337"/>
                  </a:lnTo>
                  <a:cubicBezTo>
                    <a:pt x="2002" y="5337"/>
                    <a:pt x="2136" y="5304"/>
                    <a:pt x="2303" y="5271"/>
                  </a:cubicBezTo>
                  <a:cubicBezTo>
                    <a:pt x="3170" y="5071"/>
                    <a:pt x="3937" y="4604"/>
                    <a:pt x="4537" y="3970"/>
                  </a:cubicBezTo>
                  <a:lnTo>
                    <a:pt x="4571" y="3936"/>
                  </a:lnTo>
                  <a:cubicBezTo>
                    <a:pt x="4671" y="3803"/>
                    <a:pt x="4804" y="3670"/>
                    <a:pt x="4904" y="3503"/>
                  </a:cubicBezTo>
                  <a:lnTo>
                    <a:pt x="5238" y="3102"/>
                  </a:lnTo>
                  <a:lnTo>
                    <a:pt x="5171" y="3069"/>
                  </a:lnTo>
                  <a:cubicBezTo>
                    <a:pt x="5205" y="3036"/>
                    <a:pt x="5205" y="3002"/>
                    <a:pt x="5205" y="2969"/>
                  </a:cubicBezTo>
                  <a:cubicBezTo>
                    <a:pt x="5238" y="2936"/>
                    <a:pt x="5238" y="2902"/>
                    <a:pt x="5271" y="2869"/>
                  </a:cubicBezTo>
                  <a:lnTo>
                    <a:pt x="5538" y="2302"/>
                  </a:lnTo>
                  <a:cubicBezTo>
                    <a:pt x="5638" y="2035"/>
                    <a:pt x="5705" y="1735"/>
                    <a:pt x="5672" y="1468"/>
                  </a:cubicBezTo>
                  <a:cubicBezTo>
                    <a:pt x="5672" y="1401"/>
                    <a:pt x="5672" y="1301"/>
                    <a:pt x="5638" y="1234"/>
                  </a:cubicBezTo>
                  <a:cubicBezTo>
                    <a:pt x="5638" y="1234"/>
                    <a:pt x="5638" y="1201"/>
                    <a:pt x="5638" y="1168"/>
                  </a:cubicBezTo>
                  <a:cubicBezTo>
                    <a:pt x="5638" y="1134"/>
                    <a:pt x="5605" y="1101"/>
                    <a:pt x="5605" y="1068"/>
                  </a:cubicBezTo>
                  <a:cubicBezTo>
                    <a:pt x="5572" y="968"/>
                    <a:pt x="5505" y="868"/>
                    <a:pt x="5471" y="767"/>
                  </a:cubicBezTo>
                  <a:cubicBezTo>
                    <a:pt x="5471" y="901"/>
                    <a:pt x="5438" y="1034"/>
                    <a:pt x="5371" y="1168"/>
                  </a:cubicBezTo>
                  <a:lnTo>
                    <a:pt x="5171" y="1635"/>
                  </a:lnTo>
                  <a:cubicBezTo>
                    <a:pt x="4738" y="2602"/>
                    <a:pt x="3837" y="3236"/>
                    <a:pt x="2803" y="3336"/>
                  </a:cubicBezTo>
                  <a:cubicBezTo>
                    <a:pt x="2753" y="3353"/>
                    <a:pt x="2703" y="3361"/>
                    <a:pt x="2657" y="3361"/>
                  </a:cubicBezTo>
                  <a:cubicBezTo>
                    <a:pt x="2611" y="3361"/>
                    <a:pt x="2569" y="3353"/>
                    <a:pt x="2536" y="3336"/>
                  </a:cubicBezTo>
                  <a:cubicBezTo>
                    <a:pt x="2303" y="3303"/>
                    <a:pt x="2136" y="3169"/>
                    <a:pt x="2002" y="2969"/>
                  </a:cubicBezTo>
                  <a:cubicBezTo>
                    <a:pt x="1969" y="2936"/>
                    <a:pt x="1936" y="2902"/>
                    <a:pt x="1936" y="2836"/>
                  </a:cubicBezTo>
                  <a:cubicBezTo>
                    <a:pt x="1836" y="2669"/>
                    <a:pt x="1836" y="2469"/>
                    <a:pt x="1902" y="2302"/>
                  </a:cubicBezTo>
                  <a:cubicBezTo>
                    <a:pt x="1902" y="2235"/>
                    <a:pt x="1902" y="2202"/>
                    <a:pt x="1936" y="2168"/>
                  </a:cubicBezTo>
                  <a:lnTo>
                    <a:pt x="2136" y="1701"/>
                  </a:lnTo>
                  <a:cubicBezTo>
                    <a:pt x="2202" y="1601"/>
                    <a:pt x="2269" y="1468"/>
                    <a:pt x="2336" y="1368"/>
                  </a:cubicBezTo>
                  <a:cubicBezTo>
                    <a:pt x="2770" y="634"/>
                    <a:pt x="3537" y="134"/>
                    <a:pt x="4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7746775" y="1591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7658375" y="1563400"/>
              <a:ext cx="144075" cy="135300"/>
            </a:xfrm>
            <a:custGeom>
              <a:avLst/>
              <a:gdLst/>
              <a:ahLst/>
              <a:cxnLst/>
              <a:rect l="l" t="t" r="r" b="b"/>
              <a:pathLst>
                <a:path w="5763" h="5412" extrusionOk="0">
                  <a:moveTo>
                    <a:pt x="3753" y="1134"/>
                  </a:moveTo>
                  <a:cubicBezTo>
                    <a:pt x="4202" y="1134"/>
                    <a:pt x="4570" y="1481"/>
                    <a:pt x="4570" y="1942"/>
                  </a:cubicBezTo>
                  <a:cubicBezTo>
                    <a:pt x="4603" y="2042"/>
                    <a:pt x="4570" y="2142"/>
                    <a:pt x="4537" y="2276"/>
                  </a:cubicBezTo>
                  <a:cubicBezTo>
                    <a:pt x="4537" y="2276"/>
                    <a:pt x="4503" y="2309"/>
                    <a:pt x="4503" y="2342"/>
                  </a:cubicBezTo>
                  <a:lnTo>
                    <a:pt x="4303" y="2743"/>
                  </a:lnTo>
                  <a:lnTo>
                    <a:pt x="4303" y="2809"/>
                  </a:lnTo>
                  <a:cubicBezTo>
                    <a:pt x="3870" y="3743"/>
                    <a:pt x="2969" y="4411"/>
                    <a:pt x="1935" y="4511"/>
                  </a:cubicBezTo>
                  <a:cubicBezTo>
                    <a:pt x="1885" y="4527"/>
                    <a:pt x="1835" y="4536"/>
                    <a:pt x="1789" y="4536"/>
                  </a:cubicBezTo>
                  <a:cubicBezTo>
                    <a:pt x="1743" y="4536"/>
                    <a:pt x="1701" y="4527"/>
                    <a:pt x="1668" y="4511"/>
                  </a:cubicBezTo>
                  <a:cubicBezTo>
                    <a:pt x="1568" y="4511"/>
                    <a:pt x="1501" y="4477"/>
                    <a:pt x="1435" y="4444"/>
                  </a:cubicBezTo>
                  <a:cubicBezTo>
                    <a:pt x="1301" y="4377"/>
                    <a:pt x="1201" y="4277"/>
                    <a:pt x="1134" y="4144"/>
                  </a:cubicBezTo>
                  <a:cubicBezTo>
                    <a:pt x="1134" y="4144"/>
                    <a:pt x="1134" y="4144"/>
                    <a:pt x="1134" y="4110"/>
                  </a:cubicBezTo>
                  <a:cubicBezTo>
                    <a:pt x="1101" y="4077"/>
                    <a:pt x="1068" y="4044"/>
                    <a:pt x="1068" y="4010"/>
                  </a:cubicBezTo>
                  <a:cubicBezTo>
                    <a:pt x="1001" y="3844"/>
                    <a:pt x="968" y="3643"/>
                    <a:pt x="1034" y="3477"/>
                  </a:cubicBezTo>
                  <a:cubicBezTo>
                    <a:pt x="1034" y="3410"/>
                    <a:pt x="1068" y="3377"/>
                    <a:pt x="1068" y="3343"/>
                  </a:cubicBezTo>
                  <a:lnTo>
                    <a:pt x="1301" y="2876"/>
                  </a:lnTo>
                  <a:cubicBezTo>
                    <a:pt x="1334" y="2743"/>
                    <a:pt x="1401" y="2643"/>
                    <a:pt x="1468" y="2543"/>
                  </a:cubicBezTo>
                  <a:cubicBezTo>
                    <a:pt x="1801" y="2009"/>
                    <a:pt x="2302" y="1575"/>
                    <a:pt x="2902" y="1342"/>
                  </a:cubicBezTo>
                  <a:cubicBezTo>
                    <a:pt x="3069" y="1275"/>
                    <a:pt x="3236" y="1242"/>
                    <a:pt x="3403" y="1208"/>
                  </a:cubicBezTo>
                  <a:lnTo>
                    <a:pt x="3536" y="1175"/>
                  </a:lnTo>
                  <a:lnTo>
                    <a:pt x="3536" y="1142"/>
                  </a:lnTo>
                  <a:lnTo>
                    <a:pt x="3636" y="1142"/>
                  </a:lnTo>
                  <a:cubicBezTo>
                    <a:pt x="3676" y="1136"/>
                    <a:pt x="3715" y="1134"/>
                    <a:pt x="3753" y="1134"/>
                  </a:cubicBezTo>
                  <a:close/>
                  <a:moveTo>
                    <a:pt x="3959" y="0"/>
                  </a:moveTo>
                  <a:cubicBezTo>
                    <a:pt x="3908" y="0"/>
                    <a:pt x="3856" y="3"/>
                    <a:pt x="3803" y="7"/>
                  </a:cubicBezTo>
                  <a:lnTo>
                    <a:pt x="3603" y="41"/>
                  </a:lnTo>
                  <a:cubicBezTo>
                    <a:pt x="3436" y="74"/>
                    <a:pt x="3269" y="108"/>
                    <a:pt x="3102" y="141"/>
                  </a:cubicBezTo>
                  <a:cubicBezTo>
                    <a:pt x="2435" y="341"/>
                    <a:pt x="1801" y="675"/>
                    <a:pt x="1301" y="1175"/>
                  </a:cubicBezTo>
                  <a:cubicBezTo>
                    <a:pt x="1268" y="1242"/>
                    <a:pt x="1201" y="1308"/>
                    <a:pt x="1201" y="1408"/>
                  </a:cubicBezTo>
                  <a:lnTo>
                    <a:pt x="1134" y="1442"/>
                  </a:lnTo>
                  <a:lnTo>
                    <a:pt x="1068" y="1542"/>
                  </a:lnTo>
                  <a:cubicBezTo>
                    <a:pt x="1034" y="1542"/>
                    <a:pt x="1034" y="1575"/>
                    <a:pt x="1001" y="1609"/>
                  </a:cubicBezTo>
                  <a:lnTo>
                    <a:pt x="934" y="1675"/>
                  </a:lnTo>
                  <a:lnTo>
                    <a:pt x="834" y="1809"/>
                  </a:lnTo>
                  <a:cubicBezTo>
                    <a:pt x="801" y="1842"/>
                    <a:pt x="767" y="1909"/>
                    <a:pt x="734" y="1942"/>
                  </a:cubicBezTo>
                  <a:cubicBezTo>
                    <a:pt x="701" y="1976"/>
                    <a:pt x="701" y="2009"/>
                    <a:pt x="701" y="2009"/>
                  </a:cubicBezTo>
                  <a:cubicBezTo>
                    <a:pt x="667" y="2076"/>
                    <a:pt x="601" y="2142"/>
                    <a:pt x="567" y="2209"/>
                  </a:cubicBezTo>
                  <a:cubicBezTo>
                    <a:pt x="501" y="2342"/>
                    <a:pt x="434" y="2443"/>
                    <a:pt x="400" y="2576"/>
                  </a:cubicBezTo>
                  <a:lnTo>
                    <a:pt x="134" y="3143"/>
                  </a:lnTo>
                  <a:cubicBezTo>
                    <a:pt x="67" y="3243"/>
                    <a:pt x="34" y="3343"/>
                    <a:pt x="34" y="3443"/>
                  </a:cubicBezTo>
                  <a:cubicBezTo>
                    <a:pt x="34" y="3477"/>
                    <a:pt x="34" y="3510"/>
                    <a:pt x="34" y="3510"/>
                  </a:cubicBezTo>
                  <a:lnTo>
                    <a:pt x="34" y="3577"/>
                  </a:lnTo>
                  <a:cubicBezTo>
                    <a:pt x="0" y="3577"/>
                    <a:pt x="0" y="3610"/>
                    <a:pt x="34" y="3610"/>
                  </a:cubicBezTo>
                  <a:cubicBezTo>
                    <a:pt x="34" y="3643"/>
                    <a:pt x="34" y="3677"/>
                    <a:pt x="34" y="3677"/>
                  </a:cubicBezTo>
                  <a:cubicBezTo>
                    <a:pt x="34" y="3710"/>
                    <a:pt x="34" y="3710"/>
                    <a:pt x="34" y="3710"/>
                  </a:cubicBezTo>
                  <a:cubicBezTo>
                    <a:pt x="34" y="3743"/>
                    <a:pt x="34" y="3777"/>
                    <a:pt x="34" y="3810"/>
                  </a:cubicBezTo>
                  <a:cubicBezTo>
                    <a:pt x="34" y="3877"/>
                    <a:pt x="34" y="3944"/>
                    <a:pt x="34" y="3977"/>
                  </a:cubicBezTo>
                  <a:cubicBezTo>
                    <a:pt x="0" y="4010"/>
                    <a:pt x="0" y="4044"/>
                    <a:pt x="34" y="4077"/>
                  </a:cubicBezTo>
                  <a:cubicBezTo>
                    <a:pt x="34" y="4110"/>
                    <a:pt x="34" y="4177"/>
                    <a:pt x="34" y="4210"/>
                  </a:cubicBezTo>
                  <a:cubicBezTo>
                    <a:pt x="34" y="4244"/>
                    <a:pt x="34" y="4244"/>
                    <a:pt x="67" y="4277"/>
                  </a:cubicBezTo>
                  <a:cubicBezTo>
                    <a:pt x="67" y="4277"/>
                    <a:pt x="67" y="4311"/>
                    <a:pt x="67" y="4311"/>
                  </a:cubicBezTo>
                  <a:cubicBezTo>
                    <a:pt x="67" y="4344"/>
                    <a:pt x="100" y="4411"/>
                    <a:pt x="134" y="4444"/>
                  </a:cubicBezTo>
                  <a:cubicBezTo>
                    <a:pt x="167" y="4577"/>
                    <a:pt x="234" y="4677"/>
                    <a:pt x="300" y="4778"/>
                  </a:cubicBezTo>
                  <a:cubicBezTo>
                    <a:pt x="334" y="4844"/>
                    <a:pt x="400" y="4878"/>
                    <a:pt x="434" y="4944"/>
                  </a:cubicBezTo>
                  <a:cubicBezTo>
                    <a:pt x="434" y="4978"/>
                    <a:pt x="467" y="4978"/>
                    <a:pt x="501" y="5011"/>
                  </a:cubicBezTo>
                  <a:lnTo>
                    <a:pt x="567" y="5078"/>
                  </a:lnTo>
                  <a:cubicBezTo>
                    <a:pt x="567" y="5078"/>
                    <a:pt x="567" y="5078"/>
                    <a:pt x="601" y="5111"/>
                  </a:cubicBezTo>
                  <a:lnTo>
                    <a:pt x="634" y="5144"/>
                  </a:lnTo>
                  <a:lnTo>
                    <a:pt x="701" y="5178"/>
                  </a:lnTo>
                  <a:cubicBezTo>
                    <a:pt x="767" y="5211"/>
                    <a:pt x="834" y="5245"/>
                    <a:pt x="867" y="5278"/>
                  </a:cubicBezTo>
                  <a:lnTo>
                    <a:pt x="1001" y="5345"/>
                  </a:lnTo>
                  <a:lnTo>
                    <a:pt x="1034" y="5345"/>
                  </a:lnTo>
                  <a:lnTo>
                    <a:pt x="1201" y="5378"/>
                  </a:lnTo>
                  <a:lnTo>
                    <a:pt x="1301" y="5411"/>
                  </a:lnTo>
                  <a:lnTo>
                    <a:pt x="1768" y="5411"/>
                  </a:lnTo>
                  <a:cubicBezTo>
                    <a:pt x="2769" y="5311"/>
                    <a:pt x="3669" y="4844"/>
                    <a:pt x="4370" y="4144"/>
                  </a:cubicBezTo>
                  <a:cubicBezTo>
                    <a:pt x="4704" y="3810"/>
                    <a:pt x="5004" y="3377"/>
                    <a:pt x="5204" y="2943"/>
                  </a:cubicBezTo>
                  <a:lnTo>
                    <a:pt x="5404" y="2476"/>
                  </a:lnTo>
                  <a:lnTo>
                    <a:pt x="5471" y="2376"/>
                  </a:lnTo>
                  <a:cubicBezTo>
                    <a:pt x="5537" y="2242"/>
                    <a:pt x="5571" y="2109"/>
                    <a:pt x="5604" y="1976"/>
                  </a:cubicBezTo>
                  <a:cubicBezTo>
                    <a:pt x="5763" y="927"/>
                    <a:pt x="4984" y="0"/>
                    <a:pt x="3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7"/>
            <p:cNvSpPr/>
            <p:nvPr/>
          </p:nvSpPr>
          <p:spPr>
            <a:xfrm>
              <a:off x="7772625" y="161027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0" y="0"/>
                  </a:moveTo>
                  <a:cubicBezTo>
                    <a:pt x="0" y="34"/>
                    <a:pt x="0" y="34"/>
                    <a:pt x="33" y="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7"/>
            <p:cNvSpPr/>
            <p:nvPr/>
          </p:nvSpPr>
          <p:spPr>
            <a:xfrm>
              <a:off x="7746775" y="1591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96C6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7"/>
            <p:cNvSpPr/>
            <p:nvPr/>
          </p:nvSpPr>
          <p:spPr>
            <a:xfrm>
              <a:off x="7674200" y="1626125"/>
              <a:ext cx="61750" cy="59225"/>
            </a:xfrm>
            <a:custGeom>
              <a:avLst/>
              <a:gdLst/>
              <a:ahLst/>
              <a:cxnLst/>
              <a:rect l="l" t="t" r="r" b="b"/>
              <a:pathLst>
                <a:path w="2470" h="2369" extrusionOk="0">
                  <a:moveTo>
                    <a:pt x="2136" y="0"/>
                  </a:moveTo>
                  <a:lnTo>
                    <a:pt x="1" y="2035"/>
                  </a:lnTo>
                  <a:lnTo>
                    <a:pt x="301" y="2369"/>
                  </a:lnTo>
                  <a:lnTo>
                    <a:pt x="2469" y="334"/>
                  </a:lnTo>
                  <a:lnTo>
                    <a:pt x="21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7"/>
            <p:cNvSpPr/>
            <p:nvPr/>
          </p:nvSpPr>
          <p:spPr>
            <a:xfrm>
              <a:off x="7727575" y="1615275"/>
              <a:ext cx="70925" cy="22550"/>
            </a:xfrm>
            <a:custGeom>
              <a:avLst/>
              <a:gdLst/>
              <a:ahLst/>
              <a:cxnLst/>
              <a:rect l="l" t="t" r="r" b="b"/>
              <a:pathLst>
                <a:path w="2837" h="902" extrusionOk="0">
                  <a:moveTo>
                    <a:pt x="2836" y="1"/>
                  </a:moveTo>
                  <a:lnTo>
                    <a:pt x="1969" y="134"/>
                  </a:lnTo>
                  <a:lnTo>
                    <a:pt x="1769" y="167"/>
                  </a:lnTo>
                  <a:lnTo>
                    <a:pt x="334" y="401"/>
                  </a:lnTo>
                  <a:lnTo>
                    <a:pt x="1" y="434"/>
                  </a:lnTo>
                  <a:lnTo>
                    <a:pt x="34" y="668"/>
                  </a:lnTo>
                  <a:lnTo>
                    <a:pt x="68" y="901"/>
                  </a:lnTo>
                  <a:lnTo>
                    <a:pt x="201" y="868"/>
                  </a:lnTo>
                  <a:lnTo>
                    <a:pt x="1535" y="668"/>
                  </a:lnTo>
                  <a:lnTo>
                    <a:pt x="2036" y="601"/>
                  </a:lnTo>
                  <a:lnTo>
                    <a:pt x="2636" y="501"/>
                  </a:lnTo>
                  <a:lnTo>
                    <a:pt x="2703" y="401"/>
                  </a:lnTo>
                  <a:cubicBezTo>
                    <a:pt x="2769" y="267"/>
                    <a:pt x="2803" y="134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7"/>
            <p:cNvSpPr/>
            <p:nvPr/>
          </p:nvSpPr>
          <p:spPr>
            <a:xfrm>
              <a:off x="7723425" y="1566900"/>
              <a:ext cx="25025" cy="66750"/>
            </a:xfrm>
            <a:custGeom>
              <a:avLst/>
              <a:gdLst/>
              <a:ahLst/>
              <a:cxnLst/>
              <a:rect l="l" t="t" r="r" b="b"/>
              <a:pathLst>
                <a:path w="1001" h="2670" extrusionOk="0">
                  <a:moveTo>
                    <a:pt x="1001" y="1"/>
                  </a:moveTo>
                  <a:lnTo>
                    <a:pt x="500" y="134"/>
                  </a:lnTo>
                  <a:lnTo>
                    <a:pt x="334" y="1002"/>
                  </a:lnTo>
                  <a:lnTo>
                    <a:pt x="300" y="1168"/>
                  </a:lnTo>
                  <a:lnTo>
                    <a:pt x="0" y="2536"/>
                  </a:lnTo>
                  <a:lnTo>
                    <a:pt x="0" y="2569"/>
                  </a:lnTo>
                  <a:lnTo>
                    <a:pt x="200" y="2603"/>
                  </a:lnTo>
                  <a:lnTo>
                    <a:pt x="467" y="2669"/>
                  </a:lnTo>
                  <a:lnTo>
                    <a:pt x="534" y="2336"/>
                  </a:lnTo>
                  <a:lnTo>
                    <a:pt x="801" y="1035"/>
                  </a:lnTo>
                  <a:lnTo>
                    <a:pt x="801" y="968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4" name="Google Shape;984;p27"/>
          <p:cNvSpPr/>
          <p:nvPr/>
        </p:nvSpPr>
        <p:spPr>
          <a:xfrm>
            <a:off x="597253" y="562378"/>
            <a:ext cx="250245" cy="250245"/>
          </a:xfrm>
          <a:custGeom>
            <a:avLst/>
            <a:gdLst/>
            <a:ahLst/>
            <a:cxnLst/>
            <a:rect l="l" t="t" r="r" b="b"/>
            <a:pathLst>
              <a:path w="12076" h="12076" extrusionOk="0">
                <a:moveTo>
                  <a:pt x="6038" y="1"/>
                </a:moveTo>
                <a:lnTo>
                  <a:pt x="5504" y="2336"/>
                </a:lnTo>
                <a:cubicBezTo>
                  <a:pt x="5104" y="3903"/>
                  <a:pt x="3903" y="5104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04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075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38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27"/>
          <p:cNvSpPr/>
          <p:nvPr/>
        </p:nvSpPr>
        <p:spPr>
          <a:xfrm>
            <a:off x="8296503" y="4330878"/>
            <a:ext cx="250245" cy="250245"/>
          </a:xfrm>
          <a:custGeom>
            <a:avLst/>
            <a:gdLst/>
            <a:ahLst/>
            <a:cxnLst/>
            <a:rect l="l" t="t" r="r" b="b"/>
            <a:pathLst>
              <a:path w="12076" h="12076" extrusionOk="0">
                <a:moveTo>
                  <a:pt x="6038" y="1"/>
                </a:moveTo>
                <a:lnTo>
                  <a:pt x="5504" y="2336"/>
                </a:lnTo>
                <a:cubicBezTo>
                  <a:pt x="5104" y="3903"/>
                  <a:pt x="3903" y="5104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04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075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38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7" name="Google Shape;987;p28"/>
          <p:cNvGrpSpPr/>
          <p:nvPr/>
        </p:nvGrpSpPr>
        <p:grpSpPr>
          <a:xfrm>
            <a:off x="188089" y="178344"/>
            <a:ext cx="8767822" cy="4786812"/>
            <a:chOff x="240700" y="905375"/>
            <a:chExt cx="7132950" cy="3894250"/>
          </a:xfrm>
        </p:grpSpPr>
        <p:sp>
          <p:nvSpPr>
            <p:cNvPr id="988" name="Google Shape;988;p28"/>
            <p:cNvSpPr/>
            <p:nvPr/>
          </p:nvSpPr>
          <p:spPr>
            <a:xfrm>
              <a:off x="327375" y="987700"/>
              <a:ext cx="6959625" cy="3729600"/>
            </a:xfrm>
            <a:custGeom>
              <a:avLst/>
              <a:gdLst/>
              <a:ahLst/>
              <a:cxnLst/>
              <a:rect l="l" t="t" r="r" b="b"/>
              <a:pathLst>
                <a:path w="278385" h="149184" fill="none" extrusionOk="0">
                  <a:moveTo>
                    <a:pt x="0" y="1"/>
                  </a:moveTo>
                  <a:lnTo>
                    <a:pt x="278385" y="1"/>
                  </a:lnTo>
                  <a:lnTo>
                    <a:pt x="278385" y="149184"/>
                  </a:lnTo>
                  <a:lnTo>
                    <a:pt x="0" y="14918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240700" y="905375"/>
              <a:ext cx="7132950" cy="3894250"/>
            </a:xfrm>
            <a:custGeom>
              <a:avLst/>
              <a:gdLst/>
              <a:ahLst/>
              <a:cxnLst/>
              <a:rect l="l" t="t" r="r" b="b"/>
              <a:pathLst>
                <a:path w="285318" h="155770" fill="none" extrusionOk="0">
                  <a:moveTo>
                    <a:pt x="278385" y="6933"/>
                  </a:moveTo>
                  <a:lnTo>
                    <a:pt x="278385" y="1"/>
                  </a:lnTo>
                  <a:lnTo>
                    <a:pt x="6933" y="1"/>
                  </a:lnTo>
                  <a:lnTo>
                    <a:pt x="6933" y="6933"/>
                  </a:lnTo>
                  <a:lnTo>
                    <a:pt x="1" y="6933"/>
                  </a:lnTo>
                  <a:lnTo>
                    <a:pt x="1" y="148837"/>
                  </a:lnTo>
                  <a:lnTo>
                    <a:pt x="6933" y="148837"/>
                  </a:lnTo>
                  <a:lnTo>
                    <a:pt x="6933" y="155769"/>
                  </a:lnTo>
                  <a:lnTo>
                    <a:pt x="278385" y="155769"/>
                  </a:lnTo>
                  <a:lnTo>
                    <a:pt x="278385" y="148837"/>
                  </a:lnTo>
                  <a:lnTo>
                    <a:pt x="285318" y="148837"/>
                  </a:lnTo>
                  <a:lnTo>
                    <a:pt x="285318" y="6933"/>
                  </a:ln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miter lim="1733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0" name="Google Shape;990;p28"/>
          <p:cNvGrpSpPr/>
          <p:nvPr/>
        </p:nvGrpSpPr>
        <p:grpSpPr>
          <a:xfrm rot="10800000">
            <a:off x="-795093" y="3715750"/>
            <a:ext cx="2242852" cy="2242852"/>
            <a:chOff x="7891962" y="-397004"/>
            <a:chExt cx="2042670" cy="2042670"/>
          </a:xfrm>
        </p:grpSpPr>
        <p:grpSp>
          <p:nvGrpSpPr>
            <p:cNvPr id="991" name="Google Shape;991;p28"/>
            <p:cNvGrpSpPr/>
            <p:nvPr/>
          </p:nvGrpSpPr>
          <p:grpSpPr>
            <a:xfrm rot="2700000">
              <a:off x="8066017" y="27224"/>
              <a:ext cx="1694559" cy="1194214"/>
              <a:chOff x="6675350" y="1828400"/>
              <a:chExt cx="1694575" cy="1194225"/>
            </a:xfrm>
          </p:grpSpPr>
          <p:sp>
            <p:nvSpPr>
              <p:cNvPr id="992" name="Google Shape;992;p28"/>
              <p:cNvSpPr/>
              <p:nvPr/>
            </p:nvSpPr>
            <p:spPr>
              <a:xfrm>
                <a:off x="6675350" y="1828400"/>
                <a:ext cx="1694575" cy="1194225"/>
              </a:xfrm>
              <a:custGeom>
                <a:avLst/>
                <a:gdLst/>
                <a:ahLst/>
                <a:cxnLst/>
                <a:rect l="l" t="t" r="r" b="b"/>
                <a:pathLst>
                  <a:path w="67783" h="47769" extrusionOk="0">
                    <a:moveTo>
                      <a:pt x="0" y="1"/>
                    </a:moveTo>
                    <a:lnTo>
                      <a:pt x="0" y="47768"/>
                    </a:lnTo>
                    <a:lnTo>
                      <a:pt x="67782" y="47768"/>
                    </a:lnTo>
                    <a:lnTo>
                      <a:pt x="6778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dist="95250" dir="19140000" algn="bl" rotWithShape="0">
                  <a:schemeClr val="lt2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>
                <a:off x="6899675" y="1828400"/>
                <a:ext cx="468700" cy="1194225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47769" extrusionOk="0">
                    <a:moveTo>
                      <a:pt x="0" y="1"/>
                    </a:moveTo>
                    <a:lnTo>
                      <a:pt x="0" y="47768"/>
                    </a:lnTo>
                    <a:lnTo>
                      <a:pt x="18747" y="47768"/>
                    </a:lnTo>
                    <a:lnTo>
                      <a:pt x="1874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>
                <a:off x="7465900" y="1828400"/>
                <a:ext cx="99275" cy="119422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47769" extrusionOk="0">
                    <a:moveTo>
                      <a:pt x="1" y="1"/>
                    </a:moveTo>
                    <a:lnTo>
                      <a:pt x="1" y="47768"/>
                    </a:lnTo>
                    <a:lnTo>
                      <a:pt x="3970" y="47768"/>
                    </a:lnTo>
                    <a:lnTo>
                      <a:pt x="39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5" name="Google Shape;995;p28"/>
            <p:cNvGrpSpPr/>
            <p:nvPr/>
          </p:nvGrpSpPr>
          <p:grpSpPr>
            <a:xfrm rot="2700000">
              <a:off x="8473682" y="292051"/>
              <a:ext cx="928702" cy="714562"/>
              <a:chOff x="2577850" y="4204275"/>
              <a:chExt cx="730550" cy="562100"/>
            </a:xfrm>
          </p:grpSpPr>
          <p:sp>
            <p:nvSpPr>
              <p:cNvPr id="996" name="Google Shape;996;p28"/>
              <p:cNvSpPr/>
              <p:nvPr/>
            </p:nvSpPr>
            <p:spPr>
              <a:xfrm>
                <a:off x="2577850" y="4204275"/>
                <a:ext cx="730550" cy="562100"/>
              </a:xfrm>
              <a:custGeom>
                <a:avLst/>
                <a:gdLst/>
                <a:ahLst/>
                <a:cxnLst/>
                <a:rect l="l" t="t" r="r" b="b"/>
                <a:pathLst>
                  <a:path w="29222" h="22484" extrusionOk="0">
                    <a:moveTo>
                      <a:pt x="4704" y="1"/>
                    </a:moveTo>
                    <a:cubicBezTo>
                      <a:pt x="2102" y="1"/>
                      <a:pt x="0" y="2102"/>
                      <a:pt x="0" y="4704"/>
                    </a:cubicBezTo>
                    <a:lnTo>
                      <a:pt x="0" y="17780"/>
                    </a:lnTo>
                    <a:cubicBezTo>
                      <a:pt x="0" y="20382"/>
                      <a:pt x="2102" y="22484"/>
                      <a:pt x="4704" y="22484"/>
                    </a:cubicBezTo>
                    <a:lnTo>
                      <a:pt x="24518" y="22484"/>
                    </a:lnTo>
                    <a:cubicBezTo>
                      <a:pt x="27120" y="22484"/>
                      <a:pt x="29221" y="20382"/>
                      <a:pt x="29221" y="17780"/>
                    </a:cubicBezTo>
                    <a:lnTo>
                      <a:pt x="29221" y="4704"/>
                    </a:lnTo>
                    <a:cubicBezTo>
                      <a:pt x="29221" y="2102"/>
                      <a:pt x="27120" y="1"/>
                      <a:pt x="2451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8"/>
              <p:cNvSpPr/>
              <p:nvPr/>
            </p:nvSpPr>
            <p:spPr>
              <a:xfrm>
                <a:off x="2577850" y="4204275"/>
                <a:ext cx="356100" cy="562100"/>
              </a:xfrm>
              <a:custGeom>
                <a:avLst/>
                <a:gdLst/>
                <a:ahLst/>
                <a:cxnLst/>
                <a:rect l="l" t="t" r="r" b="b"/>
                <a:pathLst>
                  <a:path w="14244" h="22484" fill="none" extrusionOk="0">
                    <a:moveTo>
                      <a:pt x="14244" y="22484"/>
                    </a:moveTo>
                    <a:lnTo>
                      <a:pt x="4704" y="22484"/>
                    </a:lnTo>
                    <a:cubicBezTo>
                      <a:pt x="2102" y="22484"/>
                      <a:pt x="0" y="20382"/>
                      <a:pt x="0" y="17780"/>
                    </a:cubicBezTo>
                    <a:lnTo>
                      <a:pt x="0" y="4704"/>
                    </a:lnTo>
                    <a:cubicBezTo>
                      <a:pt x="0" y="2102"/>
                      <a:pt x="2102" y="1"/>
                      <a:pt x="4704" y="1"/>
                    </a:cubicBez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8"/>
              <p:cNvSpPr/>
              <p:nvPr/>
            </p:nvSpPr>
            <p:spPr>
              <a:xfrm>
                <a:off x="2634550" y="4294400"/>
                <a:ext cx="410325" cy="377925"/>
              </a:xfrm>
              <a:custGeom>
                <a:avLst/>
                <a:gdLst/>
                <a:ahLst/>
                <a:cxnLst/>
                <a:rect l="l" t="t" r="r" b="b"/>
                <a:pathLst>
                  <a:path w="16413" h="15117" extrusionOk="0">
                    <a:moveTo>
                      <a:pt x="8229" y="0"/>
                    </a:moveTo>
                    <a:cubicBezTo>
                      <a:pt x="4663" y="0"/>
                      <a:pt x="1480" y="2507"/>
                      <a:pt x="801" y="6136"/>
                    </a:cubicBezTo>
                    <a:cubicBezTo>
                      <a:pt x="1" y="10206"/>
                      <a:pt x="2669" y="14175"/>
                      <a:pt x="6772" y="14976"/>
                    </a:cubicBezTo>
                    <a:cubicBezTo>
                      <a:pt x="7259" y="15071"/>
                      <a:pt x="7743" y="15116"/>
                      <a:pt x="8221" y="15116"/>
                    </a:cubicBezTo>
                    <a:cubicBezTo>
                      <a:pt x="11771" y="15116"/>
                      <a:pt x="14935" y="12592"/>
                      <a:pt x="15612" y="9005"/>
                    </a:cubicBezTo>
                    <a:cubicBezTo>
                      <a:pt x="16412" y="4902"/>
                      <a:pt x="13744" y="932"/>
                      <a:pt x="9641" y="132"/>
                    </a:cubicBezTo>
                    <a:cubicBezTo>
                      <a:pt x="9167" y="43"/>
                      <a:pt x="8695" y="0"/>
                      <a:pt x="82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8"/>
              <p:cNvSpPr/>
              <p:nvPr/>
            </p:nvSpPr>
            <p:spPr>
              <a:xfrm>
                <a:off x="2679575" y="4323525"/>
                <a:ext cx="320275" cy="319425"/>
              </a:xfrm>
              <a:custGeom>
                <a:avLst/>
                <a:gdLst/>
                <a:ahLst/>
                <a:cxnLst/>
                <a:rect l="l" t="t" r="r" b="b"/>
                <a:pathLst>
                  <a:path w="12811" h="12777" extrusionOk="0">
                    <a:moveTo>
                      <a:pt x="6139" y="1"/>
                    </a:moveTo>
                    <a:cubicBezTo>
                      <a:pt x="4704" y="34"/>
                      <a:pt x="3370" y="568"/>
                      <a:pt x="2269" y="1502"/>
                    </a:cubicBezTo>
                    <a:cubicBezTo>
                      <a:pt x="2136" y="1602"/>
                      <a:pt x="2002" y="1736"/>
                      <a:pt x="1869" y="1869"/>
                    </a:cubicBezTo>
                    <a:cubicBezTo>
                      <a:pt x="835" y="2903"/>
                      <a:pt x="201" y="4271"/>
                      <a:pt x="34" y="5738"/>
                    </a:cubicBezTo>
                    <a:cubicBezTo>
                      <a:pt x="1" y="5905"/>
                      <a:pt x="1" y="6072"/>
                      <a:pt x="1" y="6272"/>
                    </a:cubicBezTo>
                    <a:lnTo>
                      <a:pt x="1" y="6372"/>
                    </a:lnTo>
                    <a:cubicBezTo>
                      <a:pt x="1" y="7907"/>
                      <a:pt x="535" y="9341"/>
                      <a:pt x="1502" y="10509"/>
                    </a:cubicBezTo>
                    <a:cubicBezTo>
                      <a:pt x="1635" y="10642"/>
                      <a:pt x="1735" y="10775"/>
                      <a:pt x="1869" y="10909"/>
                    </a:cubicBezTo>
                    <a:cubicBezTo>
                      <a:pt x="3003" y="12043"/>
                      <a:pt x="4537" y="12710"/>
                      <a:pt x="6139" y="12777"/>
                    </a:cubicBezTo>
                    <a:lnTo>
                      <a:pt x="6672" y="12777"/>
                    </a:lnTo>
                    <a:cubicBezTo>
                      <a:pt x="8273" y="12710"/>
                      <a:pt x="9808" y="12043"/>
                      <a:pt x="10942" y="10909"/>
                    </a:cubicBezTo>
                    <a:cubicBezTo>
                      <a:pt x="11075" y="10775"/>
                      <a:pt x="11176" y="10642"/>
                      <a:pt x="11309" y="10509"/>
                    </a:cubicBezTo>
                    <a:cubicBezTo>
                      <a:pt x="12276" y="9341"/>
                      <a:pt x="12810" y="7907"/>
                      <a:pt x="12810" y="6372"/>
                    </a:cubicBezTo>
                    <a:cubicBezTo>
                      <a:pt x="12810" y="6339"/>
                      <a:pt x="12810" y="6305"/>
                      <a:pt x="12777" y="6239"/>
                    </a:cubicBezTo>
                    <a:cubicBezTo>
                      <a:pt x="12777" y="6072"/>
                      <a:pt x="12777" y="5905"/>
                      <a:pt x="12777" y="5738"/>
                    </a:cubicBezTo>
                    <a:cubicBezTo>
                      <a:pt x="12610" y="4271"/>
                      <a:pt x="11976" y="2903"/>
                      <a:pt x="10909" y="1836"/>
                    </a:cubicBezTo>
                    <a:cubicBezTo>
                      <a:pt x="10775" y="1736"/>
                      <a:pt x="10642" y="1602"/>
                      <a:pt x="10508" y="1502"/>
                    </a:cubicBezTo>
                    <a:cubicBezTo>
                      <a:pt x="9441" y="568"/>
                      <a:pt x="8073" y="34"/>
                      <a:pt x="66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8"/>
              <p:cNvSpPr/>
              <p:nvPr/>
            </p:nvSpPr>
            <p:spPr>
              <a:xfrm>
                <a:off x="2702925" y="4346875"/>
                <a:ext cx="273575" cy="272725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0909" extrusionOk="0">
                    <a:moveTo>
                      <a:pt x="5238" y="1"/>
                    </a:moveTo>
                    <a:cubicBezTo>
                      <a:pt x="4037" y="34"/>
                      <a:pt x="2870" y="501"/>
                      <a:pt x="1936" y="1269"/>
                    </a:cubicBezTo>
                    <a:cubicBezTo>
                      <a:pt x="1836" y="1369"/>
                      <a:pt x="1702" y="1469"/>
                      <a:pt x="1602" y="1602"/>
                    </a:cubicBezTo>
                    <a:cubicBezTo>
                      <a:pt x="701" y="2469"/>
                      <a:pt x="134" y="3637"/>
                      <a:pt x="34" y="4904"/>
                    </a:cubicBezTo>
                    <a:cubicBezTo>
                      <a:pt x="1" y="5038"/>
                      <a:pt x="1" y="5205"/>
                      <a:pt x="1" y="5371"/>
                    </a:cubicBezTo>
                    <a:lnTo>
                      <a:pt x="1" y="5438"/>
                    </a:lnTo>
                    <a:cubicBezTo>
                      <a:pt x="1" y="6739"/>
                      <a:pt x="435" y="8007"/>
                      <a:pt x="1268" y="8974"/>
                    </a:cubicBezTo>
                    <a:cubicBezTo>
                      <a:pt x="1369" y="9108"/>
                      <a:pt x="1502" y="9208"/>
                      <a:pt x="1602" y="9308"/>
                    </a:cubicBezTo>
                    <a:cubicBezTo>
                      <a:pt x="2569" y="10308"/>
                      <a:pt x="3870" y="10875"/>
                      <a:pt x="5238" y="10909"/>
                    </a:cubicBezTo>
                    <a:lnTo>
                      <a:pt x="5705" y="10909"/>
                    </a:lnTo>
                    <a:cubicBezTo>
                      <a:pt x="7073" y="10875"/>
                      <a:pt x="8374" y="10308"/>
                      <a:pt x="9341" y="9308"/>
                    </a:cubicBezTo>
                    <a:cubicBezTo>
                      <a:pt x="9474" y="9208"/>
                      <a:pt x="9574" y="9108"/>
                      <a:pt x="9674" y="8974"/>
                    </a:cubicBezTo>
                    <a:cubicBezTo>
                      <a:pt x="10508" y="8007"/>
                      <a:pt x="10942" y="6739"/>
                      <a:pt x="10942" y="5438"/>
                    </a:cubicBezTo>
                    <a:lnTo>
                      <a:pt x="10942" y="5371"/>
                    </a:lnTo>
                    <a:cubicBezTo>
                      <a:pt x="10942" y="5205"/>
                      <a:pt x="10909" y="5038"/>
                      <a:pt x="10909" y="4904"/>
                    </a:cubicBezTo>
                    <a:cubicBezTo>
                      <a:pt x="10775" y="3637"/>
                      <a:pt x="10242" y="2469"/>
                      <a:pt x="9341" y="1569"/>
                    </a:cubicBezTo>
                    <a:cubicBezTo>
                      <a:pt x="9241" y="1469"/>
                      <a:pt x="9107" y="1369"/>
                      <a:pt x="9007" y="1269"/>
                    </a:cubicBezTo>
                    <a:cubicBezTo>
                      <a:pt x="8073" y="501"/>
                      <a:pt x="6906" y="34"/>
                      <a:pt x="57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8"/>
              <p:cNvSpPr/>
              <p:nvPr/>
            </p:nvSpPr>
            <p:spPr>
              <a:xfrm>
                <a:off x="2702925" y="4469475"/>
                <a:ext cx="2735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468" extrusionOk="0">
                    <a:moveTo>
                      <a:pt x="34" y="0"/>
                    </a:moveTo>
                    <a:cubicBezTo>
                      <a:pt x="1" y="134"/>
                      <a:pt x="1" y="301"/>
                      <a:pt x="1" y="467"/>
                    </a:cubicBezTo>
                    <a:lnTo>
                      <a:pt x="10942" y="467"/>
                    </a:lnTo>
                    <a:cubicBezTo>
                      <a:pt x="10942" y="301"/>
                      <a:pt x="10942" y="134"/>
                      <a:pt x="109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8"/>
              <p:cNvSpPr/>
              <p:nvPr/>
            </p:nvSpPr>
            <p:spPr>
              <a:xfrm>
                <a:off x="2833850" y="4346050"/>
                <a:ext cx="11700" cy="274400"/>
              </a:xfrm>
              <a:custGeom>
                <a:avLst/>
                <a:gdLst/>
                <a:ahLst/>
                <a:cxnLst/>
                <a:rect l="l" t="t" r="r" b="b"/>
                <a:pathLst>
                  <a:path w="468" h="10976" extrusionOk="0">
                    <a:moveTo>
                      <a:pt x="1" y="1"/>
                    </a:moveTo>
                    <a:lnTo>
                      <a:pt x="1" y="10975"/>
                    </a:lnTo>
                    <a:lnTo>
                      <a:pt x="468" y="10975"/>
                    </a:lnTo>
                    <a:lnTo>
                      <a:pt x="4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28"/>
              <p:cNvSpPr/>
              <p:nvPr/>
            </p:nvSpPr>
            <p:spPr>
              <a:xfrm>
                <a:off x="2734625" y="4378575"/>
                <a:ext cx="201825" cy="201000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8040" extrusionOk="0">
                    <a:moveTo>
                      <a:pt x="7739" y="1"/>
                    </a:moveTo>
                    <a:lnTo>
                      <a:pt x="4437" y="3303"/>
                    </a:lnTo>
                    <a:lnTo>
                      <a:pt x="4203" y="3536"/>
                    </a:lnTo>
                    <a:lnTo>
                      <a:pt x="4103" y="3603"/>
                    </a:lnTo>
                    <a:lnTo>
                      <a:pt x="3970" y="3737"/>
                    </a:lnTo>
                    <a:lnTo>
                      <a:pt x="3870" y="3837"/>
                    </a:lnTo>
                    <a:lnTo>
                      <a:pt x="3636" y="4070"/>
                    </a:lnTo>
                    <a:lnTo>
                      <a:pt x="0" y="7706"/>
                    </a:lnTo>
                    <a:cubicBezTo>
                      <a:pt x="101" y="7840"/>
                      <a:pt x="234" y="7940"/>
                      <a:pt x="334" y="8040"/>
                    </a:cubicBezTo>
                    <a:lnTo>
                      <a:pt x="3970" y="4404"/>
                    </a:lnTo>
                    <a:lnTo>
                      <a:pt x="4203" y="4170"/>
                    </a:lnTo>
                    <a:lnTo>
                      <a:pt x="4304" y="4070"/>
                    </a:lnTo>
                    <a:lnTo>
                      <a:pt x="4437" y="3937"/>
                    </a:lnTo>
                    <a:lnTo>
                      <a:pt x="4537" y="3837"/>
                    </a:lnTo>
                    <a:lnTo>
                      <a:pt x="4771" y="3603"/>
                    </a:lnTo>
                    <a:lnTo>
                      <a:pt x="8073" y="301"/>
                    </a:lnTo>
                    <a:cubicBezTo>
                      <a:pt x="7973" y="201"/>
                      <a:pt x="7873" y="101"/>
                      <a:pt x="77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8"/>
              <p:cNvSpPr/>
              <p:nvPr/>
            </p:nvSpPr>
            <p:spPr>
              <a:xfrm>
                <a:off x="2743800" y="4378575"/>
                <a:ext cx="201000" cy="201000"/>
              </a:xfrm>
              <a:custGeom>
                <a:avLst/>
                <a:gdLst/>
                <a:ahLst/>
                <a:cxnLst/>
                <a:rect l="l" t="t" r="r" b="b"/>
                <a:pathLst>
                  <a:path w="8040" h="8040" extrusionOk="0">
                    <a:moveTo>
                      <a:pt x="334" y="1"/>
                    </a:moveTo>
                    <a:cubicBezTo>
                      <a:pt x="201" y="101"/>
                      <a:pt x="100" y="201"/>
                      <a:pt x="0" y="301"/>
                    </a:cubicBezTo>
                    <a:lnTo>
                      <a:pt x="3603" y="3970"/>
                    </a:lnTo>
                    <a:lnTo>
                      <a:pt x="3736" y="4103"/>
                    </a:lnTo>
                    <a:lnTo>
                      <a:pt x="3836" y="4170"/>
                    </a:lnTo>
                    <a:lnTo>
                      <a:pt x="4070" y="4404"/>
                    </a:lnTo>
                    <a:lnTo>
                      <a:pt x="7706" y="8040"/>
                    </a:lnTo>
                    <a:cubicBezTo>
                      <a:pt x="7839" y="7940"/>
                      <a:pt x="7939" y="7840"/>
                      <a:pt x="8039" y="7706"/>
                    </a:cubicBezTo>
                    <a:lnTo>
                      <a:pt x="4404" y="4070"/>
                    </a:lnTo>
                    <a:lnTo>
                      <a:pt x="4170" y="3837"/>
                    </a:lnTo>
                    <a:lnTo>
                      <a:pt x="3937" y="3603"/>
                    </a:lnTo>
                    <a:lnTo>
                      <a:pt x="3870" y="3536"/>
                    </a:lnTo>
                    <a:lnTo>
                      <a:pt x="3636" y="3303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8"/>
              <p:cNvSpPr/>
              <p:nvPr/>
            </p:nvSpPr>
            <p:spPr>
              <a:xfrm>
                <a:off x="3172425" y="45854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8"/>
              <p:cNvSpPr/>
              <p:nvPr/>
            </p:nvSpPr>
            <p:spPr>
              <a:xfrm>
                <a:off x="3192450" y="4617925"/>
                <a:ext cx="25" cy="1675"/>
              </a:xfrm>
              <a:custGeom>
                <a:avLst/>
                <a:gdLst/>
                <a:ahLst/>
                <a:cxnLst/>
                <a:rect l="l" t="t" r="r" b="b"/>
                <a:pathLst>
                  <a:path w="1" h="67" extrusionOk="0">
                    <a:moveTo>
                      <a:pt x="1" y="0"/>
                    </a:moveTo>
                    <a:lnTo>
                      <a:pt x="1" y="67"/>
                    </a:lnTo>
                    <a:cubicBezTo>
                      <a:pt x="1" y="3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28"/>
              <p:cNvSpPr/>
              <p:nvPr/>
            </p:nvSpPr>
            <p:spPr>
              <a:xfrm>
                <a:off x="3172425" y="45845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28"/>
              <p:cNvSpPr/>
              <p:nvPr/>
            </p:nvSpPr>
            <p:spPr>
              <a:xfrm>
                <a:off x="3172425" y="4441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28"/>
              <p:cNvSpPr/>
              <p:nvPr/>
            </p:nvSpPr>
            <p:spPr>
              <a:xfrm>
                <a:off x="3192450" y="4475300"/>
                <a:ext cx="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1" y="68"/>
                    </a:lnTo>
                    <a:cubicBezTo>
                      <a:pt x="1" y="34"/>
                      <a:pt x="1" y="34"/>
                      <a:pt x="1" y="1"/>
                    </a:cubicBez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28"/>
              <p:cNvSpPr/>
              <p:nvPr/>
            </p:nvSpPr>
            <p:spPr>
              <a:xfrm>
                <a:off x="3172425" y="44419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28"/>
              <p:cNvSpPr/>
              <p:nvPr/>
            </p:nvSpPr>
            <p:spPr>
              <a:xfrm>
                <a:off x="3172425" y="4299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28"/>
              <p:cNvSpPr/>
              <p:nvPr/>
            </p:nvSpPr>
            <p:spPr>
              <a:xfrm>
                <a:off x="3192450" y="4332700"/>
                <a:ext cx="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1" y="68"/>
                    </a:lnTo>
                    <a:cubicBezTo>
                      <a:pt x="1" y="34"/>
                      <a:pt x="1" y="34"/>
                      <a:pt x="1" y="1"/>
                    </a:cubicBez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8"/>
              <p:cNvSpPr/>
              <p:nvPr/>
            </p:nvSpPr>
            <p:spPr>
              <a:xfrm>
                <a:off x="3172425" y="4299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4" name="Google Shape;1014;p28"/>
              <p:cNvGrpSpPr/>
              <p:nvPr/>
            </p:nvGrpSpPr>
            <p:grpSpPr>
              <a:xfrm>
                <a:off x="2995650" y="4266200"/>
                <a:ext cx="244350" cy="442975"/>
                <a:chOff x="2995650" y="4266200"/>
                <a:chExt cx="244350" cy="442975"/>
              </a:xfrm>
            </p:grpSpPr>
            <p:sp>
              <p:nvSpPr>
                <p:cNvPr id="1015" name="Google Shape;1015;p28"/>
                <p:cNvSpPr/>
                <p:nvPr/>
              </p:nvSpPr>
              <p:spPr>
                <a:xfrm>
                  <a:off x="2997300" y="4570100"/>
                  <a:ext cx="195175" cy="13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7" h="5563" extrusionOk="0">
                      <a:moveTo>
                        <a:pt x="4749" y="1"/>
                      </a:moveTo>
                      <a:cubicBezTo>
                        <a:pt x="4300" y="1"/>
                        <a:pt x="3848" y="60"/>
                        <a:pt x="3403" y="179"/>
                      </a:cubicBezTo>
                      <a:lnTo>
                        <a:pt x="3337" y="112"/>
                      </a:lnTo>
                      <a:lnTo>
                        <a:pt x="3137" y="279"/>
                      </a:lnTo>
                      <a:lnTo>
                        <a:pt x="3103" y="279"/>
                      </a:lnTo>
                      <a:lnTo>
                        <a:pt x="2870" y="345"/>
                      </a:lnTo>
                      <a:cubicBezTo>
                        <a:pt x="2303" y="579"/>
                        <a:pt x="1769" y="879"/>
                        <a:pt x="1302" y="1279"/>
                      </a:cubicBezTo>
                      <a:lnTo>
                        <a:pt x="735" y="1813"/>
                      </a:lnTo>
                      <a:cubicBezTo>
                        <a:pt x="701" y="1813"/>
                        <a:pt x="701" y="1846"/>
                        <a:pt x="701" y="1846"/>
                      </a:cubicBezTo>
                      <a:lnTo>
                        <a:pt x="601" y="1946"/>
                      </a:lnTo>
                      <a:lnTo>
                        <a:pt x="568" y="1980"/>
                      </a:lnTo>
                      <a:lnTo>
                        <a:pt x="535" y="2013"/>
                      </a:lnTo>
                      <a:lnTo>
                        <a:pt x="435" y="2147"/>
                      </a:lnTo>
                      <a:cubicBezTo>
                        <a:pt x="234" y="2380"/>
                        <a:pt x="134" y="2680"/>
                        <a:pt x="68" y="3014"/>
                      </a:cubicBezTo>
                      <a:cubicBezTo>
                        <a:pt x="1" y="3247"/>
                        <a:pt x="1" y="3514"/>
                        <a:pt x="68" y="3781"/>
                      </a:cubicBezTo>
                      <a:cubicBezTo>
                        <a:pt x="134" y="4048"/>
                        <a:pt x="234" y="4281"/>
                        <a:pt x="368" y="4515"/>
                      </a:cubicBezTo>
                      <a:cubicBezTo>
                        <a:pt x="435" y="4582"/>
                        <a:pt x="468" y="4648"/>
                        <a:pt x="535" y="4715"/>
                      </a:cubicBezTo>
                      <a:cubicBezTo>
                        <a:pt x="701" y="4882"/>
                        <a:pt x="868" y="5015"/>
                        <a:pt x="1068" y="5149"/>
                      </a:cubicBezTo>
                      <a:cubicBezTo>
                        <a:pt x="1135" y="5182"/>
                        <a:pt x="1202" y="5215"/>
                        <a:pt x="1302" y="5249"/>
                      </a:cubicBezTo>
                      <a:lnTo>
                        <a:pt x="1435" y="5316"/>
                      </a:lnTo>
                      <a:cubicBezTo>
                        <a:pt x="1602" y="5349"/>
                        <a:pt x="1802" y="5416"/>
                        <a:pt x="2002" y="5449"/>
                      </a:cubicBezTo>
                      <a:cubicBezTo>
                        <a:pt x="2352" y="5526"/>
                        <a:pt x="2706" y="5563"/>
                        <a:pt x="3059" y="5563"/>
                      </a:cubicBezTo>
                      <a:cubicBezTo>
                        <a:pt x="3781" y="5563"/>
                        <a:pt x="4499" y="5407"/>
                        <a:pt x="5171" y="5115"/>
                      </a:cubicBezTo>
                      <a:lnTo>
                        <a:pt x="5205" y="5082"/>
                      </a:lnTo>
                      <a:cubicBezTo>
                        <a:pt x="5405" y="4982"/>
                        <a:pt x="5605" y="4882"/>
                        <a:pt x="5805" y="4782"/>
                      </a:cubicBezTo>
                      <a:lnTo>
                        <a:pt x="6372" y="4482"/>
                      </a:lnTo>
                      <a:lnTo>
                        <a:pt x="6339" y="4415"/>
                      </a:lnTo>
                      <a:lnTo>
                        <a:pt x="6439" y="4348"/>
                      </a:lnTo>
                      <a:lnTo>
                        <a:pt x="6539" y="4248"/>
                      </a:lnTo>
                      <a:lnTo>
                        <a:pt x="7106" y="3714"/>
                      </a:lnTo>
                      <a:cubicBezTo>
                        <a:pt x="7406" y="3481"/>
                        <a:pt x="7606" y="3181"/>
                        <a:pt x="7706" y="2847"/>
                      </a:cubicBezTo>
                      <a:cubicBezTo>
                        <a:pt x="7740" y="2780"/>
                        <a:pt x="7773" y="2680"/>
                        <a:pt x="7773" y="2614"/>
                      </a:cubicBezTo>
                      <a:lnTo>
                        <a:pt x="7773" y="2514"/>
                      </a:lnTo>
                      <a:cubicBezTo>
                        <a:pt x="7807" y="2480"/>
                        <a:pt x="7807" y="2413"/>
                        <a:pt x="7807" y="2380"/>
                      </a:cubicBezTo>
                      <a:cubicBezTo>
                        <a:pt x="7807" y="2247"/>
                        <a:pt x="7807" y="2113"/>
                        <a:pt x="7807" y="1980"/>
                      </a:cubicBezTo>
                      <a:cubicBezTo>
                        <a:pt x="7740" y="2113"/>
                        <a:pt x="7640" y="2280"/>
                        <a:pt x="7506" y="2380"/>
                      </a:cubicBezTo>
                      <a:lnTo>
                        <a:pt x="7039" y="2814"/>
                      </a:lnTo>
                      <a:cubicBezTo>
                        <a:pt x="6369" y="3392"/>
                        <a:pt x="5523" y="3697"/>
                        <a:pt x="4655" y="3697"/>
                      </a:cubicBezTo>
                      <a:cubicBezTo>
                        <a:pt x="4271" y="3697"/>
                        <a:pt x="3882" y="3637"/>
                        <a:pt x="3503" y="3514"/>
                      </a:cubicBezTo>
                      <a:cubicBezTo>
                        <a:pt x="3403" y="3481"/>
                        <a:pt x="3303" y="3448"/>
                        <a:pt x="3203" y="3381"/>
                      </a:cubicBezTo>
                      <a:cubicBezTo>
                        <a:pt x="3003" y="3214"/>
                        <a:pt x="2836" y="2981"/>
                        <a:pt x="2803" y="2714"/>
                      </a:cubicBezTo>
                      <a:cubicBezTo>
                        <a:pt x="2803" y="2647"/>
                        <a:pt x="2803" y="2580"/>
                        <a:pt x="2803" y="2514"/>
                      </a:cubicBezTo>
                      <a:cubicBezTo>
                        <a:pt x="2803" y="2280"/>
                        <a:pt x="2903" y="2047"/>
                        <a:pt x="3036" y="1880"/>
                      </a:cubicBezTo>
                      <a:cubicBezTo>
                        <a:pt x="3070" y="1813"/>
                        <a:pt x="3103" y="1780"/>
                        <a:pt x="3170" y="1746"/>
                      </a:cubicBezTo>
                      <a:lnTo>
                        <a:pt x="3637" y="1346"/>
                      </a:lnTo>
                      <a:cubicBezTo>
                        <a:pt x="3737" y="1246"/>
                        <a:pt x="3870" y="1146"/>
                        <a:pt x="3970" y="1046"/>
                      </a:cubicBezTo>
                      <a:cubicBezTo>
                        <a:pt x="4578" y="641"/>
                        <a:pt x="5277" y="433"/>
                        <a:pt x="5985" y="433"/>
                      </a:cubicBezTo>
                      <a:cubicBezTo>
                        <a:pt x="6326" y="433"/>
                        <a:pt x="6670" y="481"/>
                        <a:pt x="7006" y="579"/>
                      </a:cubicBezTo>
                      <a:lnTo>
                        <a:pt x="6973" y="545"/>
                      </a:lnTo>
                      <a:lnTo>
                        <a:pt x="6906" y="512"/>
                      </a:lnTo>
                      <a:cubicBezTo>
                        <a:pt x="6739" y="412"/>
                        <a:pt x="6606" y="312"/>
                        <a:pt x="6406" y="279"/>
                      </a:cubicBezTo>
                      <a:cubicBezTo>
                        <a:pt x="5868" y="93"/>
                        <a:pt x="5310" y="1"/>
                        <a:pt x="474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6" name="Google Shape;1016;p28"/>
                <p:cNvSpPr/>
                <p:nvPr/>
              </p:nvSpPr>
              <p:spPr>
                <a:xfrm>
                  <a:off x="3035675" y="4550950"/>
                  <a:ext cx="196000" cy="13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0" h="5547" extrusionOk="0">
                      <a:moveTo>
                        <a:pt x="4491" y="1182"/>
                      </a:moveTo>
                      <a:cubicBezTo>
                        <a:pt x="4764" y="1182"/>
                        <a:pt x="5038" y="1214"/>
                        <a:pt x="5304" y="1278"/>
                      </a:cubicBezTo>
                      <a:lnTo>
                        <a:pt x="5471" y="1311"/>
                      </a:lnTo>
                      <a:lnTo>
                        <a:pt x="5471" y="1345"/>
                      </a:lnTo>
                      <a:cubicBezTo>
                        <a:pt x="5504" y="1345"/>
                        <a:pt x="5571" y="1345"/>
                        <a:pt x="5604" y="1378"/>
                      </a:cubicBezTo>
                      <a:cubicBezTo>
                        <a:pt x="6171" y="1545"/>
                        <a:pt x="6472" y="2179"/>
                        <a:pt x="6272" y="2712"/>
                      </a:cubicBezTo>
                      <a:cubicBezTo>
                        <a:pt x="6272" y="2712"/>
                        <a:pt x="6272" y="2712"/>
                        <a:pt x="6272" y="2746"/>
                      </a:cubicBezTo>
                      <a:cubicBezTo>
                        <a:pt x="6238" y="2846"/>
                        <a:pt x="6138" y="2979"/>
                        <a:pt x="6071" y="3079"/>
                      </a:cubicBezTo>
                      <a:lnTo>
                        <a:pt x="5971" y="3146"/>
                      </a:lnTo>
                      <a:lnTo>
                        <a:pt x="5571" y="3513"/>
                      </a:lnTo>
                      <a:lnTo>
                        <a:pt x="5504" y="3580"/>
                      </a:lnTo>
                      <a:cubicBezTo>
                        <a:pt x="4834" y="4158"/>
                        <a:pt x="3988" y="4463"/>
                        <a:pt x="3131" y="4463"/>
                      </a:cubicBezTo>
                      <a:cubicBezTo>
                        <a:pt x="2752" y="4463"/>
                        <a:pt x="2371" y="4403"/>
                        <a:pt x="2002" y="4280"/>
                      </a:cubicBezTo>
                      <a:cubicBezTo>
                        <a:pt x="1868" y="4247"/>
                        <a:pt x="1768" y="4180"/>
                        <a:pt x="1702" y="4113"/>
                      </a:cubicBezTo>
                      <a:cubicBezTo>
                        <a:pt x="1602" y="4080"/>
                        <a:pt x="1535" y="4013"/>
                        <a:pt x="1501" y="3947"/>
                      </a:cubicBezTo>
                      <a:cubicBezTo>
                        <a:pt x="1368" y="3780"/>
                        <a:pt x="1301" y="3613"/>
                        <a:pt x="1268" y="3446"/>
                      </a:cubicBezTo>
                      <a:cubicBezTo>
                        <a:pt x="1268" y="3446"/>
                        <a:pt x="1268" y="3413"/>
                        <a:pt x="1268" y="3413"/>
                      </a:cubicBezTo>
                      <a:cubicBezTo>
                        <a:pt x="1268" y="3346"/>
                        <a:pt x="1268" y="3313"/>
                        <a:pt x="1268" y="3246"/>
                      </a:cubicBezTo>
                      <a:cubicBezTo>
                        <a:pt x="1268" y="3013"/>
                        <a:pt x="1368" y="2813"/>
                        <a:pt x="1535" y="2612"/>
                      </a:cubicBezTo>
                      <a:cubicBezTo>
                        <a:pt x="1568" y="2579"/>
                        <a:pt x="1602" y="2546"/>
                        <a:pt x="1635" y="2512"/>
                      </a:cubicBezTo>
                      <a:lnTo>
                        <a:pt x="2102" y="2079"/>
                      </a:lnTo>
                      <a:cubicBezTo>
                        <a:pt x="2202" y="1979"/>
                        <a:pt x="2335" y="1912"/>
                        <a:pt x="2469" y="1812"/>
                      </a:cubicBezTo>
                      <a:cubicBezTo>
                        <a:pt x="3049" y="1401"/>
                        <a:pt x="3770" y="1182"/>
                        <a:pt x="4491" y="1182"/>
                      </a:cubicBezTo>
                      <a:close/>
                      <a:moveTo>
                        <a:pt x="4788" y="0"/>
                      </a:moveTo>
                      <a:cubicBezTo>
                        <a:pt x="4181" y="0"/>
                        <a:pt x="3566" y="96"/>
                        <a:pt x="2969" y="311"/>
                      </a:cubicBezTo>
                      <a:lnTo>
                        <a:pt x="2702" y="444"/>
                      </a:lnTo>
                      <a:lnTo>
                        <a:pt x="2636" y="478"/>
                      </a:lnTo>
                      <a:cubicBezTo>
                        <a:pt x="2569" y="478"/>
                        <a:pt x="2536" y="511"/>
                        <a:pt x="2502" y="544"/>
                      </a:cubicBezTo>
                      <a:lnTo>
                        <a:pt x="2402" y="578"/>
                      </a:lnTo>
                      <a:lnTo>
                        <a:pt x="2302" y="644"/>
                      </a:lnTo>
                      <a:cubicBezTo>
                        <a:pt x="2235" y="644"/>
                        <a:pt x="2169" y="678"/>
                        <a:pt x="2102" y="711"/>
                      </a:cubicBezTo>
                      <a:cubicBezTo>
                        <a:pt x="2035" y="744"/>
                        <a:pt x="1968" y="811"/>
                        <a:pt x="1935" y="844"/>
                      </a:cubicBezTo>
                      <a:cubicBezTo>
                        <a:pt x="1902" y="844"/>
                        <a:pt x="1868" y="878"/>
                        <a:pt x="1835" y="878"/>
                      </a:cubicBezTo>
                      <a:lnTo>
                        <a:pt x="1602" y="1045"/>
                      </a:lnTo>
                      <a:cubicBezTo>
                        <a:pt x="1468" y="1145"/>
                        <a:pt x="1335" y="1245"/>
                        <a:pt x="1235" y="1345"/>
                      </a:cubicBezTo>
                      <a:lnTo>
                        <a:pt x="634" y="1879"/>
                      </a:lnTo>
                      <a:cubicBezTo>
                        <a:pt x="534" y="1979"/>
                        <a:pt x="434" y="2045"/>
                        <a:pt x="367" y="2179"/>
                      </a:cubicBezTo>
                      <a:lnTo>
                        <a:pt x="301" y="2245"/>
                      </a:lnTo>
                      <a:cubicBezTo>
                        <a:pt x="301" y="2245"/>
                        <a:pt x="301" y="2279"/>
                        <a:pt x="267" y="2279"/>
                      </a:cubicBezTo>
                      <a:cubicBezTo>
                        <a:pt x="267" y="2279"/>
                        <a:pt x="267" y="2312"/>
                        <a:pt x="234" y="2312"/>
                      </a:cubicBezTo>
                      <a:lnTo>
                        <a:pt x="201" y="2412"/>
                      </a:lnTo>
                      <a:lnTo>
                        <a:pt x="201" y="2446"/>
                      </a:lnTo>
                      <a:lnTo>
                        <a:pt x="134" y="2546"/>
                      </a:lnTo>
                      <a:cubicBezTo>
                        <a:pt x="100" y="2612"/>
                        <a:pt x="67" y="2679"/>
                        <a:pt x="67" y="2746"/>
                      </a:cubicBezTo>
                      <a:cubicBezTo>
                        <a:pt x="34" y="2779"/>
                        <a:pt x="34" y="2813"/>
                        <a:pt x="34" y="2846"/>
                      </a:cubicBezTo>
                      <a:cubicBezTo>
                        <a:pt x="0" y="2879"/>
                        <a:pt x="0" y="2946"/>
                        <a:pt x="0" y="3013"/>
                      </a:cubicBezTo>
                      <a:lnTo>
                        <a:pt x="0" y="3113"/>
                      </a:lnTo>
                      <a:cubicBezTo>
                        <a:pt x="0" y="3113"/>
                        <a:pt x="0" y="3113"/>
                        <a:pt x="0" y="3146"/>
                      </a:cubicBezTo>
                      <a:lnTo>
                        <a:pt x="0" y="3313"/>
                      </a:lnTo>
                      <a:cubicBezTo>
                        <a:pt x="0" y="3480"/>
                        <a:pt x="0" y="3646"/>
                        <a:pt x="34" y="3780"/>
                      </a:cubicBezTo>
                      <a:cubicBezTo>
                        <a:pt x="34" y="3880"/>
                        <a:pt x="67" y="3947"/>
                        <a:pt x="100" y="4013"/>
                      </a:cubicBezTo>
                      <a:cubicBezTo>
                        <a:pt x="100" y="4047"/>
                        <a:pt x="134" y="4080"/>
                        <a:pt x="134" y="4147"/>
                      </a:cubicBezTo>
                      <a:lnTo>
                        <a:pt x="167" y="4214"/>
                      </a:lnTo>
                      <a:cubicBezTo>
                        <a:pt x="167" y="4247"/>
                        <a:pt x="201" y="4280"/>
                        <a:pt x="201" y="4280"/>
                      </a:cubicBezTo>
                      <a:cubicBezTo>
                        <a:pt x="201" y="4314"/>
                        <a:pt x="234" y="4347"/>
                        <a:pt x="234" y="4347"/>
                      </a:cubicBezTo>
                      <a:cubicBezTo>
                        <a:pt x="267" y="4380"/>
                        <a:pt x="267" y="4414"/>
                        <a:pt x="301" y="4447"/>
                      </a:cubicBezTo>
                      <a:cubicBezTo>
                        <a:pt x="334" y="4514"/>
                        <a:pt x="367" y="4580"/>
                        <a:pt x="434" y="4647"/>
                      </a:cubicBezTo>
                      <a:cubicBezTo>
                        <a:pt x="467" y="4681"/>
                        <a:pt x="501" y="4714"/>
                        <a:pt x="534" y="4747"/>
                      </a:cubicBezTo>
                      <a:lnTo>
                        <a:pt x="567" y="4814"/>
                      </a:lnTo>
                      <a:lnTo>
                        <a:pt x="601" y="4814"/>
                      </a:lnTo>
                      <a:cubicBezTo>
                        <a:pt x="634" y="4881"/>
                        <a:pt x="701" y="4914"/>
                        <a:pt x="734" y="4947"/>
                      </a:cubicBezTo>
                      <a:cubicBezTo>
                        <a:pt x="768" y="4981"/>
                        <a:pt x="801" y="5014"/>
                        <a:pt x="834" y="5014"/>
                      </a:cubicBezTo>
                      <a:cubicBezTo>
                        <a:pt x="868" y="5047"/>
                        <a:pt x="901" y="5047"/>
                        <a:pt x="901" y="5081"/>
                      </a:cubicBezTo>
                      <a:cubicBezTo>
                        <a:pt x="934" y="5081"/>
                        <a:pt x="968" y="5114"/>
                        <a:pt x="1001" y="5114"/>
                      </a:cubicBezTo>
                      <a:cubicBezTo>
                        <a:pt x="1101" y="5181"/>
                        <a:pt x="1235" y="5248"/>
                        <a:pt x="1368" y="5281"/>
                      </a:cubicBezTo>
                      <a:cubicBezTo>
                        <a:pt x="1894" y="5461"/>
                        <a:pt x="2433" y="5547"/>
                        <a:pt x="2971" y="5547"/>
                      </a:cubicBezTo>
                      <a:cubicBezTo>
                        <a:pt x="3627" y="5547"/>
                        <a:pt x="4280" y="5419"/>
                        <a:pt x="4904" y="5181"/>
                      </a:cubicBezTo>
                      <a:cubicBezTo>
                        <a:pt x="5471" y="4981"/>
                        <a:pt x="6005" y="4647"/>
                        <a:pt x="6472" y="4247"/>
                      </a:cubicBezTo>
                      <a:lnTo>
                        <a:pt x="6939" y="3847"/>
                      </a:lnTo>
                      <a:lnTo>
                        <a:pt x="7072" y="3747"/>
                      </a:lnTo>
                      <a:cubicBezTo>
                        <a:pt x="7172" y="3613"/>
                        <a:pt x="7306" y="3513"/>
                        <a:pt x="7406" y="3380"/>
                      </a:cubicBezTo>
                      <a:cubicBezTo>
                        <a:pt x="7706" y="2913"/>
                        <a:pt x="7839" y="2346"/>
                        <a:pt x="7706" y="1778"/>
                      </a:cubicBezTo>
                      <a:cubicBezTo>
                        <a:pt x="7572" y="1078"/>
                        <a:pt x="7039" y="478"/>
                        <a:pt x="6338" y="244"/>
                      </a:cubicBezTo>
                      <a:lnTo>
                        <a:pt x="6105" y="177"/>
                      </a:lnTo>
                      <a:cubicBezTo>
                        <a:pt x="5905" y="144"/>
                        <a:pt x="5704" y="77"/>
                        <a:pt x="5504" y="44"/>
                      </a:cubicBezTo>
                      <a:cubicBezTo>
                        <a:pt x="5268" y="15"/>
                        <a:pt x="5028" y="0"/>
                        <a:pt x="478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7" name="Google Shape;1017;p28"/>
                <p:cNvSpPr/>
                <p:nvPr/>
              </p:nvSpPr>
              <p:spPr>
                <a:xfrm>
                  <a:off x="3048175" y="4612900"/>
                  <a:ext cx="90925" cy="4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7" h="1769" extrusionOk="0">
                      <a:moveTo>
                        <a:pt x="3470" y="1"/>
                      </a:moveTo>
                      <a:lnTo>
                        <a:pt x="1" y="1235"/>
                      </a:lnTo>
                      <a:lnTo>
                        <a:pt x="168" y="1769"/>
                      </a:lnTo>
                      <a:lnTo>
                        <a:pt x="3637" y="535"/>
                      </a:lnTo>
                      <a:lnTo>
                        <a:pt x="34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8" name="Google Shape;1018;p28"/>
                <p:cNvSpPr/>
                <p:nvPr/>
              </p:nvSpPr>
              <p:spPr>
                <a:xfrm>
                  <a:off x="3130750" y="4612900"/>
                  <a:ext cx="88400" cy="3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6" h="1402" extrusionOk="0">
                      <a:moveTo>
                        <a:pt x="134" y="1"/>
                      </a:moveTo>
                      <a:lnTo>
                        <a:pt x="67" y="301"/>
                      </a:lnTo>
                      <a:lnTo>
                        <a:pt x="0" y="535"/>
                      </a:lnTo>
                      <a:lnTo>
                        <a:pt x="167" y="601"/>
                      </a:lnTo>
                      <a:lnTo>
                        <a:pt x="1768" y="1035"/>
                      </a:lnTo>
                      <a:lnTo>
                        <a:pt x="2368" y="1202"/>
                      </a:lnTo>
                      <a:lnTo>
                        <a:pt x="3069" y="1402"/>
                      </a:lnTo>
                      <a:lnTo>
                        <a:pt x="3202" y="1302"/>
                      </a:lnTo>
                      <a:cubicBezTo>
                        <a:pt x="3302" y="1202"/>
                        <a:pt x="3436" y="1068"/>
                        <a:pt x="3536" y="935"/>
                      </a:cubicBezTo>
                      <a:lnTo>
                        <a:pt x="2469" y="668"/>
                      </a:lnTo>
                      <a:lnTo>
                        <a:pt x="2268" y="601"/>
                      </a:lnTo>
                      <a:lnTo>
                        <a:pt x="567" y="134"/>
                      </a:lnTo>
                      <a:lnTo>
                        <a:pt x="1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9" name="Google Shape;1019;p28"/>
                <p:cNvSpPr/>
                <p:nvPr/>
              </p:nvSpPr>
              <p:spPr>
                <a:xfrm>
                  <a:off x="3126575" y="4553700"/>
                  <a:ext cx="6007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2836" extrusionOk="0">
                      <a:moveTo>
                        <a:pt x="1802" y="1"/>
                      </a:moveTo>
                      <a:lnTo>
                        <a:pt x="1168" y="901"/>
                      </a:lnTo>
                      <a:lnTo>
                        <a:pt x="1034" y="1101"/>
                      </a:lnTo>
                      <a:lnTo>
                        <a:pt x="34" y="2469"/>
                      </a:lnTo>
                      <a:lnTo>
                        <a:pt x="0" y="2502"/>
                      </a:lnTo>
                      <a:lnTo>
                        <a:pt x="234" y="2669"/>
                      </a:lnTo>
                      <a:lnTo>
                        <a:pt x="467" y="2836"/>
                      </a:lnTo>
                      <a:lnTo>
                        <a:pt x="734" y="2502"/>
                      </a:lnTo>
                      <a:lnTo>
                        <a:pt x="1668" y="1201"/>
                      </a:lnTo>
                      <a:lnTo>
                        <a:pt x="1702" y="1135"/>
                      </a:lnTo>
                      <a:lnTo>
                        <a:pt x="2402" y="134"/>
                      </a:lnTo>
                      <a:lnTo>
                        <a:pt x="18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0" name="Google Shape;1020;p28"/>
                <p:cNvSpPr/>
                <p:nvPr/>
              </p:nvSpPr>
              <p:spPr>
                <a:xfrm>
                  <a:off x="2995650" y="4427625"/>
                  <a:ext cx="196825" cy="13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73" h="5542" extrusionOk="0">
                      <a:moveTo>
                        <a:pt x="4845" y="1"/>
                      </a:moveTo>
                      <a:cubicBezTo>
                        <a:pt x="4372" y="1"/>
                        <a:pt x="3897" y="68"/>
                        <a:pt x="3436" y="207"/>
                      </a:cubicBezTo>
                      <a:lnTo>
                        <a:pt x="3369" y="140"/>
                      </a:lnTo>
                      <a:lnTo>
                        <a:pt x="3169" y="273"/>
                      </a:lnTo>
                      <a:lnTo>
                        <a:pt x="2936" y="340"/>
                      </a:lnTo>
                      <a:cubicBezTo>
                        <a:pt x="2369" y="574"/>
                        <a:pt x="1835" y="907"/>
                        <a:pt x="1368" y="1308"/>
                      </a:cubicBezTo>
                      <a:lnTo>
                        <a:pt x="767" y="1808"/>
                      </a:lnTo>
                      <a:lnTo>
                        <a:pt x="734" y="1841"/>
                      </a:lnTo>
                      <a:lnTo>
                        <a:pt x="667" y="1941"/>
                      </a:lnTo>
                      <a:lnTo>
                        <a:pt x="634" y="1975"/>
                      </a:lnTo>
                      <a:lnTo>
                        <a:pt x="601" y="2008"/>
                      </a:lnTo>
                      <a:lnTo>
                        <a:pt x="501" y="2108"/>
                      </a:lnTo>
                      <a:cubicBezTo>
                        <a:pt x="167" y="2575"/>
                        <a:pt x="0" y="3176"/>
                        <a:pt x="134" y="3743"/>
                      </a:cubicBezTo>
                      <a:cubicBezTo>
                        <a:pt x="200" y="4010"/>
                        <a:pt x="300" y="4276"/>
                        <a:pt x="434" y="4510"/>
                      </a:cubicBezTo>
                      <a:cubicBezTo>
                        <a:pt x="501" y="4577"/>
                        <a:pt x="534" y="4643"/>
                        <a:pt x="601" y="4710"/>
                      </a:cubicBezTo>
                      <a:cubicBezTo>
                        <a:pt x="701" y="4810"/>
                        <a:pt x="801" y="4877"/>
                        <a:pt x="901" y="4977"/>
                      </a:cubicBezTo>
                      <a:cubicBezTo>
                        <a:pt x="968" y="5010"/>
                        <a:pt x="1034" y="5077"/>
                        <a:pt x="1134" y="5110"/>
                      </a:cubicBezTo>
                      <a:cubicBezTo>
                        <a:pt x="1201" y="5144"/>
                        <a:pt x="1268" y="5210"/>
                        <a:pt x="1368" y="5244"/>
                      </a:cubicBezTo>
                      <a:cubicBezTo>
                        <a:pt x="1401" y="5244"/>
                        <a:pt x="1468" y="5277"/>
                        <a:pt x="1501" y="5277"/>
                      </a:cubicBezTo>
                      <a:cubicBezTo>
                        <a:pt x="1668" y="5344"/>
                        <a:pt x="1868" y="5377"/>
                        <a:pt x="2068" y="5444"/>
                      </a:cubicBezTo>
                      <a:cubicBezTo>
                        <a:pt x="2412" y="5508"/>
                        <a:pt x="2759" y="5542"/>
                        <a:pt x="3105" y="5542"/>
                      </a:cubicBezTo>
                      <a:cubicBezTo>
                        <a:pt x="3834" y="5542"/>
                        <a:pt x="4559" y="5394"/>
                        <a:pt x="5237" y="5077"/>
                      </a:cubicBezTo>
                      <a:lnTo>
                        <a:pt x="5271" y="5077"/>
                      </a:lnTo>
                      <a:cubicBezTo>
                        <a:pt x="5471" y="5010"/>
                        <a:pt x="5671" y="4910"/>
                        <a:pt x="5871" y="4777"/>
                      </a:cubicBezTo>
                      <a:lnTo>
                        <a:pt x="6438" y="4477"/>
                      </a:lnTo>
                      <a:lnTo>
                        <a:pt x="6405" y="4410"/>
                      </a:lnTo>
                      <a:lnTo>
                        <a:pt x="6505" y="4343"/>
                      </a:lnTo>
                      <a:cubicBezTo>
                        <a:pt x="6538" y="4310"/>
                        <a:pt x="6572" y="4276"/>
                        <a:pt x="6605" y="4243"/>
                      </a:cubicBezTo>
                      <a:lnTo>
                        <a:pt x="7172" y="3709"/>
                      </a:lnTo>
                      <a:cubicBezTo>
                        <a:pt x="7439" y="3509"/>
                        <a:pt x="7639" y="3209"/>
                        <a:pt x="7772" y="2875"/>
                      </a:cubicBezTo>
                      <a:cubicBezTo>
                        <a:pt x="7806" y="2775"/>
                        <a:pt x="7839" y="2709"/>
                        <a:pt x="7839" y="2608"/>
                      </a:cubicBezTo>
                      <a:lnTo>
                        <a:pt x="7839" y="2508"/>
                      </a:lnTo>
                      <a:cubicBezTo>
                        <a:pt x="7873" y="2475"/>
                        <a:pt x="7873" y="2442"/>
                        <a:pt x="7873" y="2375"/>
                      </a:cubicBezTo>
                      <a:cubicBezTo>
                        <a:pt x="7873" y="2242"/>
                        <a:pt x="7873" y="2108"/>
                        <a:pt x="7873" y="1975"/>
                      </a:cubicBezTo>
                      <a:cubicBezTo>
                        <a:pt x="7806" y="2141"/>
                        <a:pt x="7706" y="2275"/>
                        <a:pt x="7572" y="2375"/>
                      </a:cubicBezTo>
                      <a:lnTo>
                        <a:pt x="7105" y="2809"/>
                      </a:lnTo>
                      <a:cubicBezTo>
                        <a:pt x="6424" y="3396"/>
                        <a:pt x="5562" y="3718"/>
                        <a:pt x="4680" y="3718"/>
                      </a:cubicBezTo>
                      <a:cubicBezTo>
                        <a:pt x="4309" y="3718"/>
                        <a:pt x="3935" y="3661"/>
                        <a:pt x="3569" y="3543"/>
                      </a:cubicBezTo>
                      <a:cubicBezTo>
                        <a:pt x="3469" y="3509"/>
                        <a:pt x="3369" y="3442"/>
                        <a:pt x="3269" y="3376"/>
                      </a:cubicBezTo>
                      <a:cubicBezTo>
                        <a:pt x="3069" y="3209"/>
                        <a:pt x="2902" y="2975"/>
                        <a:pt x="2869" y="2709"/>
                      </a:cubicBezTo>
                      <a:cubicBezTo>
                        <a:pt x="2869" y="2642"/>
                        <a:pt x="2869" y="2575"/>
                        <a:pt x="2869" y="2508"/>
                      </a:cubicBezTo>
                      <a:cubicBezTo>
                        <a:pt x="2869" y="2275"/>
                        <a:pt x="2969" y="2041"/>
                        <a:pt x="3102" y="1875"/>
                      </a:cubicBezTo>
                      <a:cubicBezTo>
                        <a:pt x="3136" y="1841"/>
                        <a:pt x="3169" y="1808"/>
                        <a:pt x="3236" y="1775"/>
                      </a:cubicBezTo>
                      <a:lnTo>
                        <a:pt x="3703" y="1341"/>
                      </a:lnTo>
                      <a:cubicBezTo>
                        <a:pt x="3803" y="1241"/>
                        <a:pt x="3936" y="1141"/>
                        <a:pt x="4036" y="1074"/>
                      </a:cubicBezTo>
                      <a:cubicBezTo>
                        <a:pt x="4658" y="660"/>
                        <a:pt x="5375" y="436"/>
                        <a:pt x="6100" y="436"/>
                      </a:cubicBezTo>
                      <a:cubicBezTo>
                        <a:pt x="6425" y="436"/>
                        <a:pt x="6752" y="481"/>
                        <a:pt x="7072" y="574"/>
                      </a:cubicBezTo>
                      <a:cubicBezTo>
                        <a:pt x="7072" y="574"/>
                        <a:pt x="7039" y="540"/>
                        <a:pt x="7039" y="540"/>
                      </a:cubicBezTo>
                      <a:lnTo>
                        <a:pt x="6972" y="507"/>
                      </a:lnTo>
                      <a:cubicBezTo>
                        <a:pt x="6805" y="407"/>
                        <a:pt x="6672" y="307"/>
                        <a:pt x="6472" y="273"/>
                      </a:cubicBezTo>
                      <a:cubicBezTo>
                        <a:pt x="5950" y="94"/>
                        <a:pt x="5399" y="1"/>
                        <a:pt x="484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8"/>
                <p:cNvSpPr/>
                <p:nvPr/>
              </p:nvSpPr>
              <p:spPr>
                <a:xfrm>
                  <a:off x="3035675" y="4408625"/>
                  <a:ext cx="196000" cy="13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0" h="5556" extrusionOk="0">
                      <a:moveTo>
                        <a:pt x="4499" y="1197"/>
                      </a:moveTo>
                      <a:cubicBezTo>
                        <a:pt x="4556" y="1197"/>
                        <a:pt x="4613" y="1198"/>
                        <a:pt x="4670" y="1200"/>
                      </a:cubicBezTo>
                      <a:cubicBezTo>
                        <a:pt x="4871" y="1200"/>
                        <a:pt x="5104" y="1234"/>
                        <a:pt x="5304" y="1300"/>
                      </a:cubicBezTo>
                      <a:cubicBezTo>
                        <a:pt x="5371" y="1300"/>
                        <a:pt x="5438" y="1300"/>
                        <a:pt x="5471" y="1334"/>
                      </a:cubicBezTo>
                      <a:lnTo>
                        <a:pt x="5604" y="1367"/>
                      </a:lnTo>
                      <a:cubicBezTo>
                        <a:pt x="6171" y="1567"/>
                        <a:pt x="6472" y="2168"/>
                        <a:pt x="6272" y="2735"/>
                      </a:cubicBezTo>
                      <a:cubicBezTo>
                        <a:pt x="6238" y="2835"/>
                        <a:pt x="6138" y="2968"/>
                        <a:pt x="6071" y="3068"/>
                      </a:cubicBezTo>
                      <a:cubicBezTo>
                        <a:pt x="6038" y="3102"/>
                        <a:pt x="6005" y="3135"/>
                        <a:pt x="5971" y="3135"/>
                      </a:cubicBezTo>
                      <a:lnTo>
                        <a:pt x="5571" y="3502"/>
                      </a:lnTo>
                      <a:lnTo>
                        <a:pt x="5504" y="3569"/>
                      </a:lnTo>
                      <a:cubicBezTo>
                        <a:pt x="4834" y="4146"/>
                        <a:pt x="3988" y="4452"/>
                        <a:pt x="3131" y="4452"/>
                      </a:cubicBezTo>
                      <a:cubicBezTo>
                        <a:pt x="2752" y="4452"/>
                        <a:pt x="2371" y="4392"/>
                        <a:pt x="2002" y="4269"/>
                      </a:cubicBezTo>
                      <a:cubicBezTo>
                        <a:pt x="1868" y="4269"/>
                        <a:pt x="1768" y="4202"/>
                        <a:pt x="1702" y="4136"/>
                      </a:cubicBezTo>
                      <a:cubicBezTo>
                        <a:pt x="1602" y="4069"/>
                        <a:pt x="1535" y="4002"/>
                        <a:pt x="1501" y="3936"/>
                      </a:cubicBezTo>
                      <a:cubicBezTo>
                        <a:pt x="1368" y="3802"/>
                        <a:pt x="1301" y="3635"/>
                        <a:pt x="1268" y="3469"/>
                      </a:cubicBezTo>
                      <a:cubicBezTo>
                        <a:pt x="1268" y="3435"/>
                        <a:pt x="1268" y="3435"/>
                        <a:pt x="1268" y="3402"/>
                      </a:cubicBezTo>
                      <a:cubicBezTo>
                        <a:pt x="1268" y="3368"/>
                        <a:pt x="1268" y="3302"/>
                        <a:pt x="1268" y="3268"/>
                      </a:cubicBezTo>
                      <a:cubicBezTo>
                        <a:pt x="1268" y="3035"/>
                        <a:pt x="1368" y="2801"/>
                        <a:pt x="1535" y="2635"/>
                      </a:cubicBezTo>
                      <a:cubicBezTo>
                        <a:pt x="1568" y="2601"/>
                        <a:pt x="1602" y="2535"/>
                        <a:pt x="1635" y="2501"/>
                      </a:cubicBezTo>
                      <a:lnTo>
                        <a:pt x="2102" y="2101"/>
                      </a:lnTo>
                      <a:cubicBezTo>
                        <a:pt x="2202" y="2001"/>
                        <a:pt x="2335" y="1901"/>
                        <a:pt x="2469" y="1801"/>
                      </a:cubicBezTo>
                      <a:cubicBezTo>
                        <a:pt x="3057" y="1398"/>
                        <a:pt x="3761" y="1197"/>
                        <a:pt x="4499" y="1197"/>
                      </a:cubicBezTo>
                      <a:close/>
                      <a:moveTo>
                        <a:pt x="4684" y="1"/>
                      </a:moveTo>
                      <a:cubicBezTo>
                        <a:pt x="4111" y="1"/>
                        <a:pt x="3532" y="97"/>
                        <a:pt x="2969" y="300"/>
                      </a:cubicBezTo>
                      <a:lnTo>
                        <a:pt x="2702" y="433"/>
                      </a:lnTo>
                      <a:lnTo>
                        <a:pt x="2636" y="466"/>
                      </a:lnTo>
                      <a:lnTo>
                        <a:pt x="2502" y="533"/>
                      </a:lnTo>
                      <a:lnTo>
                        <a:pt x="2402" y="566"/>
                      </a:lnTo>
                      <a:lnTo>
                        <a:pt x="2302" y="633"/>
                      </a:lnTo>
                      <a:lnTo>
                        <a:pt x="2102" y="733"/>
                      </a:lnTo>
                      <a:lnTo>
                        <a:pt x="1935" y="833"/>
                      </a:lnTo>
                      <a:cubicBezTo>
                        <a:pt x="1902" y="833"/>
                        <a:pt x="1868" y="867"/>
                        <a:pt x="1835" y="900"/>
                      </a:cubicBezTo>
                      <a:cubicBezTo>
                        <a:pt x="1768" y="933"/>
                        <a:pt x="1668" y="1000"/>
                        <a:pt x="1602" y="1033"/>
                      </a:cubicBezTo>
                      <a:cubicBezTo>
                        <a:pt x="1468" y="1134"/>
                        <a:pt x="1335" y="1234"/>
                        <a:pt x="1235" y="1367"/>
                      </a:cubicBezTo>
                      <a:lnTo>
                        <a:pt x="634" y="1867"/>
                      </a:lnTo>
                      <a:cubicBezTo>
                        <a:pt x="534" y="1967"/>
                        <a:pt x="434" y="2068"/>
                        <a:pt x="367" y="2168"/>
                      </a:cubicBezTo>
                      <a:lnTo>
                        <a:pt x="301" y="2234"/>
                      </a:lnTo>
                      <a:cubicBezTo>
                        <a:pt x="301" y="2234"/>
                        <a:pt x="301" y="2268"/>
                        <a:pt x="267" y="2268"/>
                      </a:cubicBezTo>
                      <a:cubicBezTo>
                        <a:pt x="267" y="2301"/>
                        <a:pt x="267" y="2301"/>
                        <a:pt x="234" y="2334"/>
                      </a:cubicBezTo>
                      <a:lnTo>
                        <a:pt x="201" y="2401"/>
                      </a:lnTo>
                      <a:lnTo>
                        <a:pt x="201" y="2434"/>
                      </a:lnTo>
                      <a:lnTo>
                        <a:pt x="134" y="2535"/>
                      </a:lnTo>
                      <a:cubicBezTo>
                        <a:pt x="100" y="2601"/>
                        <a:pt x="67" y="2668"/>
                        <a:pt x="67" y="2735"/>
                      </a:cubicBezTo>
                      <a:cubicBezTo>
                        <a:pt x="34" y="2768"/>
                        <a:pt x="34" y="2801"/>
                        <a:pt x="34" y="2835"/>
                      </a:cubicBezTo>
                      <a:cubicBezTo>
                        <a:pt x="0" y="2901"/>
                        <a:pt x="0" y="2935"/>
                        <a:pt x="0" y="3002"/>
                      </a:cubicBezTo>
                      <a:lnTo>
                        <a:pt x="0" y="3102"/>
                      </a:lnTo>
                      <a:cubicBezTo>
                        <a:pt x="0" y="3102"/>
                        <a:pt x="0" y="3135"/>
                        <a:pt x="0" y="3135"/>
                      </a:cubicBezTo>
                      <a:lnTo>
                        <a:pt x="0" y="3335"/>
                      </a:lnTo>
                      <a:cubicBezTo>
                        <a:pt x="0" y="3469"/>
                        <a:pt x="0" y="3635"/>
                        <a:pt x="34" y="3802"/>
                      </a:cubicBezTo>
                      <a:cubicBezTo>
                        <a:pt x="34" y="3869"/>
                        <a:pt x="67" y="3936"/>
                        <a:pt x="100" y="4036"/>
                      </a:cubicBezTo>
                      <a:cubicBezTo>
                        <a:pt x="100" y="4069"/>
                        <a:pt x="134" y="4102"/>
                        <a:pt x="134" y="4136"/>
                      </a:cubicBezTo>
                      <a:lnTo>
                        <a:pt x="167" y="4236"/>
                      </a:lnTo>
                      <a:cubicBezTo>
                        <a:pt x="167" y="4236"/>
                        <a:pt x="201" y="4269"/>
                        <a:pt x="201" y="4303"/>
                      </a:cubicBezTo>
                      <a:cubicBezTo>
                        <a:pt x="201" y="4303"/>
                        <a:pt x="234" y="4336"/>
                        <a:pt x="234" y="4369"/>
                      </a:cubicBezTo>
                      <a:cubicBezTo>
                        <a:pt x="267" y="4403"/>
                        <a:pt x="267" y="4403"/>
                        <a:pt x="301" y="4436"/>
                      </a:cubicBezTo>
                      <a:cubicBezTo>
                        <a:pt x="334" y="4503"/>
                        <a:pt x="367" y="4569"/>
                        <a:pt x="434" y="4636"/>
                      </a:cubicBezTo>
                      <a:lnTo>
                        <a:pt x="534" y="4770"/>
                      </a:lnTo>
                      <a:cubicBezTo>
                        <a:pt x="534" y="4770"/>
                        <a:pt x="567" y="4803"/>
                        <a:pt x="567" y="4803"/>
                      </a:cubicBezTo>
                      <a:lnTo>
                        <a:pt x="601" y="4836"/>
                      </a:lnTo>
                      <a:lnTo>
                        <a:pt x="734" y="4936"/>
                      </a:lnTo>
                      <a:cubicBezTo>
                        <a:pt x="768" y="4970"/>
                        <a:pt x="801" y="5003"/>
                        <a:pt x="834" y="5036"/>
                      </a:cubicBezTo>
                      <a:cubicBezTo>
                        <a:pt x="868" y="5036"/>
                        <a:pt x="901" y="5070"/>
                        <a:pt x="901" y="5070"/>
                      </a:cubicBezTo>
                      <a:lnTo>
                        <a:pt x="1001" y="5136"/>
                      </a:lnTo>
                      <a:cubicBezTo>
                        <a:pt x="1101" y="5203"/>
                        <a:pt x="1235" y="5237"/>
                        <a:pt x="1368" y="5303"/>
                      </a:cubicBezTo>
                      <a:cubicBezTo>
                        <a:pt x="1903" y="5471"/>
                        <a:pt x="2452" y="5555"/>
                        <a:pt x="2999" y="5555"/>
                      </a:cubicBezTo>
                      <a:cubicBezTo>
                        <a:pt x="3646" y="5555"/>
                        <a:pt x="4290" y="5438"/>
                        <a:pt x="4904" y="5203"/>
                      </a:cubicBezTo>
                      <a:cubicBezTo>
                        <a:pt x="5471" y="4970"/>
                        <a:pt x="6005" y="4636"/>
                        <a:pt x="6472" y="4236"/>
                      </a:cubicBezTo>
                      <a:lnTo>
                        <a:pt x="6939" y="3835"/>
                      </a:lnTo>
                      <a:lnTo>
                        <a:pt x="7072" y="3735"/>
                      </a:lnTo>
                      <a:cubicBezTo>
                        <a:pt x="7172" y="3635"/>
                        <a:pt x="7306" y="3502"/>
                        <a:pt x="7406" y="3368"/>
                      </a:cubicBezTo>
                      <a:cubicBezTo>
                        <a:pt x="7706" y="2901"/>
                        <a:pt x="7839" y="2334"/>
                        <a:pt x="7706" y="1801"/>
                      </a:cubicBezTo>
                      <a:cubicBezTo>
                        <a:pt x="7572" y="1067"/>
                        <a:pt x="7039" y="466"/>
                        <a:pt x="6338" y="266"/>
                      </a:cubicBezTo>
                      <a:cubicBezTo>
                        <a:pt x="6272" y="233"/>
                        <a:pt x="6205" y="200"/>
                        <a:pt x="6105" y="200"/>
                      </a:cubicBezTo>
                      <a:cubicBezTo>
                        <a:pt x="5905" y="133"/>
                        <a:pt x="5704" y="99"/>
                        <a:pt x="5504" y="66"/>
                      </a:cubicBezTo>
                      <a:cubicBezTo>
                        <a:pt x="5234" y="23"/>
                        <a:pt x="4959" y="1"/>
                        <a:pt x="46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28"/>
                <p:cNvSpPr/>
                <p:nvPr/>
              </p:nvSpPr>
              <p:spPr>
                <a:xfrm>
                  <a:off x="3048175" y="4470300"/>
                  <a:ext cx="90925" cy="4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7" h="1769" extrusionOk="0">
                      <a:moveTo>
                        <a:pt x="3470" y="1"/>
                      </a:moveTo>
                      <a:lnTo>
                        <a:pt x="1" y="1235"/>
                      </a:lnTo>
                      <a:lnTo>
                        <a:pt x="168" y="1769"/>
                      </a:lnTo>
                      <a:lnTo>
                        <a:pt x="3637" y="535"/>
                      </a:lnTo>
                      <a:lnTo>
                        <a:pt x="34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3" name="Google Shape;1023;p28"/>
                <p:cNvSpPr/>
                <p:nvPr/>
              </p:nvSpPr>
              <p:spPr>
                <a:xfrm>
                  <a:off x="3130750" y="4470300"/>
                  <a:ext cx="88400" cy="3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6" h="1402" extrusionOk="0">
                      <a:moveTo>
                        <a:pt x="134" y="1"/>
                      </a:moveTo>
                      <a:lnTo>
                        <a:pt x="67" y="301"/>
                      </a:lnTo>
                      <a:lnTo>
                        <a:pt x="0" y="535"/>
                      </a:lnTo>
                      <a:lnTo>
                        <a:pt x="167" y="601"/>
                      </a:lnTo>
                      <a:lnTo>
                        <a:pt x="1768" y="1035"/>
                      </a:lnTo>
                      <a:lnTo>
                        <a:pt x="2368" y="1202"/>
                      </a:lnTo>
                      <a:lnTo>
                        <a:pt x="3069" y="1402"/>
                      </a:lnTo>
                      <a:lnTo>
                        <a:pt x="3202" y="1302"/>
                      </a:lnTo>
                      <a:cubicBezTo>
                        <a:pt x="3302" y="1202"/>
                        <a:pt x="3436" y="1068"/>
                        <a:pt x="3536" y="935"/>
                      </a:cubicBezTo>
                      <a:lnTo>
                        <a:pt x="2469" y="635"/>
                      </a:lnTo>
                      <a:lnTo>
                        <a:pt x="2268" y="601"/>
                      </a:lnTo>
                      <a:lnTo>
                        <a:pt x="567" y="101"/>
                      </a:lnTo>
                      <a:lnTo>
                        <a:pt x="1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4" name="Google Shape;1024;p28"/>
                <p:cNvSpPr/>
                <p:nvPr/>
              </p:nvSpPr>
              <p:spPr>
                <a:xfrm>
                  <a:off x="3126575" y="4411100"/>
                  <a:ext cx="60075" cy="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2870" extrusionOk="0">
                      <a:moveTo>
                        <a:pt x="1802" y="0"/>
                      </a:moveTo>
                      <a:lnTo>
                        <a:pt x="1802" y="34"/>
                      </a:lnTo>
                      <a:lnTo>
                        <a:pt x="1168" y="901"/>
                      </a:lnTo>
                      <a:lnTo>
                        <a:pt x="1034" y="1101"/>
                      </a:lnTo>
                      <a:lnTo>
                        <a:pt x="34" y="2469"/>
                      </a:lnTo>
                      <a:lnTo>
                        <a:pt x="0" y="2536"/>
                      </a:lnTo>
                      <a:lnTo>
                        <a:pt x="234" y="2669"/>
                      </a:lnTo>
                      <a:lnTo>
                        <a:pt x="467" y="2869"/>
                      </a:lnTo>
                      <a:lnTo>
                        <a:pt x="467" y="2836"/>
                      </a:lnTo>
                      <a:lnTo>
                        <a:pt x="734" y="2502"/>
                      </a:lnTo>
                      <a:lnTo>
                        <a:pt x="1668" y="1201"/>
                      </a:lnTo>
                      <a:lnTo>
                        <a:pt x="1702" y="1135"/>
                      </a:lnTo>
                      <a:lnTo>
                        <a:pt x="2402" y="134"/>
                      </a:lnTo>
                      <a:lnTo>
                        <a:pt x="18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5" name="Google Shape;1025;p28"/>
                <p:cNvSpPr/>
                <p:nvPr/>
              </p:nvSpPr>
              <p:spPr>
                <a:xfrm>
                  <a:off x="2997300" y="4285775"/>
                  <a:ext cx="195175" cy="13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7" h="5539" extrusionOk="0">
                      <a:moveTo>
                        <a:pt x="4820" y="1"/>
                      </a:moveTo>
                      <a:cubicBezTo>
                        <a:pt x="4339" y="1"/>
                        <a:pt x="3860" y="68"/>
                        <a:pt x="3403" y="210"/>
                      </a:cubicBezTo>
                      <a:lnTo>
                        <a:pt x="3337" y="143"/>
                      </a:lnTo>
                      <a:lnTo>
                        <a:pt x="3137" y="277"/>
                      </a:lnTo>
                      <a:lnTo>
                        <a:pt x="3103" y="277"/>
                      </a:lnTo>
                      <a:lnTo>
                        <a:pt x="2870" y="343"/>
                      </a:lnTo>
                      <a:cubicBezTo>
                        <a:pt x="2303" y="577"/>
                        <a:pt x="1769" y="911"/>
                        <a:pt x="1302" y="1311"/>
                      </a:cubicBezTo>
                      <a:lnTo>
                        <a:pt x="735" y="1811"/>
                      </a:lnTo>
                      <a:cubicBezTo>
                        <a:pt x="701" y="1845"/>
                        <a:pt x="701" y="1845"/>
                        <a:pt x="668" y="1878"/>
                      </a:cubicBezTo>
                      <a:lnTo>
                        <a:pt x="601" y="1945"/>
                      </a:lnTo>
                      <a:lnTo>
                        <a:pt x="568" y="1978"/>
                      </a:lnTo>
                      <a:lnTo>
                        <a:pt x="535" y="2011"/>
                      </a:lnTo>
                      <a:lnTo>
                        <a:pt x="435" y="2111"/>
                      </a:lnTo>
                      <a:cubicBezTo>
                        <a:pt x="234" y="2378"/>
                        <a:pt x="134" y="2678"/>
                        <a:pt x="68" y="2979"/>
                      </a:cubicBezTo>
                      <a:cubicBezTo>
                        <a:pt x="1" y="3246"/>
                        <a:pt x="1" y="3512"/>
                        <a:pt x="68" y="3746"/>
                      </a:cubicBezTo>
                      <a:cubicBezTo>
                        <a:pt x="134" y="4013"/>
                        <a:pt x="234" y="4280"/>
                        <a:pt x="368" y="4513"/>
                      </a:cubicBezTo>
                      <a:cubicBezTo>
                        <a:pt x="435" y="4580"/>
                        <a:pt x="468" y="4647"/>
                        <a:pt x="535" y="4713"/>
                      </a:cubicBezTo>
                      <a:cubicBezTo>
                        <a:pt x="701" y="4880"/>
                        <a:pt x="868" y="5013"/>
                        <a:pt x="1068" y="5114"/>
                      </a:cubicBezTo>
                      <a:cubicBezTo>
                        <a:pt x="1135" y="5147"/>
                        <a:pt x="1202" y="5214"/>
                        <a:pt x="1302" y="5247"/>
                      </a:cubicBezTo>
                      <a:lnTo>
                        <a:pt x="1435" y="5280"/>
                      </a:lnTo>
                      <a:cubicBezTo>
                        <a:pt x="1602" y="5347"/>
                        <a:pt x="1802" y="5380"/>
                        <a:pt x="2002" y="5447"/>
                      </a:cubicBezTo>
                      <a:cubicBezTo>
                        <a:pt x="2328" y="5508"/>
                        <a:pt x="2656" y="5538"/>
                        <a:pt x="2983" y="5538"/>
                      </a:cubicBezTo>
                      <a:cubicBezTo>
                        <a:pt x="3731" y="5538"/>
                        <a:pt x="4475" y="5382"/>
                        <a:pt x="5171" y="5080"/>
                      </a:cubicBezTo>
                      <a:lnTo>
                        <a:pt x="5205" y="5080"/>
                      </a:lnTo>
                      <a:cubicBezTo>
                        <a:pt x="5405" y="4980"/>
                        <a:pt x="5605" y="4880"/>
                        <a:pt x="5805" y="4780"/>
                      </a:cubicBezTo>
                      <a:lnTo>
                        <a:pt x="6372" y="4480"/>
                      </a:lnTo>
                      <a:lnTo>
                        <a:pt x="6339" y="4413"/>
                      </a:lnTo>
                      <a:lnTo>
                        <a:pt x="6439" y="4313"/>
                      </a:lnTo>
                      <a:lnTo>
                        <a:pt x="6539" y="4246"/>
                      </a:lnTo>
                      <a:lnTo>
                        <a:pt x="7106" y="3713"/>
                      </a:lnTo>
                      <a:cubicBezTo>
                        <a:pt x="7373" y="3479"/>
                        <a:pt x="7606" y="3179"/>
                        <a:pt x="7706" y="2845"/>
                      </a:cubicBezTo>
                      <a:cubicBezTo>
                        <a:pt x="7740" y="2745"/>
                        <a:pt x="7773" y="2678"/>
                        <a:pt x="7773" y="2578"/>
                      </a:cubicBezTo>
                      <a:lnTo>
                        <a:pt x="7773" y="2512"/>
                      </a:lnTo>
                      <a:cubicBezTo>
                        <a:pt x="7807" y="2445"/>
                        <a:pt x="7807" y="2412"/>
                        <a:pt x="7807" y="2378"/>
                      </a:cubicBezTo>
                      <a:cubicBezTo>
                        <a:pt x="7807" y="2211"/>
                        <a:pt x="7807" y="2078"/>
                        <a:pt x="7807" y="1945"/>
                      </a:cubicBezTo>
                      <a:cubicBezTo>
                        <a:pt x="7740" y="2111"/>
                        <a:pt x="7640" y="2245"/>
                        <a:pt x="7506" y="2378"/>
                      </a:cubicBezTo>
                      <a:lnTo>
                        <a:pt x="7039" y="2779"/>
                      </a:lnTo>
                      <a:cubicBezTo>
                        <a:pt x="6367" y="3382"/>
                        <a:pt x="5517" y="3694"/>
                        <a:pt x="4646" y="3694"/>
                      </a:cubicBezTo>
                      <a:cubicBezTo>
                        <a:pt x="4265" y="3694"/>
                        <a:pt x="3879" y="3634"/>
                        <a:pt x="3503" y="3512"/>
                      </a:cubicBezTo>
                      <a:cubicBezTo>
                        <a:pt x="3403" y="3479"/>
                        <a:pt x="3303" y="3412"/>
                        <a:pt x="3203" y="3346"/>
                      </a:cubicBezTo>
                      <a:cubicBezTo>
                        <a:pt x="3003" y="3179"/>
                        <a:pt x="2836" y="2945"/>
                        <a:pt x="2803" y="2678"/>
                      </a:cubicBezTo>
                      <a:cubicBezTo>
                        <a:pt x="2803" y="2612"/>
                        <a:pt x="2803" y="2545"/>
                        <a:pt x="2803" y="2478"/>
                      </a:cubicBezTo>
                      <a:cubicBezTo>
                        <a:pt x="2803" y="2245"/>
                        <a:pt x="2903" y="2045"/>
                        <a:pt x="3036" y="1845"/>
                      </a:cubicBezTo>
                      <a:cubicBezTo>
                        <a:pt x="3070" y="1811"/>
                        <a:pt x="3103" y="1778"/>
                        <a:pt x="3170" y="1744"/>
                      </a:cubicBezTo>
                      <a:lnTo>
                        <a:pt x="3637" y="1311"/>
                      </a:lnTo>
                      <a:cubicBezTo>
                        <a:pt x="3737" y="1211"/>
                        <a:pt x="3870" y="1144"/>
                        <a:pt x="3970" y="1044"/>
                      </a:cubicBezTo>
                      <a:cubicBezTo>
                        <a:pt x="4592" y="629"/>
                        <a:pt x="5309" y="406"/>
                        <a:pt x="6034" y="406"/>
                      </a:cubicBezTo>
                      <a:cubicBezTo>
                        <a:pt x="6359" y="406"/>
                        <a:pt x="6686" y="451"/>
                        <a:pt x="7006" y="544"/>
                      </a:cubicBezTo>
                      <a:lnTo>
                        <a:pt x="6973" y="510"/>
                      </a:lnTo>
                      <a:lnTo>
                        <a:pt x="6906" y="477"/>
                      </a:lnTo>
                      <a:cubicBezTo>
                        <a:pt x="6739" y="377"/>
                        <a:pt x="6606" y="310"/>
                        <a:pt x="6406" y="243"/>
                      </a:cubicBezTo>
                      <a:cubicBezTo>
                        <a:pt x="5895" y="85"/>
                        <a:pt x="5357" y="1"/>
                        <a:pt x="482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6" name="Google Shape;1026;p28"/>
                <p:cNvSpPr/>
                <p:nvPr/>
              </p:nvSpPr>
              <p:spPr>
                <a:xfrm>
                  <a:off x="3035675" y="4266200"/>
                  <a:ext cx="204325" cy="13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3" h="5549" extrusionOk="0">
                      <a:moveTo>
                        <a:pt x="4452" y="1192"/>
                      </a:moveTo>
                      <a:cubicBezTo>
                        <a:pt x="4738" y="1192"/>
                        <a:pt x="5025" y="1226"/>
                        <a:pt x="5304" y="1293"/>
                      </a:cubicBezTo>
                      <a:lnTo>
                        <a:pt x="5471" y="1327"/>
                      </a:lnTo>
                      <a:cubicBezTo>
                        <a:pt x="5504" y="1327"/>
                        <a:pt x="5571" y="1360"/>
                        <a:pt x="5604" y="1360"/>
                      </a:cubicBezTo>
                      <a:cubicBezTo>
                        <a:pt x="6171" y="1560"/>
                        <a:pt x="6472" y="2161"/>
                        <a:pt x="6272" y="2728"/>
                      </a:cubicBezTo>
                      <a:cubicBezTo>
                        <a:pt x="6238" y="2861"/>
                        <a:pt x="6138" y="2961"/>
                        <a:pt x="6071" y="3061"/>
                      </a:cubicBezTo>
                      <a:lnTo>
                        <a:pt x="5971" y="3128"/>
                      </a:lnTo>
                      <a:lnTo>
                        <a:pt x="5571" y="3528"/>
                      </a:lnTo>
                      <a:lnTo>
                        <a:pt x="5504" y="3562"/>
                      </a:lnTo>
                      <a:cubicBezTo>
                        <a:pt x="4823" y="4149"/>
                        <a:pt x="3961" y="4471"/>
                        <a:pt x="3091" y="4471"/>
                      </a:cubicBezTo>
                      <a:cubicBezTo>
                        <a:pt x="2725" y="4471"/>
                        <a:pt x="2357" y="4414"/>
                        <a:pt x="2002" y="4295"/>
                      </a:cubicBezTo>
                      <a:cubicBezTo>
                        <a:pt x="1868" y="4262"/>
                        <a:pt x="1768" y="4195"/>
                        <a:pt x="1702" y="4129"/>
                      </a:cubicBezTo>
                      <a:cubicBezTo>
                        <a:pt x="1602" y="4095"/>
                        <a:pt x="1535" y="4029"/>
                        <a:pt x="1501" y="3928"/>
                      </a:cubicBezTo>
                      <a:cubicBezTo>
                        <a:pt x="1368" y="3795"/>
                        <a:pt x="1301" y="3628"/>
                        <a:pt x="1268" y="3461"/>
                      </a:cubicBezTo>
                      <a:cubicBezTo>
                        <a:pt x="1268" y="3461"/>
                        <a:pt x="1268" y="3428"/>
                        <a:pt x="1268" y="3428"/>
                      </a:cubicBezTo>
                      <a:cubicBezTo>
                        <a:pt x="1268" y="3361"/>
                        <a:pt x="1268" y="3328"/>
                        <a:pt x="1268" y="3261"/>
                      </a:cubicBezTo>
                      <a:cubicBezTo>
                        <a:pt x="1268" y="3028"/>
                        <a:pt x="1368" y="2794"/>
                        <a:pt x="1535" y="2628"/>
                      </a:cubicBezTo>
                      <a:cubicBezTo>
                        <a:pt x="1535" y="2594"/>
                        <a:pt x="1602" y="2561"/>
                        <a:pt x="1635" y="2494"/>
                      </a:cubicBezTo>
                      <a:lnTo>
                        <a:pt x="2102" y="2094"/>
                      </a:lnTo>
                      <a:cubicBezTo>
                        <a:pt x="2202" y="1994"/>
                        <a:pt x="2335" y="1894"/>
                        <a:pt x="2469" y="1827"/>
                      </a:cubicBezTo>
                      <a:cubicBezTo>
                        <a:pt x="3039" y="1400"/>
                        <a:pt x="3744" y="1192"/>
                        <a:pt x="4452" y="1192"/>
                      </a:cubicBezTo>
                      <a:close/>
                      <a:moveTo>
                        <a:pt x="4751" y="0"/>
                      </a:moveTo>
                      <a:cubicBezTo>
                        <a:pt x="4156" y="0"/>
                        <a:pt x="3554" y="105"/>
                        <a:pt x="2969" y="293"/>
                      </a:cubicBezTo>
                      <a:lnTo>
                        <a:pt x="2702" y="426"/>
                      </a:lnTo>
                      <a:lnTo>
                        <a:pt x="2636" y="459"/>
                      </a:lnTo>
                      <a:lnTo>
                        <a:pt x="2502" y="526"/>
                      </a:lnTo>
                      <a:cubicBezTo>
                        <a:pt x="2435" y="559"/>
                        <a:pt x="2369" y="593"/>
                        <a:pt x="2302" y="626"/>
                      </a:cubicBezTo>
                      <a:cubicBezTo>
                        <a:pt x="2235" y="659"/>
                        <a:pt x="2169" y="693"/>
                        <a:pt x="2102" y="726"/>
                      </a:cubicBezTo>
                      <a:cubicBezTo>
                        <a:pt x="2102" y="726"/>
                        <a:pt x="1968" y="793"/>
                        <a:pt x="1935" y="826"/>
                      </a:cubicBezTo>
                      <a:cubicBezTo>
                        <a:pt x="1902" y="860"/>
                        <a:pt x="1868" y="860"/>
                        <a:pt x="1835" y="893"/>
                      </a:cubicBezTo>
                      <a:cubicBezTo>
                        <a:pt x="1768" y="926"/>
                        <a:pt x="1668" y="993"/>
                        <a:pt x="1602" y="1026"/>
                      </a:cubicBezTo>
                      <a:cubicBezTo>
                        <a:pt x="1468" y="1126"/>
                        <a:pt x="1335" y="1260"/>
                        <a:pt x="1235" y="1360"/>
                      </a:cubicBezTo>
                      <a:lnTo>
                        <a:pt x="634" y="1860"/>
                      </a:lnTo>
                      <a:cubicBezTo>
                        <a:pt x="534" y="1960"/>
                        <a:pt x="434" y="2060"/>
                        <a:pt x="367" y="2161"/>
                      </a:cubicBezTo>
                      <a:lnTo>
                        <a:pt x="301" y="2227"/>
                      </a:lnTo>
                      <a:cubicBezTo>
                        <a:pt x="301" y="2261"/>
                        <a:pt x="301" y="2261"/>
                        <a:pt x="267" y="2294"/>
                      </a:cubicBezTo>
                      <a:cubicBezTo>
                        <a:pt x="267" y="2294"/>
                        <a:pt x="267" y="2294"/>
                        <a:pt x="234" y="2327"/>
                      </a:cubicBezTo>
                      <a:lnTo>
                        <a:pt x="201" y="2394"/>
                      </a:lnTo>
                      <a:lnTo>
                        <a:pt x="201" y="2427"/>
                      </a:lnTo>
                      <a:lnTo>
                        <a:pt x="134" y="2527"/>
                      </a:lnTo>
                      <a:cubicBezTo>
                        <a:pt x="100" y="2594"/>
                        <a:pt x="67" y="2661"/>
                        <a:pt x="67" y="2728"/>
                      </a:cubicBezTo>
                      <a:cubicBezTo>
                        <a:pt x="34" y="2761"/>
                        <a:pt x="34" y="2794"/>
                        <a:pt x="34" y="2828"/>
                      </a:cubicBezTo>
                      <a:cubicBezTo>
                        <a:pt x="0" y="2894"/>
                        <a:pt x="0" y="2961"/>
                        <a:pt x="0" y="2994"/>
                      </a:cubicBezTo>
                      <a:lnTo>
                        <a:pt x="0" y="3095"/>
                      </a:lnTo>
                      <a:cubicBezTo>
                        <a:pt x="0" y="3095"/>
                        <a:pt x="0" y="3128"/>
                        <a:pt x="0" y="3128"/>
                      </a:cubicBezTo>
                      <a:lnTo>
                        <a:pt x="0" y="3328"/>
                      </a:lnTo>
                      <a:cubicBezTo>
                        <a:pt x="0" y="3495"/>
                        <a:pt x="0" y="3628"/>
                        <a:pt x="34" y="3795"/>
                      </a:cubicBezTo>
                      <a:cubicBezTo>
                        <a:pt x="34" y="3862"/>
                        <a:pt x="67" y="3962"/>
                        <a:pt x="100" y="4029"/>
                      </a:cubicBezTo>
                      <a:cubicBezTo>
                        <a:pt x="100" y="4062"/>
                        <a:pt x="100" y="4095"/>
                        <a:pt x="134" y="4129"/>
                      </a:cubicBezTo>
                      <a:lnTo>
                        <a:pt x="167" y="4229"/>
                      </a:lnTo>
                      <a:cubicBezTo>
                        <a:pt x="167" y="4262"/>
                        <a:pt x="201" y="4262"/>
                        <a:pt x="201" y="4295"/>
                      </a:cubicBezTo>
                      <a:cubicBezTo>
                        <a:pt x="201" y="4329"/>
                        <a:pt x="234" y="4329"/>
                        <a:pt x="234" y="4362"/>
                      </a:cubicBezTo>
                      <a:lnTo>
                        <a:pt x="301" y="4462"/>
                      </a:lnTo>
                      <a:cubicBezTo>
                        <a:pt x="334" y="4529"/>
                        <a:pt x="367" y="4596"/>
                        <a:pt x="434" y="4629"/>
                      </a:cubicBezTo>
                      <a:lnTo>
                        <a:pt x="534" y="4762"/>
                      </a:lnTo>
                      <a:cubicBezTo>
                        <a:pt x="534" y="4762"/>
                        <a:pt x="567" y="4796"/>
                        <a:pt x="567" y="4796"/>
                      </a:cubicBezTo>
                      <a:lnTo>
                        <a:pt x="601" y="4829"/>
                      </a:lnTo>
                      <a:cubicBezTo>
                        <a:pt x="634" y="4862"/>
                        <a:pt x="701" y="4896"/>
                        <a:pt x="734" y="4963"/>
                      </a:cubicBezTo>
                      <a:cubicBezTo>
                        <a:pt x="768" y="4963"/>
                        <a:pt x="801" y="4996"/>
                        <a:pt x="834" y="5029"/>
                      </a:cubicBezTo>
                      <a:lnTo>
                        <a:pt x="901" y="5096"/>
                      </a:lnTo>
                      <a:lnTo>
                        <a:pt x="1001" y="5129"/>
                      </a:lnTo>
                      <a:cubicBezTo>
                        <a:pt x="1101" y="5196"/>
                        <a:pt x="1235" y="5263"/>
                        <a:pt x="1368" y="5296"/>
                      </a:cubicBezTo>
                      <a:cubicBezTo>
                        <a:pt x="1903" y="5464"/>
                        <a:pt x="2452" y="5548"/>
                        <a:pt x="2999" y="5548"/>
                      </a:cubicBezTo>
                      <a:cubicBezTo>
                        <a:pt x="3646" y="5548"/>
                        <a:pt x="4290" y="5431"/>
                        <a:pt x="4904" y="5196"/>
                      </a:cubicBezTo>
                      <a:cubicBezTo>
                        <a:pt x="5471" y="4963"/>
                        <a:pt x="6005" y="4662"/>
                        <a:pt x="6472" y="4262"/>
                      </a:cubicBezTo>
                      <a:lnTo>
                        <a:pt x="6939" y="3828"/>
                      </a:lnTo>
                      <a:lnTo>
                        <a:pt x="7072" y="3728"/>
                      </a:lnTo>
                      <a:cubicBezTo>
                        <a:pt x="7172" y="3628"/>
                        <a:pt x="7306" y="3495"/>
                        <a:pt x="7406" y="3361"/>
                      </a:cubicBezTo>
                      <a:cubicBezTo>
                        <a:pt x="8173" y="2261"/>
                        <a:pt x="7639" y="693"/>
                        <a:pt x="6338" y="259"/>
                      </a:cubicBezTo>
                      <a:lnTo>
                        <a:pt x="6105" y="192"/>
                      </a:lnTo>
                      <a:cubicBezTo>
                        <a:pt x="5905" y="126"/>
                        <a:pt x="5704" y="92"/>
                        <a:pt x="5504" y="59"/>
                      </a:cubicBezTo>
                      <a:cubicBezTo>
                        <a:pt x="5255" y="19"/>
                        <a:pt x="5004" y="0"/>
                        <a:pt x="47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28"/>
                <p:cNvSpPr/>
                <p:nvPr/>
              </p:nvSpPr>
              <p:spPr>
                <a:xfrm>
                  <a:off x="3048175" y="4328550"/>
                  <a:ext cx="90925" cy="4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7" h="1735" extrusionOk="0">
                      <a:moveTo>
                        <a:pt x="3470" y="0"/>
                      </a:moveTo>
                      <a:lnTo>
                        <a:pt x="1" y="1201"/>
                      </a:lnTo>
                      <a:lnTo>
                        <a:pt x="201" y="1735"/>
                      </a:lnTo>
                      <a:lnTo>
                        <a:pt x="3637" y="534"/>
                      </a:lnTo>
                      <a:lnTo>
                        <a:pt x="347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8" name="Google Shape;1028;p28"/>
                <p:cNvSpPr/>
                <p:nvPr/>
              </p:nvSpPr>
              <p:spPr>
                <a:xfrm>
                  <a:off x="3130750" y="4328550"/>
                  <a:ext cx="88400" cy="3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6" h="1402" extrusionOk="0">
                      <a:moveTo>
                        <a:pt x="134" y="0"/>
                      </a:moveTo>
                      <a:lnTo>
                        <a:pt x="67" y="267"/>
                      </a:lnTo>
                      <a:lnTo>
                        <a:pt x="0" y="534"/>
                      </a:lnTo>
                      <a:lnTo>
                        <a:pt x="167" y="567"/>
                      </a:lnTo>
                      <a:lnTo>
                        <a:pt x="1768" y="1034"/>
                      </a:lnTo>
                      <a:lnTo>
                        <a:pt x="2368" y="1201"/>
                      </a:lnTo>
                      <a:lnTo>
                        <a:pt x="3069" y="1401"/>
                      </a:lnTo>
                      <a:lnTo>
                        <a:pt x="3202" y="1301"/>
                      </a:lnTo>
                      <a:cubicBezTo>
                        <a:pt x="3302" y="1168"/>
                        <a:pt x="3436" y="1068"/>
                        <a:pt x="3536" y="934"/>
                      </a:cubicBezTo>
                      <a:lnTo>
                        <a:pt x="2469" y="634"/>
                      </a:lnTo>
                      <a:lnTo>
                        <a:pt x="2268" y="567"/>
                      </a:lnTo>
                      <a:lnTo>
                        <a:pt x="567" y="100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9" name="Google Shape;1029;p28"/>
                <p:cNvSpPr/>
                <p:nvPr/>
              </p:nvSpPr>
              <p:spPr>
                <a:xfrm>
                  <a:off x="3126575" y="4269325"/>
                  <a:ext cx="6007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3" h="2837" extrusionOk="0">
                      <a:moveTo>
                        <a:pt x="1802" y="1"/>
                      </a:moveTo>
                      <a:lnTo>
                        <a:pt x="1168" y="868"/>
                      </a:lnTo>
                      <a:lnTo>
                        <a:pt x="1034" y="1068"/>
                      </a:lnTo>
                      <a:lnTo>
                        <a:pt x="34" y="2436"/>
                      </a:lnTo>
                      <a:lnTo>
                        <a:pt x="0" y="2503"/>
                      </a:lnTo>
                      <a:lnTo>
                        <a:pt x="234" y="2636"/>
                      </a:lnTo>
                      <a:lnTo>
                        <a:pt x="467" y="2836"/>
                      </a:lnTo>
                      <a:lnTo>
                        <a:pt x="467" y="2803"/>
                      </a:lnTo>
                      <a:lnTo>
                        <a:pt x="734" y="2469"/>
                      </a:lnTo>
                      <a:lnTo>
                        <a:pt x="1668" y="1168"/>
                      </a:lnTo>
                      <a:lnTo>
                        <a:pt x="1702" y="1102"/>
                      </a:lnTo>
                      <a:lnTo>
                        <a:pt x="2402" y="134"/>
                      </a:lnTo>
                      <a:lnTo>
                        <a:pt x="18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030" name="Google Shape;1030;p28"/>
          <p:cNvGrpSpPr/>
          <p:nvPr/>
        </p:nvGrpSpPr>
        <p:grpSpPr>
          <a:xfrm rot="-8100000" flipH="1">
            <a:off x="7818853" y="-29084"/>
            <a:ext cx="1574243" cy="1137169"/>
            <a:chOff x="1460425" y="833750"/>
            <a:chExt cx="1176700" cy="850000"/>
          </a:xfrm>
        </p:grpSpPr>
        <p:sp>
          <p:nvSpPr>
            <p:cNvPr id="1031" name="Google Shape;1031;p28"/>
            <p:cNvSpPr/>
            <p:nvPr/>
          </p:nvSpPr>
          <p:spPr>
            <a:xfrm>
              <a:off x="1608050" y="833750"/>
              <a:ext cx="859800" cy="850000"/>
            </a:xfrm>
            <a:custGeom>
              <a:avLst/>
              <a:gdLst/>
              <a:ahLst/>
              <a:cxnLst/>
              <a:rect l="l" t="t" r="r" b="b"/>
              <a:pathLst>
                <a:path w="34392" h="34000" extrusionOk="0">
                  <a:moveTo>
                    <a:pt x="17208" y="1"/>
                  </a:moveTo>
                  <a:cubicBezTo>
                    <a:pt x="8001" y="1"/>
                    <a:pt x="398" y="7334"/>
                    <a:pt x="200" y="16617"/>
                  </a:cubicBezTo>
                  <a:cubicBezTo>
                    <a:pt x="0" y="25990"/>
                    <a:pt x="7405" y="33762"/>
                    <a:pt x="16812" y="33996"/>
                  </a:cubicBezTo>
                  <a:cubicBezTo>
                    <a:pt x="16936" y="33998"/>
                    <a:pt x="17059" y="34000"/>
                    <a:pt x="17181" y="34000"/>
                  </a:cubicBezTo>
                  <a:cubicBezTo>
                    <a:pt x="26389" y="34000"/>
                    <a:pt x="33961" y="26634"/>
                    <a:pt x="34191" y="17384"/>
                  </a:cubicBezTo>
                  <a:cubicBezTo>
                    <a:pt x="34391" y="8011"/>
                    <a:pt x="26953" y="205"/>
                    <a:pt x="17579" y="5"/>
                  </a:cubicBezTo>
                  <a:cubicBezTo>
                    <a:pt x="17455" y="2"/>
                    <a:pt x="17332" y="1"/>
                    <a:pt x="172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76200" dir="10560000" algn="bl" rotWithShape="0">
                <a:srgbClr val="000000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8"/>
            <p:cNvSpPr/>
            <p:nvPr/>
          </p:nvSpPr>
          <p:spPr>
            <a:xfrm>
              <a:off x="2411950" y="1164925"/>
              <a:ext cx="225175" cy="187650"/>
            </a:xfrm>
            <a:custGeom>
              <a:avLst/>
              <a:gdLst/>
              <a:ahLst/>
              <a:cxnLst/>
              <a:rect l="l" t="t" r="r" b="b"/>
              <a:pathLst>
                <a:path w="9007" h="7506" extrusionOk="0">
                  <a:moveTo>
                    <a:pt x="0" y="1"/>
                  </a:moveTo>
                  <a:lnTo>
                    <a:pt x="0" y="7506"/>
                  </a:lnTo>
                  <a:lnTo>
                    <a:pt x="5237" y="7506"/>
                  </a:lnTo>
                  <a:cubicBezTo>
                    <a:pt x="7306" y="7506"/>
                    <a:pt x="9007" y="5838"/>
                    <a:pt x="9007" y="3737"/>
                  </a:cubicBezTo>
                  <a:cubicBezTo>
                    <a:pt x="9007" y="1668"/>
                    <a:pt x="7306" y="1"/>
                    <a:pt x="5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8"/>
            <p:cNvSpPr/>
            <p:nvPr/>
          </p:nvSpPr>
          <p:spPr>
            <a:xfrm>
              <a:off x="1460425" y="1066525"/>
              <a:ext cx="246050" cy="349450"/>
            </a:xfrm>
            <a:custGeom>
              <a:avLst/>
              <a:gdLst/>
              <a:ahLst/>
              <a:cxnLst/>
              <a:rect l="l" t="t" r="r" b="b"/>
              <a:pathLst>
                <a:path w="9842" h="13978" extrusionOk="0">
                  <a:moveTo>
                    <a:pt x="9841" y="0"/>
                  </a:moveTo>
                  <a:lnTo>
                    <a:pt x="2669" y="2969"/>
                  </a:lnTo>
                  <a:cubicBezTo>
                    <a:pt x="1068" y="3636"/>
                    <a:pt x="1" y="5238"/>
                    <a:pt x="1" y="6972"/>
                  </a:cubicBezTo>
                  <a:cubicBezTo>
                    <a:pt x="1" y="8740"/>
                    <a:pt x="1068" y="10308"/>
                    <a:pt x="2669" y="10975"/>
                  </a:cubicBezTo>
                  <a:lnTo>
                    <a:pt x="9841" y="13977"/>
                  </a:lnTo>
                  <a:lnTo>
                    <a:pt x="9841" y="0"/>
                  </a:lnTo>
                  <a:close/>
                </a:path>
              </a:pathLst>
            </a:custGeom>
            <a:solidFill>
              <a:srgbClr val="EF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8"/>
            <p:cNvSpPr/>
            <p:nvPr/>
          </p:nvSpPr>
          <p:spPr>
            <a:xfrm>
              <a:off x="1522975" y="1124075"/>
              <a:ext cx="190175" cy="232675"/>
            </a:xfrm>
            <a:custGeom>
              <a:avLst/>
              <a:gdLst/>
              <a:ahLst/>
              <a:cxnLst/>
              <a:rect l="l" t="t" r="r" b="b"/>
              <a:pathLst>
                <a:path w="7607" h="9307" extrusionOk="0">
                  <a:moveTo>
                    <a:pt x="7606" y="0"/>
                  </a:moveTo>
                  <a:lnTo>
                    <a:pt x="1535" y="2535"/>
                  </a:lnTo>
                  <a:cubicBezTo>
                    <a:pt x="601" y="2902"/>
                    <a:pt x="1" y="3803"/>
                    <a:pt x="1" y="4804"/>
                  </a:cubicBezTo>
                  <a:cubicBezTo>
                    <a:pt x="1" y="5804"/>
                    <a:pt x="601" y="6705"/>
                    <a:pt x="1535" y="7072"/>
                  </a:cubicBezTo>
                  <a:lnTo>
                    <a:pt x="7606" y="9307"/>
                  </a:lnTo>
                  <a:lnTo>
                    <a:pt x="76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8"/>
            <p:cNvSpPr/>
            <p:nvPr/>
          </p:nvSpPr>
          <p:spPr>
            <a:xfrm>
              <a:off x="1684750" y="904750"/>
              <a:ext cx="707200" cy="708025"/>
            </a:xfrm>
            <a:custGeom>
              <a:avLst/>
              <a:gdLst/>
              <a:ahLst/>
              <a:cxnLst/>
              <a:rect l="l" t="t" r="r" b="b"/>
              <a:pathLst>
                <a:path w="28288" h="28321" extrusionOk="0">
                  <a:moveTo>
                    <a:pt x="13777" y="0"/>
                  </a:moveTo>
                  <a:cubicBezTo>
                    <a:pt x="12643" y="33"/>
                    <a:pt x="11543" y="200"/>
                    <a:pt x="10475" y="467"/>
                  </a:cubicBezTo>
                  <a:cubicBezTo>
                    <a:pt x="4304" y="2135"/>
                    <a:pt x="1" y="7772"/>
                    <a:pt x="1" y="14177"/>
                  </a:cubicBezTo>
                  <a:cubicBezTo>
                    <a:pt x="1" y="20548"/>
                    <a:pt x="4304" y="26186"/>
                    <a:pt x="10475" y="27853"/>
                  </a:cubicBezTo>
                  <a:cubicBezTo>
                    <a:pt x="11543" y="28120"/>
                    <a:pt x="12643" y="28287"/>
                    <a:pt x="13777" y="28320"/>
                  </a:cubicBezTo>
                  <a:lnTo>
                    <a:pt x="14144" y="28320"/>
                  </a:lnTo>
                  <a:cubicBezTo>
                    <a:pt x="14478" y="28320"/>
                    <a:pt x="14845" y="28320"/>
                    <a:pt x="15178" y="28287"/>
                  </a:cubicBezTo>
                  <a:cubicBezTo>
                    <a:pt x="15812" y="28220"/>
                    <a:pt x="16446" y="28154"/>
                    <a:pt x="17080" y="28020"/>
                  </a:cubicBezTo>
                  <a:cubicBezTo>
                    <a:pt x="17714" y="27887"/>
                    <a:pt x="18347" y="27687"/>
                    <a:pt x="18948" y="27486"/>
                  </a:cubicBezTo>
                  <a:cubicBezTo>
                    <a:pt x="19181" y="27386"/>
                    <a:pt x="19381" y="27286"/>
                    <a:pt x="19582" y="27220"/>
                  </a:cubicBezTo>
                  <a:cubicBezTo>
                    <a:pt x="19782" y="27153"/>
                    <a:pt x="19982" y="27053"/>
                    <a:pt x="20182" y="26953"/>
                  </a:cubicBezTo>
                  <a:cubicBezTo>
                    <a:pt x="21316" y="26419"/>
                    <a:pt x="22384" y="25719"/>
                    <a:pt x="23351" y="24918"/>
                  </a:cubicBezTo>
                  <a:cubicBezTo>
                    <a:pt x="23551" y="24751"/>
                    <a:pt x="23718" y="24551"/>
                    <a:pt x="23918" y="24384"/>
                  </a:cubicBezTo>
                  <a:cubicBezTo>
                    <a:pt x="26720" y="21716"/>
                    <a:pt x="28288" y="18013"/>
                    <a:pt x="28288" y="14144"/>
                  </a:cubicBezTo>
                  <a:cubicBezTo>
                    <a:pt x="28288" y="10308"/>
                    <a:pt x="26720" y="6605"/>
                    <a:pt x="23951" y="3970"/>
                  </a:cubicBezTo>
                  <a:cubicBezTo>
                    <a:pt x="23785" y="3770"/>
                    <a:pt x="23551" y="3603"/>
                    <a:pt x="23351" y="3436"/>
                  </a:cubicBezTo>
                  <a:cubicBezTo>
                    <a:pt x="22384" y="2602"/>
                    <a:pt x="21316" y="1901"/>
                    <a:pt x="20182" y="1368"/>
                  </a:cubicBezTo>
                  <a:cubicBezTo>
                    <a:pt x="19982" y="1268"/>
                    <a:pt x="19815" y="1201"/>
                    <a:pt x="19582" y="1101"/>
                  </a:cubicBezTo>
                  <a:cubicBezTo>
                    <a:pt x="19348" y="1001"/>
                    <a:pt x="19148" y="934"/>
                    <a:pt x="18948" y="834"/>
                  </a:cubicBezTo>
                  <a:cubicBezTo>
                    <a:pt x="18347" y="634"/>
                    <a:pt x="17714" y="434"/>
                    <a:pt x="17080" y="300"/>
                  </a:cubicBezTo>
                  <a:cubicBezTo>
                    <a:pt x="16446" y="167"/>
                    <a:pt x="15812" y="100"/>
                    <a:pt x="15178" y="33"/>
                  </a:cubicBezTo>
                  <a:cubicBezTo>
                    <a:pt x="14845" y="0"/>
                    <a:pt x="14478" y="0"/>
                    <a:pt x="141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8"/>
            <p:cNvSpPr/>
            <p:nvPr/>
          </p:nvSpPr>
          <p:spPr>
            <a:xfrm>
              <a:off x="2064200" y="905575"/>
              <a:ext cx="47550" cy="706375"/>
            </a:xfrm>
            <a:custGeom>
              <a:avLst/>
              <a:gdLst/>
              <a:ahLst/>
              <a:cxnLst/>
              <a:rect l="l" t="t" r="r" b="b"/>
              <a:pathLst>
                <a:path w="1902" h="28255" extrusionOk="0">
                  <a:moveTo>
                    <a:pt x="0" y="0"/>
                  </a:moveTo>
                  <a:lnTo>
                    <a:pt x="0" y="28254"/>
                  </a:lnTo>
                  <a:cubicBezTo>
                    <a:pt x="634" y="28221"/>
                    <a:pt x="1268" y="28121"/>
                    <a:pt x="1902" y="27987"/>
                  </a:cubicBezTo>
                  <a:lnTo>
                    <a:pt x="1902" y="267"/>
                  </a:lnTo>
                  <a:cubicBezTo>
                    <a:pt x="1268" y="134"/>
                    <a:pt x="634" y="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8"/>
            <p:cNvSpPr/>
            <p:nvPr/>
          </p:nvSpPr>
          <p:spPr>
            <a:xfrm>
              <a:off x="2175100" y="932250"/>
              <a:ext cx="93425" cy="653000"/>
            </a:xfrm>
            <a:custGeom>
              <a:avLst/>
              <a:gdLst/>
              <a:ahLst/>
              <a:cxnLst/>
              <a:rect l="l" t="t" r="r" b="b"/>
              <a:pathLst>
                <a:path w="3737" h="26120" extrusionOk="0">
                  <a:moveTo>
                    <a:pt x="1" y="1"/>
                  </a:moveTo>
                  <a:lnTo>
                    <a:pt x="1" y="26120"/>
                  </a:lnTo>
                  <a:cubicBezTo>
                    <a:pt x="201" y="26053"/>
                    <a:pt x="368" y="25953"/>
                    <a:pt x="568" y="25886"/>
                  </a:cubicBezTo>
                  <a:cubicBezTo>
                    <a:pt x="1736" y="25352"/>
                    <a:pt x="2770" y="24652"/>
                    <a:pt x="3737" y="23818"/>
                  </a:cubicBezTo>
                  <a:lnTo>
                    <a:pt x="3737" y="2336"/>
                  </a:lnTo>
                  <a:cubicBezTo>
                    <a:pt x="2770" y="1469"/>
                    <a:pt x="1736" y="801"/>
                    <a:pt x="568" y="268"/>
                  </a:cubicBezTo>
                  <a:cubicBezTo>
                    <a:pt x="368" y="168"/>
                    <a:pt x="201" y="6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8"/>
            <p:cNvSpPr/>
            <p:nvPr/>
          </p:nvSpPr>
          <p:spPr>
            <a:xfrm>
              <a:off x="1683925" y="916425"/>
              <a:ext cx="261875" cy="684675"/>
            </a:xfrm>
            <a:custGeom>
              <a:avLst/>
              <a:gdLst/>
              <a:ahLst/>
              <a:cxnLst/>
              <a:rect l="l" t="t" r="r" b="b"/>
              <a:pathLst>
                <a:path w="10475" h="27387" extrusionOk="0">
                  <a:moveTo>
                    <a:pt x="10475" y="0"/>
                  </a:moveTo>
                  <a:cubicBezTo>
                    <a:pt x="4304" y="1668"/>
                    <a:pt x="1" y="7272"/>
                    <a:pt x="1" y="13677"/>
                  </a:cubicBezTo>
                  <a:cubicBezTo>
                    <a:pt x="1" y="20081"/>
                    <a:pt x="4304" y="25685"/>
                    <a:pt x="10475" y="27386"/>
                  </a:cubicBezTo>
                  <a:lnTo>
                    <a:pt x="104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8"/>
            <p:cNvSpPr/>
            <p:nvPr/>
          </p:nvSpPr>
          <p:spPr>
            <a:xfrm>
              <a:off x="1984150" y="1096550"/>
              <a:ext cx="128450" cy="128450"/>
            </a:xfrm>
            <a:custGeom>
              <a:avLst/>
              <a:gdLst/>
              <a:ahLst/>
              <a:cxnLst/>
              <a:rect l="l" t="t" r="r" b="b"/>
              <a:pathLst>
                <a:path w="5138" h="5138" extrusionOk="0">
                  <a:moveTo>
                    <a:pt x="2569" y="0"/>
                  </a:moveTo>
                  <a:lnTo>
                    <a:pt x="0" y="2569"/>
                  </a:lnTo>
                  <a:lnTo>
                    <a:pt x="2569" y="5137"/>
                  </a:lnTo>
                  <a:lnTo>
                    <a:pt x="5137" y="2569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8"/>
            <p:cNvSpPr/>
            <p:nvPr/>
          </p:nvSpPr>
          <p:spPr>
            <a:xfrm>
              <a:off x="1984975" y="1280000"/>
              <a:ext cx="128450" cy="128450"/>
            </a:xfrm>
            <a:custGeom>
              <a:avLst/>
              <a:gdLst/>
              <a:ahLst/>
              <a:cxnLst/>
              <a:rect l="l" t="t" r="r" b="b"/>
              <a:pathLst>
                <a:path w="5138" h="5138" extrusionOk="0">
                  <a:moveTo>
                    <a:pt x="2569" y="1"/>
                  </a:moveTo>
                  <a:lnTo>
                    <a:pt x="1" y="2569"/>
                  </a:lnTo>
                  <a:lnTo>
                    <a:pt x="2602" y="5138"/>
                  </a:lnTo>
                  <a:lnTo>
                    <a:pt x="5138" y="2536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8"/>
            <p:cNvSpPr/>
            <p:nvPr/>
          </p:nvSpPr>
          <p:spPr>
            <a:xfrm>
              <a:off x="2103400" y="1187450"/>
              <a:ext cx="127600" cy="128450"/>
            </a:xfrm>
            <a:custGeom>
              <a:avLst/>
              <a:gdLst/>
              <a:ahLst/>
              <a:cxnLst/>
              <a:rect l="l" t="t" r="r" b="b"/>
              <a:pathLst>
                <a:path w="5104" h="5138" extrusionOk="0">
                  <a:moveTo>
                    <a:pt x="2535" y="0"/>
                  </a:moveTo>
                  <a:lnTo>
                    <a:pt x="0" y="2569"/>
                  </a:lnTo>
                  <a:lnTo>
                    <a:pt x="2569" y="5137"/>
                  </a:lnTo>
                  <a:lnTo>
                    <a:pt x="5104" y="2569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8"/>
            <p:cNvSpPr/>
            <p:nvPr/>
          </p:nvSpPr>
          <p:spPr>
            <a:xfrm>
              <a:off x="1867400" y="1189100"/>
              <a:ext cx="127600" cy="127625"/>
            </a:xfrm>
            <a:custGeom>
              <a:avLst/>
              <a:gdLst/>
              <a:ahLst/>
              <a:cxnLst/>
              <a:rect l="l" t="t" r="r" b="b"/>
              <a:pathLst>
                <a:path w="5104" h="5105" extrusionOk="0">
                  <a:moveTo>
                    <a:pt x="2535" y="1"/>
                  </a:moveTo>
                  <a:lnTo>
                    <a:pt x="0" y="2569"/>
                  </a:lnTo>
                  <a:lnTo>
                    <a:pt x="2569" y="5105"/>
                  </a:lnTo>
                  <a:lnTo>
                    <a:pt x="5104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3" name="Google Shape;1043;p28"/>
          <p:cNvSpPr/>
          <p:nvPr/>
        </p:nvSpPr>
        <p:spPr>
          <a:xfrm>
            <a:off x="597253" y="562378"/>
            <a:ext cx="250245" cy="250245"/>
          </a:xfrm>
          <a:custGeom>
            <a:avLst/>
            <a:gdLst/>
            <a:ahLst/>
            <a:cxnLst/>
            <a:rect l="l" t="t" r="r" b="b"/>
            <a:pathLst>
              <a:path w="12076" h="12076" extrusionOk="0">
                <a:moveTo>
                  <a:pt x="6038" y="1"/>
                </a:moveTo>
                <a:lnTo>
                  <a:pt x="5504" y="2336"/>
                </a:lnTo>
                <a:cubicBezTo>
                  <a:pt x="5104" y="3903"/>
                  <a:pt x="3903" y="5104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04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075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38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28"/>
          <p:cNvSpPr/>
          <p:nvPr/>
        </p:nvSpPr>
        <p:spPr>
          <a:xfrm>
            <a:off x="8296503" y="4330878"/>
            <a:ext cx="250245" cy="250245"/>
          </a:xfrm>
          <a:custGeom>
            <a:avLst/>
            <a:gdLst/>
            <a:ahLst/>
            <a:cxnLst/>
            <a:rect l="l" t="t" r="r" b="b"/>
            <a:pathLst>
              <a:path w="12076" h="12076" extrusionOk="0">
                <a:moveTo>
                  <a:pt x="6038" y="1"/>
                </a:moveTo>
                <a:lnTo>
                  <a:pt x="5504" y="2336"/>
                </a:lnTo>
                <a:cubicBezTo>
                  <a:pt x="5104" y="3903"/>
                  <a:pt x="3903" y="5104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04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075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38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ammersmith One"/>
              <a:buNone/>
              <a:defRPr sz="32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Char char="●"/>
              <a:defRPr sz="16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Char char="○"/>
              <a:defRPr sz="16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Char char="■"/>
              <a:defRPr sz="16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Char char="●"/>
              <a:defRPr sz="16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Char char="○"/>
              <a:defRPr sz="16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Char char="■"/>
              <a:defRPr sz="16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Char char="●"/>
              <a:defRPr sz="16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Char char="○"/>
              <a:defRPr sz="16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Char char="■"/>
              <a:defRPr sz="1600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62" r:id="rId6"/>
    <p:sldLayoutId id="2147483664" r:id="rId7"/>
    <p:sldLayoutId id="2147483665" r:id="rId8"/>
    <p:sldLayoutId id="2147483667" r:id="rId9"/>
    <p:sldLayoutId id="2147483668" r:id="rId10"/>
    <p:sldLayoutId id="2147483673" r:id="rId11"/>
    <p:sldLayoutId id="2147483674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2"/>
          <p:cNvSpPr txBox="1">
            <a:spLocks noGrp="1"/>
          </p:cNvSpPr>
          <p:nvPr>
            <p:ph type="ctrTitle"/>
          </p:nvPr>
        </p:nvSpPr>
        <p:spPr>
          <a:xfrm>
            <a:off x="305541" y="1518465"/>
            <a:ext cx="5340532" cy="15020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err="1"/>
              <a:t>Inisialisasi</a:t>
            </a:r>
            <a:r>
              <a:rPr lang="en-US" sz="4800" dirty="0"/>
              <a:t> </a:t>
            </a:r>
            <a:r>
              <a:rPr lang="en-US" sz="4800" dirty="0" err="1"/>
              <a:t>Proyek</a:t>
            </a:r>
            <a:r>
              <a:rPr lang="en-US" sz="4800" dirty="0"/>
              <a:t> </a:t>
            </a:r>
            <a:r>
              <a:rPr lang="en-US" sz="4800" dirty="0" err="1"/>
              <a:t>Sistem</a:t>
            </a:r>
            <a:r>
              <a:rPr lang="en-US" sz="4800" dirty="0"/>
              <a:t> </a:t>
            </a:r>
            <a:r>
              <a:rPr lang="en-US" sz="4800" dirty="0" err="1"/>
              <a:t>Informasi</a:t>
            </a:r>
            <a:endParaRPr sz="4800" dirty="0"/>
          </a:p>
        </p:txBody>
      </p:sp>
      <p:sp>
        <p:nvSpPr>
          <p:cNvPr id="1056" name="Google Shape;1056;p32"/>
          <p:cNvSpPr txBox="1">
            <a:spLocks noGrp="1"/>
          </p:cNvSpPr>
          <p:nvPr>
            <p:ph type="subTitle" idx="1"/>
          </p:nvPr>
        </p:nvSpPr>
        <p:spPr>
          <a:xfrm>
            <a:off x="534856" y="3612572"/>
            <a:ext cx="5013316" cy="7870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4KA21 – Kelompok 4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Dosen : Lulu Chaerani Munggaran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MK : Pengelolaan Proyek Sistem Informasi</a:t>
            </a:r>
            <a:endParaRPr sz="1600" dirty="0"/>
          </a:p>
        </p:txBody>
      </p:sp>
      <p:grpSp>
        <p:nvGrpSpPr>
          <p:cNvPr id="1057" name="Google Shape;1057;p32"/>
          <p:cNvGrpSpPr/>
          <p:nvPr/>
        </p:nvGrpSpPr>
        <p:grpSpPr>
          <a:xfrm>
            <a:off x="5663256" y="382498"/>
            <a:ext cx="4377281" cy="4378505"/>
            <a:chOff x="1888175" y="1790050"/>
            <a:chExt cx="2949650" cy="2950475"/>
          </a:xfrm>
        </p:grpSpPr>
        <p:sp>
          <p:nvSpPr>
            <p:cNvPr id="1058" name="Google Shape;1058;p32"/>
            <p:cNvSpPr/>
            <p:nvPr/>
          </p:nvSpPr>
          <p:spPr>
            <a:xfrm>
              <a:off x="1921550" y="1827125"/>
              <a:ext cx="2882900" cy="2879725"/>
            </a:xfrm>
            <a:custGeom>
              <a:avLst/>
              <a:gdLst/>
              <a:ahLst/>
              <a:cxnLst/>
              <a:rect l="l" t="t" r="r" b="b"/>
              <a:pathLst>
                <a:path w="115316" h="115189" extrusionOk="0">
                  <a:moveTo>
                    <a:pt x="57610" y="0"/>
                  </a:moveTo>
                  <a:cubicBezTo>
                    <a:pt x="27890" y="0"/>
                    <a:pt x="2831" y="22759"/>
                    <a:pt x="234" y="52690"/>
                  </a:cubicBezTo>
                  <a:cubicBezTo>
                    <a:pt x="67" y="54258"/>
                    <a:pt x="0" y="55892"/>
                    <a:pt x="0" y="57527"/>
                  </a:cubicBezTo>
                  <a:cubicBezTo>
                    <a:pt x="0" y="75740"/>
                    <a:pt x="8606" y="92885"/>
                    <a:pt x="23217" y="103760"/>
                  </a:cubicBezTo>
                  <a:cubicBezTo>
                    <a:pt x="33358" y="111327"/>
                    <a:pt x="45475" y="115189"/>
                    <a:pt x="57667" y="115189"/>
                  </a:cubicBezTo>
                  <a:cubicBezTo>
                    <a:pt x="66488" y="115189"/>
                    <a:pt x="75348" y="113167"/>
                    <a:pt x="83527" y="109064"/>
                  </a:cubicBezTo>
                  <a:cubicBezTo>
                    <a:pt x="103007" y="99257"/>
                    <a:pt x="115316" y="79342"/>
                    <a:pt x="115316" y="57527"/>
                  </a:cubicBezTo>
                  <a:cubicBezTo>
                    <a:pt x="115216" y="26705"/>
                    <a:pt x="90898" y="1353"/>
                    <a:pt x="60076" y="52"/>
                  </a:cubicBezTo>
                  <a:cubicBezTo>
                    <a:pt x="59251" y="17"/>
                    <a:pt x="58428" y="0"/>
                    <a:pt x="576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33350" dir="10800000" algn="bl" rotWithShape="0">
                <a:schemeClr val="lt2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2"/>
            <p:cNvSpPr/>
            <p:nvPr/>
          </p:nvSpPr>
          <p:spPr>
            <a:xfrm>
              <a:off x="2207575" y="2109200"/>
              <a:ext cx="2311675" cy="2301100"/>
            </a:xfrm>
            <a:custGeom>
              <a:avLst/>
              <a:gdLst/>
              <a:ahLst/>
              <a:cxnLst/>
              <a:rect l="l" t="t" r="r" b="b"/>
              <a:pathLst>
                <a:path w="92467" h="92044" extrusionOk="0">
                  <a:moveTo>
                    <a:pt x="46151" y="0"/>
                  </a:moveTo>
                  <a:cubicBezTo>
                    <a:pt x="22276" y="0"/>
                    <a:pt x="2179" y="18330"/>
                    <a:pt x="168" y="42341"/>
                  </a:cubicBezTo>
                  <a:cubicBezTo>
                    <a:pt x="34" y="43642"/>
                    <a:pt x="1" y="44943"/>
                    <a:pt x="1" y="46244"/>
                  </a:cubicBezTo>
                  <a:cubicBezTo>
                    <a:pt x="234" y="71595"/>
                    <a:pt x="20849" y="92043"/>
                    <a:pt x="46234" y="92043"/>
                  </a:cubicBezTo>
                  <a:cubicBezTo>
                    <a:pt x="71585" y="92043"/>
                    <a:pt x="92200" y="71595"/>
                    <a:pt x="92467" y="46244"/>
                  </a:cubicBezTo>
                  <a:cubicBezTo>
                    <a:pt x="92467" y="21459"/>
                    <a:pt x="72919" y="1078"/>
                    <a:pt x="48168" y="44"/>
                  </a:cubicBezTo>
                  <a:cubicBezTo>
                    <a:pt x="47493" y="15"/>
                    <a:pt x="46820" y="0"/>
                    <a:pt x="46151" y="0"/>
                  </a:cubicBezTo>
                  <a:close/>
                </a:path>
              </a:pathLst>
            </a:custGeom>
            <a:solidFill>
              <a:srgbClr val="E38C45">
                <a:alpha val="32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2"/>
            <p:cNvSpPr/>
            <p:nvPr/>
          </p:nvSpPr>
          <p:spPr>
            <a:xfrm>
              <a:off x="1888175" y="1790050"/>
              <a:ext cx="2949650" cy="2950475"/>
            </a:xfrm>
            <a:custGeom>
              <a:avLst/>
              <a:gdLst/>
              <a:ahLst/>
              <a:cxnLst/>
              <a:rect l="l" t="t" r="r" b="b"/>
              <a:pathLst>
                <a:path w="117986" h="118019" fill="none" extrusionOk="0">
                  <a:moveTo>
                    <a:pt x="97004" y="21016"/>
                  </a:moveTo>
                  <a:cubicBezTo>
                    <a:pt x="117985" y="41998"/>
                    <a:pt x="117985" y="76022"/>
                    <a:pt x="97004" y="97004"/>
                  </a:cubicBezTo>
                  <a:cubicBezTo>
                    <a:pt x="76022" y="118019"/>
                    <a:pt x="41964" y="118019"/>
                    <a:pt x="20983" y="97004"/>
                  </a:cubicBezTo>
                  <a:cubicBezTo>
                    <a:pt x="1" y="76022"/>
                    <a:pt x="1" y="41998"/>
                    <a:pt x="20983" y="21016"/>
                  </a:cubicBezTo>
                  <a:cubicBezTo>
                    <a:pt x="41964" y="1"/>
                    <a:pt x="76022" y="1"/>
                    <a:pt x="97004" y="21016"/>
                  </a:cubicBezTo>
                  <a:close/>
                </a:path>
              </a:pathLst>
            </a:custGeom>
            <a:noFill/>
            <a:ln w="1085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2"/>
            <p:cNvSpPr/>
            <p:nvPr/>
          </p:nvSpPr>
          <p:spPr>
            <a:xfrm>
              <a:off x="2942275" y="3610475"/>
              <a:ext cx="838950" cy="655525"/>
            </a:xfrm>
            <a:custGeom>
              <a:avLst/>
              <a:gdLst/>
              <a:ahLst/>
              <a:cxnLst/>
              <a:rect l="l" t="t" r="r" b="b"/>
              <a:pathLst>
                <a:path w="33558" h="26221" extrusionOk="0">
                  <a:moveTo>
                    <a:pt x="20127" y="0"/>
                  </a:moveTo>
                  <a:cubicBezTo>
                    <a:pt x="19441" y="0"/>
                    <a:pt x="18774" y="72"/>
                    <a:pt x="18147" y="236"/>
                  </a:cubicBezTo>
                  <a:cubicBezTo>
                    <a:pt x="17480" y="436"/>
                    <a:pt x="16846" y="703"/>
                    <a:pt x="16279" y="1137"/>
                  </a:cubicBezTo>
                  <a:cubicBezTo>
                    <a:pt x="15011" y="2104"/>
                    <a:pt x="14577" y="3305"/>
                    <a:pt x="14711" y="4506"/>
                  </a:cubicBezTo>
                  <a:cubicBezTo>
                    <a:pt x="14870" y="5621"/>
                    <a:pt x="13995" y="6614"/>
                    <a:pt x="12899" y="6614"/>
                  </a:cubicBezTo>
                  <a:cubicBezTo>
                    <a:pt x="12848" y="6614"/>
                    <a:pt x="12795" y="6612"/>
                    <a:pt x="12743" y="6607"/>
                  </a:cubicBezTo>
                  <a:cubicBezTo>
                    <a:pt x="12412" y="6579"/>
                    <a:pt x="12081" y="6563"/>
                    <a:pt x="11752" y="6563"/>
                  </a:cubicBezTo>
                  <a:cubicBezTo>
                    <a:pt x="9036" y="6563"/>
                    <a:pt x="6525" y="7604"/>
                    <a:pt x="6138" y="10610"/>
                  </a:cubicBezTo>
                  <a:cubicBezTo>
                    <a:pt x="6038" y="11544"/>
                    <a:pt x="6438" y="12478"/>
                    <a:pt x="7206" y="13045"/>
                  </a:cubicBezTo>
                  <a:cubicBezTo>
                    <a:pt x="8206" y="13879"/>
                    <a:pt x="8073" y="15480"/>
                    <a:pt x="6905" y="16114"/>
                  </a:cubicBezTo>
                  <a:cubicBezTo>
                    <a:pt x="3903" y="17782"/>
                    <a:pt x="0" y="21084"/>
                    <a:pt x="2669" y="24587"/>
                  </a:cubicBezTo>
                  <a:cubicBezTo>
                    <a:pt x="3628" y="25761"/>
                    <a:pt x="4741" y="26220"/>
                    <a:pt x="5883" y="26220"/>
                  </a:cubicBezTo>
                  <a:cubicBezTo>
                    <a:pt x="8116" y="26220"/>
                    <a:pt x="10464" y="24463"/>
                    <a:pt x="12009" y="22852"/>
                  </a:cubicBezTo>
                  <a:cubicBezTo>
                    <a:pt x="12376" y="22472"/>
                    <a:pt x="12859" y="22291"/>
                    <a:pt x="13339" y="22291"/>
                  </a:cubicBezTo>
                  <a:cubicBezTo>
                    <a:pt x="14037" y="22291"/>
                    <a:pt x="14728" y="22674"/>
                    <a:pt x="15044" y="23386"/>
                  </a:cubicBezTo>
                  <a:cubicBezTo>
                    <a:pt x="15378" y="24253"/>
                    <a:pt x="16145" y="24854"/>
                    <a:pt x="17079" y="24987"/>
                  </a:cubicBezTo>
                  <a:cubicBezTo>
                    <a:pt x="17360" y="25032"/>
                    <a:pt x="17629" y="25054"/>
                    <a:pt x="17886" y="25054"/>
                  </a:cubicBezTo>
                  <a:cubicBezTo>
                    <a:pt x="20693" y="25054"/>
                    <a:pt x="22164" y="22500"/>
                    <a:pt x="22683" y="19750"/>
                  </a:cubicBezTo>
                  <a:cubicBezTo>
                    <a:pt x="22866" y="18839"/>
                    <a:pt x="23678" y="18232"/>
                    <a:pt x="24534" y="18232"/>
                  </a:cubicBezTo>
                  <a:cubicBezTo>
                    <a:pt x="24774" y="18232"/>
                    <a:pt x="25018" y="18280"/>
                    <a:pt x="25252" y="18382"/>
                  </a:cubicBezTo>
                  <a:cubicBezTo>
                    <a:pt x="25659" y="18557"/>
                    <a:pt x="26093" y="18656"/>
                    <a:pt x="26507" y="18656"/>
                  </a:cubicBezTo>
                  <a:cubicBezTo>
                    <a:pt x="26567" y="18656"/>
                    <a:pt x="26627" y="18653"/>
                    <a:pt x="26686" y="18649"/>
                  </a:cubicBezTo>
                  <a:cubicBezTo>
                    <a:pt x="27520" y="18616"/>
                    <a:pt x="28287" y="18316"/>
                    <a:pt x="28921" y="17782"/>
                  </a:cubicBezTo>
                  <a:cubicBezTo>
                    <a:pt x="33558" y="14246"/>
                    <a:pt x="30556" y="3438"/>
                    <a:pt x="30556" y="3438"/>
                  </a:cubicBezTo>
                  <a:cubicBezTo>
                    <a:pt x="30556" y="3438"/>
                    <a:pt x="24876" y="0"/>
                    <a:pt x="20127" y="0"/>
                  </a:cubicBezTo>
                  <a:close/>
                </a:path>
              </a:pathLst>
            </a:custGeom>
            <a:solidFill>
              <a:srgbClr val="7D9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2"/>
            <p:cNvSpPr/>
            <p:nvPr/>
          </p:nvSpPr>
          <p:spPr>
            <a:xfrm>
              <a:off x="2942275" y="3610475"/>
              <a:ext cx="838950" cy="655525"/>
            </a:xfrm>
            <a:custGeom>
              <a:avLst/>
              <a:gdLst/>
              <a:ahLst/>
              <a:cxnLst/>
              <a:rect l="l" t="t" r="r" b="b"/>
              <a:pathLst>
                <a:path w="33558" h="26221" extrusionOk="0">
                  <a:moveTo>
                    <a:pt x="20127" y="0"/>
                  </a:moveTo>
                  <a:cubicBezTo>
                    <a:pt x="19441" y="0"/>
                    <a:pt x="18774" y="72"/>
                    <a:pt x="18147" y="236"/>
                  </a:cubicBezTo>
                  <a:cubicBezTo>
                    <a:pt x="17480" y="436"/>
                    <a:pt x="16846" y="703"/>
                    <a:pt x="16279" y="1137"/>
                  </a:cubicBezTo>
                  <a:cubicBezTo>
                    <a:pt x="15011" y="2104"/>
                    <a:pt x="14577" y="3305"/>
                    <a:pt x="14711" y="4506"/>
                  </a:cubicBezTo>
                  <a:cubicBezTo>
                    <a:pt x="14870" y="5621"/>
                    <a:pt x="13995" y="6614"/>
                    <a:pt x="12899" y="6614"/>
                  </a:cubicBezTo>
                  <a:cubicBezTo>
                    <a:pt x="12848" y="6614"/>
                    <a:pt x="12795" y="6612"/>
                    <a:pt x="12743" y="6607"/>
                  </a:cubicBezTo>
                  <a:cubicBezTo>
                    <a:pt x="12412" y="6579"/>
                    <a:pt x="12081" y="6563"/>
                    <a:pt x="11752" y="6563"/>
                  </a:cubicBezTo>
                  <a:cubicBezTo>
                    <a:pt x="9036" y="6563"/>
                    <a:pt x="6525" y="7604"/>
                    <a:pt x="6138" y="10610"/>
                  </a:cubicBezTo>
                  <a:cubicBezTo>
                    <a:pt x="6038" y="11544"/>
                    <a:pt x="6438" y="12478"/>
                    <a:pt x="7206" y="13045"/>
                  </a:cubicBezTo>
                  <a:cubicBezTo>
                    <a:pt x="8206" y="13879"/>
                    <a:pt x="8073" y="15480"/>
                    <a:pt x="6905" y="16114"/>
                  </a:cubicBezTo>
                  <a:cubicBezTo>
                    <a:pt x="3903" y="17782"/>
                    <a:pt x="0" y="21084"/>
                    <a:pt x="2669" y="24587"/>
                  </a:cubicBezTo>
                  <a:cubicBezTo>
                    <a:pt x="3628" y="25761"/>
                    <a:pt x="4741" y="26220"/>
                    <a:pt x="5883" y="26220"/>
                  </a:cubicBezTo>
                  <a:cubicBezTo>
                    <a:pt x="8116" y="26220"/>
                    <a:pt x="10464" y="24463"/>
                    <a:pt x="12009" y="22852"/>
                  </a:cubicBezTo>
                  <a:cubicBezTo>
                    <a:pt x="12376" y="22472"/>
                    <a:pt x="12859" y="22291"/>
                    <a:pt x="13339" y="22291"/>
                  </a:cubicBezTo>
                  <a:cubicBezTo>
                    <a:pt x="14037" y="22291"/>
                    <a:pt x="14728" y="22674"/>
                    <a:pt x="15044" y="23386"/>
                  </a:cubicBezTo>
                  <a:cubicBezTo>
                    <a:pt x="15378" y="24253"/>
                    <a:pt x="16145" y="24854"/>
                    <a:pt x="17079" y="24987"/>
                  </a:cubicBezTo>
                  <a:cubicBezTo>
                    <a:pt x="17360" y="25032"/>
                    <a:pt x="17629" y="25054"/>
                    <a:pt x="17886" y="25054"/>
                  </a:cubicBezTo>
                  <a:cubicBezTo>
                    <a:pt x="20693" y="25054"/>
                    <a:pt x="22164" y="22500"/>
                    <a:pt x="22683" y="19750"/>
                  </a:cubicBezTo>
                  <a:cubicBezTo>
                    <a:pt x="22866" y="18839"/>
                    <a:pt x="23678" y="18232"/>
                    <a:pt x="24534" y="18232"/>
                  </a:cubicBezTo>
                  <a:cubicBezTo>
                    <a:pt x="24774" y="18232"/>
                    <a:pt x="25018" y="18280"/>
                    <a:pt x="25252" y="18382"/>
                  </a:cubicBezTo>
                  <a:cubicBezTo>
                    <a:pt x="25659" y="18557"/>
                    <a:pt x="26093" y="18656"/>
                    <a:pt x="26507" y="18656"/>
                  </a:cubicBezTo>
                  <a:cubicBezTo>
                    <a:pt x="26567" y="18656"/>
                    <a:pt x="26627" y="18653"/>
                    <a:pt x="26686" y="18649"/>
                  </a:cubicBezTo>
                  <a:cubicBezTo>
                    <a:pt x="27520" y="18616"/>
                    <a:pt x="28287" y="18316"/>
                    <a:pt x="28921" y="17782"/>
                  </a:cubicBezTo>
                  <a:cubicBezTo>
                    <a:pt x="33558" y="14246"/>
                    <a:pt x="30556" y="3438"/>
                    <a:pt x="30556" y="3438"/>
                  </a:cubicBezTo>
                  <a:cubicBezTo>
                    <a:pt x="30556" y="3438"/>
                    <a:pt x="24876" y="0"/>
                    <a:pt x="20127" y="0"/>
                  </a:cubicBez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2"/>
            <p:cNvSpPr/>
            <p:nvPr/>
          </p:nvSpPr>
          <p:spPr>
            <a:xfrm>
              <a:off x="3105725" y="3845700"/>
              <a:ext cx="310250" cy="390300"/>
            </a:xfrm>
            <a:custGeom>
              <a:avLst/>
              <a:gdLst/>
              <a:ahLst/>
              <a:cxnLst/>
              <a:rect l="l" t="t" r="r" b="b"/>
              <a:pathLst>
                <a:path w="12410" h="15612" fill="none" extrusionOk="0">
                  <a:moveTo>
                    <a:pt x="11842" y="15611"/>
                  </a:moveTo>
                  <a:lnTo>
                    <a:pt x="12409" y="2969"/>
                  </a:lnTo>
                  <a:lnTo>
                    <a:pt x="0" y="0"/>
                  </a:lnTo>
                </a:path>
              </a:pathLst>
            </a:custGeom>
            <a:noFill/>
            <a:ln w="7500" cap="flat" cmpd="sng">
              <a:solidFill>
                <a:srgbClr val="EFECF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2"/>
            <p:cNvSpPr/>
            <p:nvPr/>
          </p:nvSpPr>
          <p:spPr>
            <a:xfrm>
              <a:off x="3056525" y="4052500"/>
              <a:ext cx="141800" cy="173500"/>
            </a:xfrm>
            <a:custGeom>
              <a:avLst/>
              <a:gdLst/>
              <a:ahLst/>
              <a:cxnLst/>
              <a:rect l="l" t="t" r="r" b="b"/>
              <a:pathLst>
                <a:path w="5672" h="6940" fill="none" extrusionOk="0">
                  <a:moveTo>
                    <a:pt x="5404" y="6939"/>
                  </a:moveTo>
                  <a:lnTo>
                    <a:pt x="5671" y="1335"/>
                  </a:lnTo>
                  <a:lnTo>
                    <a:pt x="0" y="1"/>
                  </a:lnTo>
                </a:path>
              </a:pathLst>
            </a:custGeom>
            <a:noFill/>
            <a:ln w="7500" cap="flat" cmpd="sng">
              <a:solidFill>
                <a:srgbClr val="EFECF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2"/>
            <p:cNvSpPr/>
            <p:nvPr/>
          </p:nvSpPr>
          <p:spPr>
            <a:xfrm>
              <a:off x="3315050" y="3678900"/>
              <a:ext cx="316900" cy="398650"/>
            </a:xfrm>
            <a:custGeom>
              <a:avLst/>
              <a:gdLst/>
              <a:ahLst/>
              <a:cxnLst/>
              <a:rect l="l" t="t" r="r" b="b"/>
              <a:pathLst>
                <a:path w="12676" h="15946" fill="none" extrusionOk="0">
                  <a:moveTo>
                    <a:pt x="12109" y="15946"/>
                  </a:moveTo>
                  <a:lnTo>
                    <a:pt x="12676" y="3003"/>
                  </a:lnTo>
                  <a:lnTo>
                    <a:pt x="0" y="1"/>
                  </a:lnTo>
                </a:path>
              </a:pathLst>
            </a:custGeom>
            <a:noFill/>
            <a:ln w="7500" cap="flat" cmpd="sng">
              <a:solidFill>
                <a:srgbClr val="EFECF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2"/>
            <p:cNvSpPr/>
            <p:nvPr/>
          </p:nvSpPr>
          <p:spPr>
            <a:xfrm>
              <a:off x="3288350" y="3567675"/>
              <a:ext cx="1025750" cy="893075"/>
            </a:xfrm>
            <a:custGeom>
              <a:avLst/>
              <a:gdLst/>
              <a:ahLst/>
              <a:cxnLst/>
              <a:rect l="l" t="t" r="r" b="b"/>
              <a:pathLst>
                <a:path w="41030" h="35723" extrusionOk="0">
                  <a:moveTo>
                    <a:pt x="23730" y="1"/>
                  </a:moveTo>
                  <a:cubicBezTo>
                    <a:pt x="22089" y="1"/>
                    <a:pt x="20494" y="227"/>
                    <a:pt x="19114" y="814"/>
                  </a:cubicBezTo>
                  <a:cubicBezTo>
                    <a:pt x="18314" y="1147"/>
                    <a:pt x="17580" y="1614"/>
                    <a:pt x="16946" y="2248"/>
                  </a:cubicBezTo>
                  <a:cubicBezTo>
                    <a:pt x="15512" y="3683"/>
                    <a:pt x="15145" y="5284"/>
                    <a:pt x="15578" y="6752"/>
                  </a:cubicBezTo>
                  <a:cubicBezTo>
                    <a:pt x="16012" y="8219"/>
                    <a:pt x="14978" y="9687"/>
                    <a:pt x="13444" y="9754"/>
                  </a:cubicBezTo>
                  <a:cubicBezTo>
                    <a:pt x="9541" y="9987"/>
                    <a:pt x="5771" y="11655"/>
                    <a:pt x="5871" y="15991"/>
                  </a:cubicBezTo>
                  <a:cubicBezTo>
                    <a:pt x="5905" y="17192"/>
                    <a:pt x="6572" y="18293"/>
                    <a:pt x="7639" y="18827"/>
                  </a:cubicBezTo>
                  <a:cubicBezTo>
                    <a:pt x="9074" y="19694"/>
                    <a:pt x="9174" y="21762"/>
                    <a:pt x="7840" y="22763"/>
                  </a:cubicBezTo>
                  <a:cubicBezTo>
                    <a:pt x="4337" y="25398"/>
                    <a:pt x="1" y="30268"/>
                    <a:pt x="3970" y="34204"/>
                  </a:cubicBezTo>
                  <a:cubicBezTo>
                    <a:pt x="5151" y="35282"/>
                    <a:pt x="6374" y="35723"/>
                    <a:pt x="7579" y="35723"/>
                  </a:cubicBezTo>
                  <a:cubicBezTo>
                    <a:pt x="10661" y="35723"/>
                    <a:pt x="13622" y="32839"/>
                    <a:pt x="15445" y="30368"/>
                  </a:cubicBezTo>
                  <a:cubicBezTo>
                    <a:pt x="15914" y="29705"/>
                    <a:pt x="16634" y="29379"/>
                    <a:pt x="17354" y="29379"/>
                  </a:cubicBezTo>
                  <a:cubicBezTo>
                    <a:pt x="18119" y="29379"/>
                    <a:pt x="18884" y="29747"/>
                    <a:pt x="19348" y="30468"/>
                  </a:cubicBezTo>
                  <a:cubicBezTo>
                    <a:pt x="19915" y="31503"/>
                    <a:pt x="21016" y="32136"/>
                    <a:pt x="22183" y="32136"/>
                  </a:cubicBezTo>
                  <a:cubicBezTo>
                    <a:pt x="22221" y="32137"/>
                    <a:pt x="22259" y="32137"/>
                    <a:pt x="22296" y="32137"/>
                  </a:cubicBezTo>
                  <a:cubicBezTo>
                    <a:pt x="26548" y="32137"/>
                    <a:pt x="28156" y="28400"/>
                    <a:pt x="28321" y="24531"/>
                  </a:cubicBezTo>
                  <a:cubicBezTo>
                    <a:pt x="28377" y="23259"/>
                    <a:pt x="29440" y="22299"/>
                    <a:pt x="30655" y="22299"/>
                  </a:cubicBezTo>
                  <a:cubicBezTo>
                    <a:pt x="30875" y="22299"/>
                    <a:pt x="31099" y="22330"/>
                    <a:pt x="31323" y="22396"/>
                  </a:cubicBezTo>
                  <a:cubicBezTo>
                    <a:pt x="31687" y="22477"/>
                    <a:pt x="32062" y="22521"/>
                    <a:pt x="32443" y="22521"/>
                  </a:cubicBezTo>
                  <a:cubicBezTo>
                    <a:pt x="32691" y="22521"/>
                    <a:pt x="32941" y="22502"/>
                    <a:pt x="33191" y="22463"/>
                  </a:cubicBezTo>
                  <a:cubicBezTo>
                    <a:pt x="34192" y="22263"/>
                    <a:pt x="35126" y="21729"/>
                    <a:pt x="35826" y="20962"/>
                  </a:cubicBezTo>
                  <a:cubicBezTo>
                    <a:pt x="41030" y="15658"/>
                    <a:pt x="35326" y="2582"/>
                    <a:pt x="35326" y="2582"/>
                  </a:cubicBezTo>
                  <a:cubicBezTo>
                    <a:pt x="35326" y="2582"/>
                    <a:pt x="29270" y="1"/>
                    <a:pt x="237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2"/>
            <p:cNvSpPr/>
            <p:nvPr/>
          </p:nvSpPr>
          <p:spPr>
            <a:xfrm>
              <a:off x="2856375" y="3099325"/>
              <a:ext cx="529575" cy="529575"/>
            </a:xfrm>
            <a:custGeom>
              <a:avLst/>
              <a:gdLst/>
              <a:ahLst/>
              <a:cxnLst/>
              <a:rect l="l" t="t" r="r" b="b"/>
              <a:pathLst>
                <a:path w="21183" h="21183" extrusionOk="0">
                  <a:moveTo>
                    <a:pt x="1" y="1"/>
                  </a:moveTo>
                  <a:lnTo>
                    <a:pt x="1" y="21182"/>
                  </a:lnTo>
                  <a:lnTo>
                    <a:pt x="21182" y="21182"/>
                  </a:lnTo>
                  <a:lnTo>
                    <a:pt x="211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2"/>
            <p:cNvSpPr/>
            <p:nvPr/>
          </p:nvSpPr>
          <p:spPr>
            <a:xfrm>
              <a:off x="2891400" y="2081450"/>
              <a:ext cx="597125" cy="869475"/>
            </a:xfrm>
            <a:custGeom>
              <a:avLst/>
              <a:gdLst/>
              <a:ahLst/>
              <a:cxnLst/>
              <a:rect l="l" t="t" r="r" b="b"/>
              <a:pathLst>
                <a:path w="23885" h="34779" extrusionOk="0">
                  <a:moveTo>
                    <a:pt x="13713" y="0"/>
                  </a:moveTo>
                  <a:cubicBezTo>
                    <a:pt x="9642" y="0"/>
                    <a:pt x="8777" y="4676"/>
                    <a:pt x="8874" y="7925"/>
                  </a:cubicBezTo>
                  <a:cubicBezTo>
                    <a:pt x="8901" y="8999"/>
                    <a:pt x="8019" y="9846"/>
                    <a:pt x="7016" y="9846"/>
                  </a:cubicBezTo>
                  <a:cubicBezTo>
                    <a:pt x="6805" y="9846"/>
                    <a:pt x="6587" y="9808"/>
                    <a:pt x="6372" y="9727"/>
                  </a:cubicBezTo>
                  <a:cubicBezTo>
                    <a:pt x="6058" y="9589"/>
                    <a:pt x="5721" y="9522"/>
                    <a:pt x="5383" y="9522"/>
                  </a:cubicBezTo>
                  <a:cubicBezTo>
                    <a:pt x="4823" y="9522"/>
                    <a:pt x="4261" y="9707"/>
                    <a:pt x="3803" y="10060"/>
                  </a:cubicBezTo>
                  <a:cubicBezTo>
                    <a:pt x="1068" y="12095"/>
                    <a:pt x="1869" y="15231"/>
                    <a:pt x="3637" y="17732"/>
                  </a:cubicBezTo>
                  <a:cubicBezTo>
                    <a:pt x="4304" y="18733"/>
                    <a:pt x="3903" y="20067"/>
                    <a:pt x="2803" y="20534"/>
                  </a:cubicBezTo>
                  <a:cubicBezTo>
                    <a:pt x="2336" y="20701"/>
                    <a:pt x="1935" y="21001"/>
                    <a:pt x="1602" y="21368"/>
                  </a:cubicBezTo>
                  <a:cubicBezTo>
                    <a:pt x="1068" y="21969"/>
                    <a:pt x="768" y="22736"/>
                    <a:pt x="668" y="23570"/>
                  </a:cubicBezTo>
                  <a:cubicBezTo>
                    <a:pt x="1" y="29341"/>
                    <a:pt x="9808" y="34778"/>
                    <a:pt x="9808" y="34778"/>
                  </a:cubicBezTo>
                  <a:cubicBezTo>
                    <a:pt x="9808" y="34778"/>
                    <a:pt x="18247" y="32576"/>
                    <a:pt x="20782" y="28107"/>
                  </a:cubicBezTo>
                  <a:cubicBezTo>
                    <a:pt x="21116" y="27506"/>
                    <a:pt x="21316" y="26872"/>
                    <a:pt x="21416" y="26205"/>
                  </a:cubicBezTo>
                  <a:cubicBezTo>
                    <a:pt x="21649" y="24604"/>
                    <a:pt x="21049" y="23437"/>
                    <a:pt x="20115" y="22736"/>
                  </a:cubicBezTo>
                  <a:cubicBezTo>
                    <a:pt x="19148" y="22002"/>
                    <a:pt x="19081" y="20568"/>
                    <a:pt x="19982" y="19801"/>
                  </a:cubicBezTo>
                  <a:cubicBezTo>
                    <a:pt x="22317" y="17799"/>
                    <a:pt x="23884" y="14964"/>
                    <a:pt x="21749" y="12295"/>
                  </a:cubicBezTo>
                  <a:cubicBezTo>
                    <a:pt x="21245" y="11679"/>
                    <a:pt x="20506" y="11321"/>
                    <a:pt x="19729" y="11321"/>
                  </a:cubicBezTo>
                  <a:cubicBezTo>
                    <a:pt x="19580" y="11321"/>
                    <a:pt x="19431" y="11335"/>
                    <a:pt x="19281" y="11361"/>
                  </a:cubicBezTo>
                  <a:cubicBezTo>
                    <a:pt x="19214" y="11368"/>
                    <a:pt x="19148" y="11371"/>
                    <a:pt x="19083" y="11371"/>
                  </a:cubicBezTo>
                  <a:cubicBezTo>
                    <a:pt x="17847" y="11371"/>
                    <a:pt x="16931" y="10197"/>
                    <a:pt x="17280" y="8993"/>
                  </a:cubicBezTo>
                  <a:cubicBezTo>
                    <a:pt x="18180" y="5691"/>
                    <a:pt x="18547" y="554"/>
                    <a:pt x="14177" y="20"/>
                  </a:cubicBezTo>
                  <a:cubicBezTo>
                    <a:pt x="14018" y="7"/>
                    <a:pt x="13863" y="0"/>
                    <a:pt x="137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2"/>
            <p:cNvSpPr/>
            <p:nvPr/>
          </p:nvSpPr>
          <p:spPr>
            <a:xfrm>
              <a:off x="3136575" y="2081100"/>
              <a:ext cx="105100" cy="869825"/>
            </a:xfrm>
            <a:custGeom>
              <a:avLst/>
              <a:gdLst/>
              <a:ahLst/>
              <a:cxnLst/>
              <a:rect l="l" t="t" r="r" b="b"/>
              <a:pathLst>
                <a:path w="4204" h="34793" fill="none" extrusionOk="0">
                  <a:moveTo>
                    <a:pt x="4204" y="0"/>
                  </a:moveTo>
                  <a:lnTo>
                    <a:pt x="1" y="34792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2"/>
            <p:cNvSpPr/>
            <p:nvPr/>
          </p:nvSpPr>
          <p:spPr>
            <a:xfrm>
              <a:off x="2963950" y="2355450"/>
              <a:ext cx="486200" cy="231025"/>
            </a:xfrm>
            <a:custGeom>
              <a:avLst/>
              <a:gdLst/>
              <a:ahLst/>
              <a:cxnLst/>
              <a:rect l="l" t="t" r="r" b="b"/>
              <a:pathLst>
                <a:path w="19448" h="9241" fill="none" extrusionOk="0">
                  <a:moveTo>
                    <a:pt x="1" y="1"/>
                  </a:moveTo>
                  <a:lnTo>
                    <a:pt x="8640" y="9241"/>
                  </a:lnTo>
                  <a:lnTo>
                    <a:pt x="19448" y="2436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2"/>
            <p:cNvSpPr/>
            <p:nvPr/>
          </p:nvSpPr>
          <p:spPr>
            <a:xfrm>
              <a:off x="3117400" y="2212025"/>
              <a:ext cx="219350" cy="102600"/>
            </a:xfrm>
            <a:custGeom>
              <a:avLst/>
              <a:gdLst/>
              <a:ahLst/>
              <a:cxnLst/>
              <a:rect l="l" t="t" r="r" b="b"/>
              <a:pathLst>
                <a:path w="8774" h="4104" fill="none" extrusionOk="0">
                  <a:moveTo>
                    <a:pt x="0" y="1"/>
                  </a:moveTo>
                  <a:lnTo>
                    <a:pt x="3836" y="4103"/>
                  </a:lnTo>
                  <a:lnTo>
                    <a:pt x="8773" y="1001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2"/>
            <p:cNvSpPr/>
            <p:nvPr/>
          </p:nvSpPr>
          <p:spPr>
            <a:xfrm>
              <a:off x="2926425" y="2620650"/>
              <a:ext cx="496225" cy="236025"/>
            </a:xfrm>
            <a:custGeom>
              <a:avLst/>
              <a:gdLst/>
              <a:ahLst/>
              <a:cxnLst/>
              <a:rect l="l" t="t" r="r" b="b"/>
              <a:pathLst>
                <a:path w="19849" h="9441" fill="none" extrusionOk="0">
                  <a:moveTo>
                    <a:pt x="1" y="1"/>
                  </a:moveTo>
                  <a:lnTo>
                    <a:pt x="8840" y="9441"/>
                  </a:lnTo>
                  <a:lnTo>
                    <a:pt x="19848" y="2502"/>
                  </a:lnTo>
                </a:path>
              </a:pathLst>
            </a:custGeom>
            <a:noFill/>
            <a:ln w="7500" cap="flat" cmpd="sng">
              <a:solidFill>
                <a:srgbClr val="EFECF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2"/>
            <p:cNvSpPr/>
            <p:nvPr/>
          </p:nvSpPr>
          <p:spPr>
            <a:xfrm>
              <a:off x="2481950" y="2216175"/>
              <a:ext cx="728875" cy="1111675"/>
            </a:xfrm>
            <a:custGeom>
              <a:avLst/>
              <a:gdLst/>
              <a:ahLst/>
              <a:cxnLst/>
              <a:rect l="l" t="t" r="r" b="b"/>
              <a:pathLst>
                <a:path w="29155" h="44467" extrusionOk="0">
                  <a:moveTo>
                    <a:pt x="14437" y="0"/>
                  </a:moveTo>
                  <a:cubicBezTo>
                    <a:pt x="14395" y="0"/>
                    <a:pt x="14353" y="1"/>
                    <a:pt x="14310" y="1"/>
                  </a:cubicBezTo>
                  <a:cubicBezTo>
                    <a:pt x="8640" y="335"/>
                    <a:pt x="8340" y="6639"/>
                    <a:pt x="9040" y="10876"/>
                  </a:cubicBezTo>
                  <a:cubicBezTo>
                    <a:pt x="9310" y="12346"/>
                    <a:pt x="8150" y="13627"/>
                    <a:pt x="6700" y="13627"/>
                  </a:cubicBezTo>
                  <a:cubicBezTo>
                    <a:pt x="6538" y="13627"/>
                    <a:pt x="6372" y="13611"/>
                    <a:pt x="6205" y="13578"/>
                  </a:cubicBezTo>
                  <a:cubicBezTo>
                    <a:pt x="5937" y="13505"/>
                    <a:pt x="5662" y="13469"/>
                    <a:pt x="5386" y="13469"/>
                  </a:cubicBezTo>
                  <a:cubicBezTo>
                    <a:pt x="4530" y="13469"/>
                    <a:pt x="3675" y="13814"/>
                    <a:pt x="3069" y="14445"/>
                  </a:cubicBezTo>
                  <a:cubicBezTo>
                    <a:pt x="0" y="17480"/>
                    <a:pt x="1535" y="21317"/>
                    <a:pt x="4203" y="24152"/>
                  </a:cubicBezTo>
                  <a:cubicBezTo>
                    <a:pt x="5237" y="25286"/>
                    <a:pt x="4970" y="27054"/>
                    <a:pt x="3636" y="27821"/>
                  </a:cubicBezTo>
                  <a:cubicBezTo>
                    <a:pt x="3102" y="28121"/>
                    <a:pt x="2669" y="28555"/>
                    <a:pt x="2302" y="29055"/>
                  </a:cubicBezTo>
                  <a:cubicBezTo>
                    <a:pt x="1735" y="29923"/>
                    <a:pt x="1468" y="30957"/>
                    <a:pt x="1535" y="31991"/>
                  </a:cubicBezTo>
                  <a:cubicBezTo>
                    <a:pt x="1668" y="39396"/>
                    <a:pt x="15011" y="44466"/>
                    <a:pt x="15011" y="44466"/>
                  </a:cubicBezTo>
                  <a:cubicBezTo>
                    <a:pt x="15011" y="44466"/>
                    <a:pt x="25218" y="40197"/>
                    <a:pt x="27620" y="34126"/>
                  </a:cubicBezTo>
                  <a:cubicBezTo>
                    <a:pt x="27920" y="33325"/>
                    <a:pt x="28087" y="32458"/>
                    <a:pt x="28087" y="31591"/>
                  </a:cubicBezTo>
                  <a:cubicBezTo>
                    <a:pt x="28087" y="29556"/>
                    <a:pt x="27153" y="28188"/>
                    <a:pt x="25852" y="27454"/>
                  </a:cubicBezTo>
                  <a:cubicBezTo>
                    <a:pt x="24484" y="26754"/>
                    <a:pt x="24184" y="24986"/>
                    <a:pt x="25152" y="23852"/>
                  </a:cubicBezTo>
                  <a:cubicBezTo>
                    <a:pt x="27720" y="20916"/>
                    <a:pt x="29154" y="17047"/>
                    <a:pt x="25985" y="14078"/>
                  </a:cubicBezTo>
                  <a:cubicBezTo>
                    <a:pt x="25373" y="13489"/>
                    <a:pt x="24578" y="13183"/>
                    <a:pt x="23753" y="13183"/>
                  </a:cubicBezTo>
                  <a:cubicBezTo>
                    <a:pt x="23409" y="13183"/>
                    <a:pt x="23060" y="13236"/>
                    <a:pt x="22716" y="13344"/>
                  </a:cubicBezTo>
                  <a:cubicBezTo>
                    <a:pt x="22526" y="13392"/>
                    <a:pt x="22336" y="13415"/>
                    <a:pt x="22149" y="13415"/>
                  </a:cubicBezTo>
                  <a:cubicBezTo>
                    <a:pt x="20775" y="13415"/>
                    <a:pt x="19609" y="12182"/>
                    <a:pt x="19814" y="10742"/>
                  </a:cubicBezTo>
                  <a:cubicBezTo>
                    <a:pt x="20344" y="6439"/>
                    <a:pt x="19888" y="0"/>
                    <a:pt x="144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2833850" y="2214525"/>
              <a:ext cx="23375" cy="1113325"/>
            </a:xfrm>
            <a:custGeom>
              <a:avLst/>
              <a:gdLst/>
              <a:ahLst/>
              <a:cxnLst/>
              <a:rect l="l" t="t" r="r" b="b"/>
              <a:pathLst>
                <a:path w="935" h="44533" fill="none" extrusionOk="0">
                  <a:moveTo>
                    <a:pt x="1" y="1"/>
                  </a:moveTo>
                  <a:lnTo>
                    <a:pt x="935" y="44532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2532825" y="2599800"/>
              <a:ext cx="622950" cy="262725"/>
            </a:xfrm>
            <a:custGeom>
              <a:avLst/>
              <a:gdLst/>
              <a:ahLst/>
              <a:cxnLst/>
              <a:rect l="l" t="t" r="r" b="b"/>
              <a:pathLst>
                <a:path w="24918" h="10509" fill="none" extrusionOk="0">
                  <a:moveTo>
                    <a:pt x="0" y="401"/>
                  </a:moveTo>
                  <a:lnTo>
                    <a:pt x="12542" y="10508"/>
                  </a:lnTo>
                  <a:lnTo>
                    <a:pt x="24918" y="1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2701275" y="2393825"/>
              <a:ext cx="279375" cy="120100"/>
            </a:xfrm>
            <a:custGeom>
              <a:avLst/>
              <a:gdLst/>
              <a:ahLst/>
              <a:cxnLst/>
              <a:rect l="l" t="t" r="r" b="b"/>
              <a:pathLst>
                <a:path w="11175" h="4804" fill="none" extrusionOk="0">
                  <a:moveTo>
                    <a:pt x="0" y="334"/>
                  </a:moveTo>
                  <a:lnTo>
                    <a:pt x="5571" y="4804"/>
                  </a:lnTo>
                  <a:lnTo>
                    <a:pt x="11175" y="0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2532825" y="2940050"/>
              <a:ext cx="636300" cy="267725"/>
            </a:xfrm>
            <a:custGeom>
              <a:avLst/>
              <a:gdLst/>
              <a:ahLst/>
              <a:cxnLst/>
              <a:rect l="l" t="t" r="r" b="b"/>
              <a:pathLst>
                <a:path w="25452" h="10709" fill="none" extrusionOk="0">
                  <a:moveTo>
                    <a:pt x="0" y="401"/>
                  </a:moveTo>
                  <a:lnTo>
                    <a:pt x="12843" y="10708"/>
                  </a:lnTo>
                  <a:lnTo>
                    <a:pt x="25452" y="0"/>
                  </a:lnTo>
                </a:path>
              </a:pathLst>
            </a:custGeom>
            <a:noFill/>
            <a:ln w="7500" cap="flat" cmpd="sng">
              <a:solidFill>
                <a:srgbClr val="EFECF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2241775" y="2767425"/>
              <a:ext cx="725550" cy="818450"/>
            </a:xfrm>
            <a:custGeom>
              <a:avLst/>
              <a:gdLst/>
              <a:ahLst/>
              <a:cxnLst/>
              <a:rect l="l" t="t" r="r" b="b"/>
              <a:pathLst>
                <a:path w="29022" h="32738" extrusionOk="0">
                  <a:moveTo>
                    <a:pt x="6215" y="1"/>
                  </a:moveTo>
                  <a:cubicBezTo>
                    <a:pt x="5494" y="1"/>
                    <a:pt x="4732" y="213"/>
                    <a:pt x="3937" y="701"/>
                  </a:cubicBezTo>
                  <a:cubicBezTo>
                    <a:pt x="0" y="3370"/>
                    <a:pt x="2502" y="8040"/>
                    <a:pt x="4837" y="10775"/>
                  </a:cubicBezTo>
                  <a:cubicBezTo>
                    <a:pt x="5738" y="11842"/>
                    <a:pt x="5271" y="13477"/>
                    <a:pt x="3970" y="13910"/>
                  </a:cubicBezTo>
                  <a:cubicBezTo>
                    <a:pt x="3003" y="14177"/>
                    <a:pt x="2302" y="14944"/>
                    <a:pt x="2069" y="15912"/>
                  </a:cubicBezTo>
                  <a:cubicBezTo>
                    <a:pt x="1168" y="19414"/>
                    <a:pt x="3937" y="21482"/>
                    <a:pt x="7072" y="22383"/>
                  </a:cubicBezTo>
                  <a:cubicBezTo>
                    <a:pt x="8273" y="22750"/>
                    <a:pt x="8840" y="24118"/>
                    <a:pt x="8240" y="25218"/>
                  </a:cubicBezTo>
                  <a:cubicBezTo>
                    <a:pt x="7973" y="25685"/>
                    <a:pt x="7839" y="26186"/>
                    <a:pt x="7806" y="26720"/>
                  </a:cubicBezTo>
                  <a:cubicBezTo>
                    <a:pt x="7773" y="27587"/>
                    <a:pt x="8039" y="28454"/>
                    <a:pt x="8506" y="29155"/>
                  </a:cubicBezTo>
                  <a:cubicBezTo>
                    <a:pt x="10325" y="32087"/>
                    <a:pt x="14766" y="32737"/>
                    <a:pt x="18349" y="32737"/>
                  </a:cubicBezTo>
                  <a:cubicBezTo>
                    <a:pt x="21206" y="32737"/>
                    <a:pt x="23517" y="32324"/>
                    <a:pt x="23517" y="32324"/>
                  </a:cubicBezTo>
                  <a:cubicBezTo>
                    <a:pt x="23517" y="32324"/>
                    <a:pt x="29021" y="24918"/>
                    <a:pt x="28120" y="19514"/>
                  </a:cubicBezTo>
                  <a:cubicBezTo>
                    <a:pt x="27987" y="18814"/>
                    <a:pt x="27754" y="18113"/>
                    <a:pt x="27387" y="17480"/>
                  </a:cubicBezTo>
                  <a:cubicBezTo>
                    <a:pt x="26511" y="16052"/>
                    <a:pt x="25288" y="15477"/>
                    <a:pt x="24086" y="15477"/>
                  </a:cubicBezTo>
                  <a:cubicBezTo>
                    <a:pt x="24052" y="15477"/>
                    <a:pt x="24018" y="15477"/>
                    <a:pt x="23984" y="15478"/>
                  </a:cubicBezTo>
                  <a:cubicBezTo>
                    <a:pt x="23948" y="15480"/>
                    <a:pt x="23913" y="15481"/>
                    <a:pt x="23878" y="15481"/>
                  </a:cubicBezTo>
                  <a:cubicBezTo>
                    <a:pt x="22661" y="15481"/>
                    <a:pt x="21722" y="14376"/>
                    <a:pt x="21949" y="13177"/>
                  </a:cubicBezTo>
                  <a:cubicBezTo>
                    <a:pt x="22550" y="9974"/>
                    <a:pt x="21916" y="6572"/>
                    <a:pt x="18380" y="5805"/>
                  </a:cubicBezTo>
                  <a:cubicBezTo>
                    <a:pt x="18169" y="5755"/>
                    <a:pt x="17958" y="5731"/>
                    <a:pt x="17749" y="5731"/>
                  </a:cubicBezTo>
                  <a:cubicBezTo>
                    <a:pt x="16972" y="5731"/>
                    <a:pt x="16238" y="6067"/>
                    <a:pt x="15712" y="6672"/>
                  </a:cubicBezTo>
                  <a:cubicBezTo>
                    <a:pt x="15312" y="7071"/>
                    <a:pt x="14807" y="7258"/>
                    <a:pt x="14308" y="7258"/>
                  </a:cubicBezTo>
                  <a:cubicBezTo>
                    <a:pt x="13556" y="7258"/>
                    <a:pt x="12817" y="6833"/>
                    <a:pt x="12476" y="6071"/>
                  </a:cubicBezTo>
                  <a:cubicBezTo>
                    <a:pt x="11329" y="3377"/>
                    <a:pt x="9094" y="1"/>
                    <a:pt x="62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2336000" y="2787425"/>
              <a:ext cx="493725" cy="788925"/>
            </a:xfrm>
            <a:custGeom>
              <a:avLst/>
              <a:gdLst/>
              <a:ahLst/>
              <a:cxnLst/>
              <a:rect l="l" t="t" r="r" b="b"/>
              <a:pathLst>
                <a:path w="19749" h="31557" fill="none" extrusionOk="0">
                  <a:moveTo>
                    <a:pt x="1" y="1"/>
                  </a:moveTo>
                  <a:lnTo>
                    <a:pt x="19748" y="31557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2289300" y="2925875"/>
              <a:ext cx="442025" cy="320250"/>
            </a:xfrm>
            <a:custGeom>
              <a:avLst/>
              <a:gdLst/>
              <a:ahLst/>
              <a:cxnLst/>
              <a:rect l="l" t="t" r="r" b="b"/>
              <a:pathLst>
                <a:path w="17681" h="12810" fill="none" extrusionOk="0">
                  <a:moveTo>
                    <a:pt x="1" y="10941"/>
                  </a:moveTo>
                  <a:lnTo>
                    <a:pt x="13310" y="12809"/>
                  </a:lnTo>
                  <a:lnTo>
                    <a:pt x="17680" y="0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2321000" y="2853325"/>
              <a:ext cx="196825" cy="145950"/>
            </a:xfrm>
            <a:custGeom>
              <a:avLst/>
              <a:gdLst/>
              <a:ahLst/>
              <a:cxnLst/>
              <a:rect l="l" t="t" r="r" b="b"/>
              <a:pathLst>
                <a:path w="7873" h="5838" fill="none" extrusionOk="0">
                  <a:moveTo>
                    <a:pt x="0" y="5004"/>
                  </a:moveTo>
                  <a:lnTo>
                    <a:pt x="5905" y="5838"/>
                  </a:lnTo>
                  <a:lnTo>
                    <a:pt x="7873" y="0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2435250" y="3164375"/>
              <a:ext cx="451175" cy="326925"/>
            </a:xfrm>
            <a:custGeom>
              <a:avLst/>
              <a:gdLst/>
              <a:ahLst/>
              <a:cxnLst/>
              <a:rect l="l" t="t" r="r" b="b"/>
              <a:pathLst>
                <a:path w="18047" h="13077" fill="none" extrusionOk="0">
                  <a:moveTo>
                    <a:pt x="0" y="11175"/>
                  </a:moveTo>
                  <a:lnTo>
                    <a:pt x="13610" y="13076"/>
                  </a:lnTo>
                  <a:lnTo>
                    <a:pt x="18046" y="0"/>
                  </a:lnTo>
                </a:path>
              </a:pathLst>
            </a:custGeom>
            <a:noFill/>
            <a:ln w="7500" cap="flat" cmpd="sng">
              <a:solidFill>
                <a:srgbClr val="EFECF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2086650" y="3288950"/>
              <a:ext cx="899000" cy="649975"/>
            </a:xfrm>
            <a:custGeom>
              <a:avLst/>
              <a:gdLst/>
              <a:ahLst/>
              <a:cxnLst/>
              <a:rect l="l" t="t" r="r" b="b"/>
              <a:pathLst>
                <a:path w="35960" h="25999" extrusionOk="0">
                  <a:moveTo>
                    <a:pt x="18585" y="0"/>
                  </a:moveTo>
                  <a:cubicBezTo>
                    <a:pt x="18071" y="0"/>
                    <a:pt x="17525" y="91"/>
                    <a:pt x="16946" y="288"/>
                  </a:cubicBezTo>
                  <a:cubicBezTo>
                    <a:pt x="15979" y="621"/>
                    <a:pt x="15279" y="1422"/>
                    <a:pt x="15112" y="2423"/>
                  </a:cubicBezTo>
                  <a:cubicBezTo>
                    <a:pt x="14881" y="3346"/>
                    <a:pt x="14044" y="3917"/>
                    <a:pt x="13174" y="3917"/>
                  </a:cubicBezTo>
                  <a:cubicBezTo>
                    <a:pt x="12787" y="3917"/>
                    <a:pt x="12393" y="3804"/>
                    <a:pt x="12043" y="3557"/>
                  </a:cubicBezTo>
                  <a:cubicBezTo>
                    <a:pt x="10278" y="2322"/>
                    <a:pt x="7834" y="1041"/>
                    <a:pt x="5692" y="1041"/>
                  </a:cubicBezTo>
                  <a:cubicBezTo>
                    <a:pt x="4189" y="1041"/>
                    <a:pt x="2835" y="1671"/>
                    <a:pt x="1969" y="3390"/>
                  </a:cubicBezTo>
                  <a:cubicBezTo>
                    <a:pt x="1" y="7693"/>
                    <a:pt x="4538" y="10395"/>
                    <a:pt x="7907" y="11529"/>
                  </a:cubicBezTo>
                  <a:cubicBezTo>
                    <a:pt x="9241" y="11963"/>
                    <a:pt x="9708" y="13631"/>
                    <a:pt x="8807" y="14698"/>
                  </a:cubicBezTo>
                  <a:cubicBezTo>
                    <a:pt x="8140" y="15399"/>
                    <a:pt x="7907" y="16433"/>
                    <a:pt x="8207" y="17367"/>
                  </a:cubicBezTo>
                  <a:cubicBezTo>
                    <a:pt x="8944" y="19839"/>
                    <a:pt x="10900" y="20719"/>
                    <a:pt x="13098" y="20719"/>
                  </a:cubicBezTo>
                  <a:cubicBezTo>
                    <a:pt x="13985" y="20719"/>
                    <a:pt x="14911" y="20575"/>
                    <a:pt x="15812" y="20336"/>
                  </a:cubicBezTo>
                  <a:cubicBezTo>
                    <a:pt x="15988" y="20288"/>
                    <a:pt x="16163" y="20266"/>
                    <a:pt x="16334" y="20266"/>
                  </a:cubicBezTo>
                  <a:cubicBezTo>
                    <a:pt x="17364" y="20266"/>
                    <a:pt x="18252" y="21083"/>
                    <a:pt x="18281" y="22170"/>
                  </a:cubicBezTo>
                  <a:cubicBezTo>
                    <a:pt x="18314" y="22704"/>
                    <a:pt x="18481" y="23204"/>
                    <a:pt x="18714" y="23671"/>
                  </a:cubicBezTo>
                  <a:cubicBezTo>
                    <a:pt x="19148" y="24405"/>
                    <a:pt x="19782" y="25039"/>
                    <a:pt x="20582" y="25406"/>
                  </a:cubicBezTo>
                  <a:cubicBezTo>
                    <a:pt x="21413" y="25821"/>
                    <a:pt x="22321" y="25998"/>
                    <a:pt x="23264" y="25998"/>
                  </a:cubicBezTo>
                  <a:cubicBezTo>
                    <a:pt x="28602" y="25998"/>
                    <a:pt x="35059" y="20336"/>
                    <a:pt x="35059" y="20336"/>
                  </a:cubicBezTo>
                  <a:cubicBezTo>
                    <a:pt x="35059" y="20336"/>
                    <a:pt x="35960" y="11129"/>
                    <a:pt x="32391" y="6993"/>
                  </a:cubicBezTo>
                  <a:cubicBezTo>
                    <a:pt x="31924" y="6426"/>
                    <a:pt x="31323" y="5959"/>
                    <a:pt x="30656" y="5625"/>
                  </a:cubicBezTo>
                  <a:cubicBezTo>
                    <a:pt x="29956" y="5252"/>
                    <a:pt x="29285" y="5089"/>
                    <a:pt x="28660" y="5089"/>
                  </a:cubicBezTo>
                  <a:cubicBezTo>
                    <a:pt x="27945" y="5089"/>
                    <a:pt x="27290" y="5302"/>
                    <a:pt x="26720" y="5658"/>
                  </a:cubicBezTo>
                  <a:cubicBezTo>
                    <a:pt x="26381" y="5888"/>
                    <a:pt x="25999" y="5996"/>
                    <a:pt x="25623" y="5996"/>
                  </a:cubicBezTo>
                  <a:cubicBezTo>
                    <a:pt x="24853" y="5996"/>
                    <a:pt x="24109" y="5543"/>
                    <a:pt x="23818" y="4758"/>
                  </a:cubicBezTo>
                  <a:cubicBezTo>
                    <a:pt x="22847" y="2206"/>
                    <a:pt x="21116" y="0"/>
                    <a:pt x="18585" y="0"/>
                  </a:cubicBezTo>
                  <a:close/>
                </a:path>
              </a:pathLst>
            </a:custGeom>
            <a:solidFill>
              <a:srgbClr val="7D9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2086650" y="3288950"/>
              <a:ext cx="899000" cy="649975"/>
            </a:xfrm>
            <a:custGeom>
              <a:avLst/>
              <a:gdLst/>
              <a:ahLst/>
              <a:cxnLst/>
              <a:rect l="l" t="t" r="r" b="b"/>
              <a:pathLst>
                <a:path w="35960" h="25999" extrusionOk="0">
                  <a:moveTo>
                    <a:pt x="18585" y="0"/>
                  </a:moveTo>
                  <a:cubicBezTo>
                    <a:pt x="18071" y="0"/>
                    <a:pt x="17525" y="91"/>
                    <a:pt x="16946" y="288"/>
                  </a:cubicBezTo>
                  <a:cubicBezTo>
                    <a:pt x="15979" y="621"/>
                    <a:pt x="15279" y="1422"/>
                    <a:pt x="15112" y="2423"/>
                  </a:cubicBezTo>
                  <a:cubicBezTo>
                    <a:pt x="14881" y="3346"/>
                    <a:pt x="14044" y="3917"/>
                    <a:pt x="13174" y="3917"/>
                  </a:cubicBezTo>
                  <a:cubicBezTo>
                    <a:pt x="12787" y="3917"/>
                    <a:pt x="12393" y="3804"/>
                    <a:pt x="12043" y="3557"/>
                  </a:cubicBezTo>
                  <a:cubicBezTo>
                    <a:pt x="10278" y="2322"/>
                    <a:pt x="7834" y="1041"/>
                    <a:pt x="5692" y="1041"/>
                  </a:cubicBezTo>
                  <a:cubicBezTo>
                    <a:pt x="4189" y="1041"/>
                    <a:pt x="2835" y="1671"/>
                    <a:pt x="1969" y="3390"/>
                  </a:cubicBezTo>
                  <a:cubicBezTo>
                    <a:pt x="1" y="7693"/>
                    <a:pt x="4538" y="10395"/>
                    <a:pt x="7907" y="11529"/>
                  </a:cubicBezTo>
                  <a:cubicBezTo>
                    <a:pt x="9241" y="11963"/>
                    <a:pt x="9708" y="13631"/>
                    <a:pt x="8807" y="14698"/>
                  </a:cubicBezTo>
                  <a:cubicBezTo>
                    <a:pt x="8140" y="15399"/>
                    <a:pt x="7907" y="16433"/>
                    <a:pt x="8207" y="17367"/>
                  </a:cubicBezTo>
                  <a:cubicBezTo>
                    <a:pt x="8944" y="19839"/>
                    <a:pt x="10900" y="20719"/>
                    <a:pt x="13098" y="20719"/>
                  </a:cubicBezTo>
                  <a:cubicBezTo>
                    <a:pt x="13985" y="20719"/>
                    <a:pt x="14911" y="20575"/>
                    <a:pt x="15812" y="20336"/>
                  </a:cubicBezTo>
                  <a:cubicBezTo>
                    <a:pt x="15988" y="20288"/>
                    <a:pt x="16163" y="20266"/>
                    <a:pt x="16334" y="20266"/>
                  </a:cubicBezTo>
                  <a:cubicBezTo>
                    <a:pt x="17364" y="20266"/>
                    <a:pt x="18252" y="21083"/>
                    <a:pt x="18281" y="22170"/>
                  </a:cubicBezTo>
                  <a:cubicBezTo>
                    <a:pt x="18314" y="22704"/>
                    <a:pt x="18481" y="23204"/>
                    <a:pt x="18714" y="23671"/>
                  </a:cubicBezTo>
                  <a:cubicBezTo>
                    <a:pt x="19148" y="24405"/>
                    <a:pt x="19782" y="25039"/>
                    <a:pt x="20582" y="25406"/>
                  </a:cubicBezTo>
                  <a:cubicBezTo>
                    <a:pt x="21413" y="25821"/>
                    <a:pt x="22321" y="25998"/>
                    <a:pt x="23264" y="25998"/>
                  </a:cubicBezTo>
                  <a:cubicBezTo>
                    <a:pt x="28602" y="25998"/>
                    <a:pt x="35059" y="20336"/>
                    <a:pt x="35059" y="20336"/>
                  </a:cubicBezTo>
                  <a:cubicBezTo>
                    <a:pt x="35059" y="20336"/>
                    <a:pt x="35960" y="11129"/>
                    <a:pt x="32391" y="6993"/>
                  </a:cubicBezTo>
                  <a:cubicBezTo>
                    <a:pt x="31924" y="6426"/>
                    <a:pt x="31323" y="5959"/>
                    <a:pt x="30656" y="5625"/>
                  </a:cubicBezTo>
                  <a:cubicBezTo>
                    <a:pt x="29956" y="5252"/>
                    <a:pt x="29285" y="5089"/>
                    <a:pt x="28660" y="5089"/>
                  </a:cubicBezTo>
                  <a:cubicBezTo>
                    <a:pt x="27945" y="5089"/>
                    <a:pt x="27290" y="5302"/>
                    <a:pt x="26720" y="5658"/>
                  </a:cubicBezTo>
                  <a:cubicBezTo>
                    <a:pt x="26381" y="5888"/>
                    <a:pt x="25999" y="5996"/>
                    <a:pt x="25623" y="5996"/>
                  </a:cubicBezTo>
                  <a:cubicBezTo>
                    <a:pt x="24853" y="5996"/>
                    <a:pt x="24109" y="5543"/>
                    <a:pt x="23818" y="4758"/>
                  </a:cubicBezTo>
                  <a:cubicBezTo>
                    <a:pt x="22847" y="2206"/>
                    <a:pt x="21116" y="0"/>
                    <a:pt x="185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2133350" y="3377850"/>
              <a:ext cx="829800" cy="420325"/>
            </a:xfrm>
            <a:custGeom>
              <a:avLst/>
              <a:gdLst/>
              <a:ahLst/>
              <a:cxnLst/>
              <a:rect l="l" t="t" r="r" b="b"/>
              <a:pathLst>
                <a:path w="33192" h="16813" fill="none" extrusionOk="0">
                  <a:moveTo>
                    <a:pt x="1" y="1"/>
                  </a:moveTo>
                  <a:lnTo>
                    <a:pt x="33191" y="16813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2305975" y="3291975"/>
              <a:ext cx="310250" cy="462850"/>
            </a:xfrm>
            <a:custGeom>
              <a:avLst/>
              <a:gdLst/>
              <a:ahLst/>
              <a:cxnLst/>
              <a:rect l="l" t="t" r="r" b="b"/>
              <a:pathLst>
                <a:path w="12410" h="18514" fill="none" extrusionOk="0">
                  <a:moveTo>
                    <a:pt x="1" y="18513"/>
                  </a:moveTo>
                  <a:lnTo>
                    <a:pt x="12410" y="13243"/>
                  </a:lnTo>
                  <a:lnTo>
                    <a:pt x="9508" y="0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2219250" y="3340325"/>
              <a:ext cx="137625" cy="209350"/>
            </a:xfrm>
            <a:custGeom>
              <a:avLst/>
              <a:gdLst/>
              <a:ahLst/>
              <a:cxnLst/>
              <a:rect l="l" t="t" r="r" b="b"/>
              <a:pathLst>
                <a:path w="5505" h="8374" fill="none" extrusionOk="0">
                  <a:moveTo>
                    <a:pt x="1" y="8373"/>
                  </a:moveTo>
                  <a:lnTo>
                    <a:pt x="5505" y="6038"/>
                  </a:lnTo>
                  <a:lnTo>
                    <a:pt x="4170" y="1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2557825" y="3415375"/>
              <a:ext cx="316100" cy="472875"/>
            </a:xfrm>
            <a:custGeom>
              <a:avLst/>
              <a:gdLst/>
              <a:ahLst/>
              <a:cxnLst/>
              <a:rect l="l" t="t" r="r" b="b"/>
              <a:pathLst>
                <a:path w="12644" h="18915" fill="none" extrusionOk="0">
                  <a:moveTo>
                    <a:pt x="1" y="18915"/>
                  </a:moveTo>
                  <a:lnTo>
                    <a:pt x="12643" y="13511"/>
                  </a:lnTo>
                  <a:lnTo>
                    <a:pt x="9674" y="1"/>
                  </a:ln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3224975" y="2756575"/>
              <a:ext cx="1167525" cy="1123375"/>
            </a:xfrm>
            <a:custGeom>
              <a:avLst/>
              <a:gdLst/>
              <a:ahLst/>
              <a:cxnLst/>
              <a:rect l="l" t="t" r="r" b="b"/>
              <a:pathLst>
                <a:path w="46701" h="44935" extrusionOk="0">
                  <a:moveTo>
                    <a:pt x="24251" y="1"/>
                  </a:moveTo>
                  <a:cubicBezTo>
                    <a:pt x="15145" y="1"/>
                    <a:pt x="6972" y="5471"/>
                    <a:pt x="3470" y="13877"/>
                  </a:cubicBezTo>
                  <a:cubicBezTo>
                    <a:pt x="0" y="22250"/>
                    <a:pt x="1935" y="31924"/>
                    <a:pt x="8340" y="38362"/>
                  </a:cubicBezTo>
                  <a:cubicBezTo>
                    <a:pt x="12650" y="42650"/>
                    <a:pt x="18412" y="44934"/>
                    <a:pt x="24262" y="44934"/>
                  </a:cubicBezTo>
                  <a:cubicBezTo>
                    <a:pt x="27149" y="44934"/>
                    <a:pt x="30057" y="44378"/>
                    <a:pt x="32824" y="43232"/>
                  </a:cubicBezTo>
                  <a:cubicBezTo>
                    <a:pt x="41230" y="39763"/>
                    <a:pt x="46700" y="31557"/>
                    <a:pt x="46700" y="22484"/>
                  </a:cubicBezTo>
                  <a:cubicBezTo>
                    <a:pt x="46700" y="10041"/>
                    <a:pt x="36660" y="1"/>
                    <a:pt x="24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3385925" y="2911700"/>
              <a:ext cx="973225" cy="875650"/>
            </a:xfrm>
            <a:custGeom>
              <a:avLst/>
              <a:gdLst/>
              <a:ahLst/>
              <a:cxnLst/>
              <a:rect l="l" t="t" r="r" b="b"/>
              <a:pathLst>
                <a:path w="38929" h="35026" fill="none" extrusionOk="0">
                  <a:moveTo>
                    <a:pt x="38928" y="14544"/>
                  </a:moveTo>
                  <a:cubicBezTo>
                    <a:pt x="38928" y="25852"/>
                    <a:pt x="29755" y="35025"/>
                    <a:pt x="18447" y="35025"/>
                  </a:cubicBezTo>
                  <a:cubicBezTo>
                    <a:pt x="8240" y="35025"/>
                    <a:pt x="0" y="26786"/>
                    <a:pt x="0" y="16579"/>
                  </a:cubicBezTo>
                  <a:cubicBezTo>
                    <a:pt x="0" y="7439"/>
                    <a:pt x="7439" y="0"/>
                    <a:pt x="16579" y="0"/>
                  </a:cubicBezTo>
                  <a:cubicBezTo>
                    <a:pt x="24851" y="0"/>
                    <a:pt x="31523" y="6672"/>
                    <a:pt x="31523" y="14944"/>
                  </a:cubicBezTo>
                  <a:cubicBezTo>
                    <a:pt x="31523" y="22350"/>
                    <a:pt x="25519" y="28387"/>
                    <a:pt x="18080" y="28387"/>
                  </a:cubicBezTo>
                  <a:cubicBezTo>
                    <a:pt x="11409" y="28387"/>
                    <a:pt x="6005" y="22950"/>
                    <a:pt x="6005" y="16279"/>
                  </a:cubicBezTo>
                  <a:cubicBezTo>
                    <a:pt x="5971" y="10274"/>
                    <a:pt x="10875" y="5404"/>
                    <a:pt x="16879" y="5404"/>
                  </a:cubicBezTo>
                  <a:cubicBezTo>
                    <a:pt x="22283" y="5404"/>
                    <a:pt x="26686" y="9774"/>
                    <a:pt x="26686" y="15178"/>
                  </a:cubicBezTo>
                  <a:cubicBezTo>
                    <a:pt x="26686" y="20081"/>
                    <a:pt x="22717" y="24017"/>
                    <a:pt x="17846" y="24017"/>
                  </a:cubicBezTo>
                  <a:cubicBezTo>
                    <a:pt x="13477" y="24017"/>
                    <a:pt x="9941" y="20482"/>
                    <a:pt x="9941" y="16078"/>
                  </a:cubicBezTo>
                  <a:cubicBezTo>
                    <a:pt x="9941" y="12142"/>
                    <a:pt x="13143" y="8940"/>
                    <a:pt x="17079" y="8940"/>
                  </a:cubicBezTo>
                  <a:cubicBezTo>
                    <a:pt x="20615" y="8940"/>
                    <a:pt x="23484" y="11809"/>
                    <a:pt x="23517" y="15345"/>
                  </a:cubicBezTo>
                  <a:cubicBezTo>
                    <a:pt x="23517" y="18547"/>
                    <a:pt x="20915" y="21149"/>
                    <a:pt x="17713" y="21149"/>
                  </a:cubicBezTo>
                  <a:cubicBezTo>
                    <a:pt x="14844" y="21149"/>
                    <a:pt x="12509" y="18814"/>
                    <a:pt x="12509" y="15945"/>
                  </a:cubicBezTo>
                  <a:cubicBezTo>
                    <a:pt x="12509" y="13343"/>
                    <a:pt x="14611" y="11242"/>
                    <a:pt x="17179" y="11242"/>
                  </a:cubicBezTo>
                  <a:cubicBezTo>
                    <a:pt x="19514" y="11242"/>
                    <a:pt x="21416" y="13143"/>
                    <a:pt x="21416" y="15478"/>
                  </a:cubicBezTo>
                  <a:cubicBezTo>
                    <a:pt x="21416" y="17546"/>
                    <a:pt x="19714" y="19247"/>
                    <a:pt x="17613" y="19247"/>
                  </a:cubicBezTo>
                  <a:cubicBezTo>
                    <a:pt x="15745" y="19247"/>
                    <a:pt x="14211" y="17746"/>
                    <a:pt x="14211" y="15845"/>
                  </a:cubicBezTo>
                  <a:cubicBezTo>
                    <a:pt x="14211" y="14144"/>
                    <a:pt x="15578" y="12776"/>
                    <a:pt x="17279" y="12776"/>
                  </a:cubicBezTo>
                  <a:cubicBezTo>
                    <a:pt x="18814" y="12776"/>
                    <a:pt x="20048" y="14010"/>
                    <a:pt x="20048" y="15545"/>
                  </a:cubicBezTo>
                </a:path>
              </a:pathLst>
            </a:custGeom>
            <a:noFill/>
            <a:ln w="10850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2898075" y="2348800"/>
              <a:ext cx="455350" cy="455350"/>
            </a:xfrm>
            <a:custGeom>
              <a:avLst/>
              <a:gdLst/>
              <a:ahLst/>
              <a:cxnLst/>
              <a:rect l="l" t="t" r="r" b="b"/>
              <a:pathLst>
                <a:path w="18214" h="18214" extrusionOk="0">
                  <a:moveTo>
                    <a:pt x="7906" y="0"/>
                  </a:moveTo>
                  <a:cubicBezTo>
                    <a:pt x="3536" y="0"/>
                    <a:pt x="0" y="3536"/>
                    <a:pt x="0" y="7906"/>
                  </a:cubicBezTo>
                  <a:lnTo>
                    <a:pt x="0" y="10307"/>
                  </a:lnTo>
                  <a:cubicBezTo>
                    <a:pt x="0" y="14677"/>
                    <a:pt x="3536" y="18213"/>
                    <a:pt x="7906" y="18213"/>
                  </a:cubicBezTo>
                  <a:lnTo>
                    <a:pt x="10375" y="18213"/>
                  </a:lnTo>
                  <a:cubicBezTo>
                    <a:pt x="10908" y="18213"/>
                    <a:pt x="11442" y="18146"/>
                    <a:pt x="11942" y="18046"/>
                  </a:cubicBezTo>
                  <a:cubicBezTo>
                    <a:pt x="15612" y="17246"/>
                    <a:pt x="18213" y="14043"/>
                    <a:pt x="18213" y="10307"/>
                  </a:cubicBezTo>
                  <a:lnTo>
                    <a:pt x="18213" y="7906"/>
                  </a:lnTo>
                  <a:lnTo>
                    <a:pt x="18180" y="7906"/>
                  </a:lnTo>
                  <a:cubicBezTo>
                    <a:pt x="18213" y="3569"/>
                    <a:pt x="14711" y="33"/>
                    <a:pt x="10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2936425" y="2382975"/>
              <a:ext cx="122625" cy="152650"/>
            </a:xfrm>
            <a:custGeom>
              <a:avLst/>
              <a:gdLst/>
              <a:ahLst/>
              <a:cxnLst/>
              <a:rect l="l" t="t" r="r" b="b"/>
              <a:pathLst>
                <a:path w="4905" h="6106" fill="none" extrusionOk="0">
                  <a:moveTo>
                    <a:pt x="1" y="6105"/>
                  </a:moveTo>
                  <a:cubicBezTo>
                    <a:pt x="1" y="3170"/>
                    <a:pt x="2036" y="635"/>
                    <a:pt x="4904" y="1"/>
                  </a:cubicBezTo>
                </a:path>
              </a:pathLst>
            </a:custGeom>
            <a:noFill/>
            <a:ln w="83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2985625" y="2443850"/>
              <a:ext cx="271075" cy="25875"/>
            </a:xfrm>
            <a:custGeom>
              <a:avLst/>
              <a:gdLst/>
              <a:ahLst/>
              <a:cxnLst/>
              <a:rect l="l" t="t" r="r" b="b"/>
              <a:pathLst>
                <a:path w="10843" h="1035" extrusionOk="0">
                  <a:moveTo>
                    <a:pt x="535" y="1"/>
                  </a:moveTo>
                  <a:cubicBezTo>
                    <a:pt x="234" y="1"/>
                    <a:pt x="1" y="234"/>
                    <a:pt x="34" y="501"/>
                  </a:cubicBezTo>
                  <a:cubicBezTo>
                    <a:pt x="34" y="801"/>
                    <a:pt x="234" y="1035"/>
                    <a:pt x="535" y="1035"/>
                  </a:cubicBezTo>
                  <a:lnTo>
                    <a:pt x="10342" y="1035"/>
                  </a:lnTo>
                  <a:cubicBezTo>
                    <a:pt x="10609" y="1035"/>
                    <a:pt x="10842" y="801"/>
                    <a:pt x="10842" y="501"/>
                  </a:cubicBezTo>
                  <a:cubicBezTo>
                    <a:pt x="10842" y="234"/>
                    <a:pt x="10609" y="1"/>
                    <a:pt x="103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2985625" y="2515575"/>
              <a:ext cx="271075" cy="26700"/>
            </a:xfrm>
            <a:custGeom>
              <a:avLst/>
              <a:gdLst/>
              <a:ahLst/>
              <a:cxnLst/>
              <a:rect l="l" t="t" r="r" b="b"/>
              <a:pathLst>
                <a:path w="10843" h="1068" extrusionOk="0">
                  <a:moveTo>
                    <a:pt x="535" y="1"/>
                  </a:moveTo>
                  <a:cubicBezTo>
                    <a:pt x="234" y="1"/>
                    <a:pt x="34" y="234"/>
                    <a:pt x="34" y="534"/>
                  </a:cubicBezTo>
                  <a:cubicBezTo>
                    <a:pt x="1" y="801"/>
                    <a:pt x="234" y="1035"/>
                    <a:pt x="535" y="1068"/>
                  </a:cubicBezTo>
                  <a:lnTo>
                    <a:pt x="10342" y="1068"/>
                  </a:lnTo>
                  <a:cubicBezTo>
                    <a:pt x="10609" y="1068"/>
                    <a:pt x="10842" y="834"/>
                    <a:pt x="10842" y="534"/>
                  </a:cubicBezTo>
                  <a:cubicBezTo>
                    <a:pt x="10842" y="234"/>
                    <a:pt x="10609" y="1"/>
                    <a:pt x="103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2986475" y="2587300"/>
              <a:ext cx="270225" cy="25875"/>
            </a:xfrm>
            <a:custGeom>
              <a:avLst/>
              <a:gdLst/>
              <a:ahLst/>
              <a:cxnLst/>
              <a:rect l="l" t="t" r="r" b="b"/>
              <a:pathLst>
                <a:path w="10809" h="1035" extrusionOk="0">
                  <a:moveTo>
                    <a:pt x="501" y="0"/>
                  </a:moveTo>
                  <a:cubicBezTo>
                    <a:pt x="200" y="0"/>
                    <a:pt x="0" y="234"/>
                    <a:pt x="0" y="534"/>
                  </a:cubicBezTo>
                  <a:cubicBezTo>
                    <a:pt x="0" y="801"/>
                    <a:pt x="200" y="1034"/>
                    <a:pt x="501" y="1034"/>
                  </a:cubicBezTo>
                  <a:lnTo>
                    <a:pt x="10308" y="1034"/>
                  </a:lnTo>
                  <a:cubicBezTo>
                    <a:pt x="10575" y="1034"/>
                    <a:pt x="10808" y="801"/>
                    <a:pt x="10808" y="534"/>
                  </a:cubicBezTo>
                  <a:cubicBezTo>
                    <a:pt x="10808" y="234"/>
                    <a:pt x="10575" y="0"/>
                    <a:pt x="10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2"/>
            <p:cNvSpPr/>
            <p:nvPr/>
          </p:nvSpPr>
          <p:spPr>
            <a:xfrm>
              <a:off x="2898075" y="2519750"/>
              <a:ext cx="455350" cy="284400"/>
            </a:xfrm>
            <a:custGeom>
              <a:avLst/>
              <a:gdLst/>
              <a:ahLst/>
              <a:cxnLst/>
              <a:rect l="l" t="t" r="r" b="b"/>
              <a:pathLst>
                <a:path w="18214" h="11376" extrusionOk="0">
                  <a:moveTo>
                    <a:pt x="101" y="0"/>
                  </a:moveTo>
                  <a:cubicBezTo>
                    <a:pt x="34" y="334"/>
                    <a:pt x="0" y="701"/>
                    <a:pt x="34" y="1068"/>
                  </a:cubicBezTo>
                  <a:lnTo>
                    <a:pt x="34" y="3469"/>
                  </a:lnTo>
                  <a:cubicBezTo>
                    <a:pt x="34" y="7839"/>
                    <a:pt x="3570" y="11375"/>
                    <a:pt x="7906" y="11375"/>
                  </a:cubicBezTo>
                  <a:lnTo>
                    <a:pt x="10308" y="11375"/>
                  </a:lnTo>
                  <a:cubicBezTo>
                    <a:pt x="14678" y="11375"/>
                    <a:pt x="18213" y="7839"/>
                    <a:pt x="18213" y="3469"/>
                  </a:cubicBezTo>
                  <a:lnTo>
                    <a:pt x="18213" y="1068"/>
                  </a:lnTo>
                  <a:cubicBezTo>
                    <a:pt x="18213" y="701"/>
                    <a:pt x="18180" y="334"/>
                    <a:pt x="18147" y="0"/>
                  </a:cubicBezTo>
                  <a:cubicBezTo>
                    <a:pt x="17580" y="3870"/>
                    <a:pt x="14244" y="6772"/>
                    <a:pt x="10308" y="6805"/>
                  </a:cubicBezTo>
                  <a:lnTo>
                    <a:pt x="7906" y="6805"/>
                  </a:lnTo>
                  <a:cubicBezTo>
                    <a:pt x="3970" y="6772"/>
                    <a:pt x="634" y="387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2"/>
            <p:cNvSpPr/>
            <p:nvPr/>
          </p:nvSpPr>
          <p:spPr>
            <a:xfrm>
              <a:off x="2518625" y="2665675"/>
              <a:ext cx="542100" cy="541250"/>
            </a:xfrm>
            <a:custGeom>
              <a:avLst/>
              <a:gdLst/>
              <a:ahLst/>
              <a:cxnLst/>
              <a:rect l="l" t="t" r="r" b="b"/>
              <a:pathLst>
                <a:path w="21684" h="21650" extrusionOk="0">
                  <a:moveTo>
                    <a:pt x="9408" y="1"/>
                  </a:moveTo>
                  <a:cubicBezTo>
                    <a:pt x="4237" y="1"/>
                    <a:pt x="1" y="4204"/>
                    <a:pt x="1" y="9374"/>
                  </a:cubicBezTo>
                  <a:lnTo>
                    <a:pt x="1" y="12243"/>
                  </a:lnTo>
                  <a:cubicBezTo>
                    <a:pt x="1" y="17413"/>
                    <a:pt x="4204" y="21650"/>
                    <a:pt x="9408" y="21650"/>
                  </a:cubicBezTo>
                  <a:lnTo>
                    <a:pt x="12376" y="21650"/>
                  </a:lnTo>
                  <a:cubicBezTo>
                    <a:pt x="13010" y="21616"/>
                    <a:pt x="13644" y="21550"/>
                    <a:pt x="14244" y="21416"/>
                  </a:cubicBezTo>
                  <a:cubicBezTo>
                    <a:pt x="18581" y="20482"/>
                    <a:pt x="21650" y="16679"/>
                    <a:pt x="21683" y="12243"/>
                  </a:cubicBezTo>
                  <a:lnTo>
                    <a:pt x="21683" y="9408"/>
                  </a:lnTo>
                  <a:lnTo>
                    <a:pt x="21650" y="9374"/>
                  </a:lnTo>
                  <a:cubicBezTo>
                    <a:pt x="21650" y="4971"/>
                    <a:pt x="18548" y="1135"/>
                    <a:pt x="14244" y="201"/>
                  </a:cubicBezTo>
                  <a:cubicBezTo>
                    <a:pt x="13611" y="68"/>
                    <a:pt x="12977" y="1"/>
                    <a:pt x="12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2"/>
            <p:cNvSpPr/>
            <p:nvPr/>
          </p:nvSpPr>
          <p:spPr>
            <a:xfrm>
              <a:off x="2564500" y="2704875"/>
              <a:ext cx="145125" cy="182650"/>
            </a:xfrm>
            <a:custGeom>
              <a:avLst/>
              <a:gdLst/>
              <a:ahLst/>
              <a:cxnLst/>
              <a:rect l="l" t="t" r="r" b="b"/>
              <a:pathLst>
                <a:path w="5805" h="7306" fill="none" extrusionOk="0">
                  <a:moveTo>
                    <a:pt x="1" y="7306"/>
                  </a:moveTo>
                  <a:cubicBezTo>
                    <a:pt x="1" y="3803"/>
                    <a:pt x="2402" y="801"/>
                    <a:pt x="5805" y="1"/>
                  </a:cubicBezTo>
                </a:path>
              </a:pathLst>
            </a:custGeom>
            <a:noFill/>
            <a:ln w="83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2"/>
            <p:cNvSpPr/>
            <p:nvPr/>
          </p:nvSpPr>
          <p:spPr>
            <a:xfrm>
              <a:off x="2623700" y="2778275"/>
              <a:ext cx="322775" cy="30875"/>
            </a:xfrm>
            <a:custGeom>
              <a:avLst/>
              <a:gdLst/>
              <a:ahLst/>
              <a:cxnLst/>
              <a:rect l="l" t="t" r="r" b="b"/>
              <a:pathLst>
                <a:path w="12911" h="1235" extrusionOk="0">
                  <a:moveTo>
                    <a:pt x="635" y="0"/>
                  </a:moveTo>
                  <a:cubicBezTo>
                    <a:pt x="268" y="0"/>
                    <a:pt x="1" y="267"/>
                    <a:pt x="1" y="600"/>
                  </a:cubicBezTo>
                  <a:cubicBezTo>
                    <a:pt x="1" y="967"/>
                    <a:pt x="268" y="1234"/>
                    <a:pt x="635" y="1234"/>
                  </a:cubicBezTo>
                  <a:lnTo>
                    <a:pt x="12310" y="1234"/>
                  </a:lnTo>
                  <a:cubicBezTo>
                    <a:pt x="12643" y="1234"/>
                    <a:pt x="12910" y="967"/>
                    <a:pt x="12910" y="600"/>
                  </a:cubicBezTo>
                  <a:cubicBezTo>
                    <a:pt x="12910" y="267"/>
                    <a:pt x="12643" y="0"/>
                    <a:pt x="12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2"/>
            <p:cNvSpPr/>
            <p:nvPr/>
          </p:nvSpPr>
          <p:spPr>
            <a:xfrm>
              <a:off x="2623700" y="2863325"/>
              <a:ext cx="322775" cy="30875"/>
            </a:xfrm>
            <a:custGeom>
              <a:avLst/>
              <a:gdLst/>
              <a:ahLst/>
              <a:cxnLst/>
              <a:rect l="l" t="t" r="r" b="b"/>
              <a:pathLst>
                <a:path w="12911" h="1235" extrusionOk="0">
                  <a:moveTo>
                    <a:pt x="635" y="1"/>
                  </a:moveTo>
                  <a:cubicBezTo>
                    <a:pt x="268" y="1"/>
                    <a:pt x="1" y="301"/>
                    <a:pt x="1" y="634"/>
                  </a:cubicBezTo>
                  <a:cubicBezTo>
                    <a:pt x="1" y="968"/>
                    <a:pt x="268" y="1235"/>
                    <a:pt x="635" y="1235"/>
                  </a:cubicBezTo>
                  <a:lnTo>
                    <a:pt x="12310" y="1235"/>
                  </a:lnTo>
                  <a:cubicBezTo>
                    <a:pt x="12643" y="1235"/>
                    <a:pt x="12910" y="968"/>
                    <a:pt x="12910" y="634"/>
                  </a:cubicBezTo>
                  <a:cubicBezTo>
                    <a:pt x="12910" y="301"/>
                    <a:pt x="12643" y="1"/>
                    <a:pt x="12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2"/>
            <p:cNvSpPr/>
            <p:nvPr/>
          </p:nvSpPr>
          <p:spPr>
            <a:xfrm>
              <a:off x="2623700" y="2948375"/>
              <a:ext cx="322775" cy="31725"/>
            </a:xfrm>
            <a:custGeom>
              <a:avLst/>
              <a:gdLst/>
              <a:ahLst/>
              <a:cxnLst/>
              <a:rect l="l" t="t" r="r" b="b"/>
              <a:pathLst>
                <a:path w="12911" h="1269" extrusionOk="0">
                  <a:moveTo>
                    <a:pt x="635" y="1"/>
                  </a:moveTo>
                  <a:cubicBezTo>
                    <a:pt x="268" y="1"/>
                    <a:pt x="1" y="301"/>
                    <a:pt x="1" y="635"/>
                  </a:cubicBezTo>
                  <a:cubicBezTo>
                    <a:pt x="1" y="968"/>
                    <a:pt x="268" y="1269"/>
                    <a:pt x="635" y="1269"/>
                  </a:cubicBezTo>
                  <a:lnTo>
                    <a:pt x="12310" y="1269"/>
                  </a:lnTo>
                  <a:cubicBezTo>
                    <a:pt x="12643" y="1269"/>
                    <a:pt x="12910" y="968"/>
                    <a:pt x="12910" y="635"/>
                  </a:cubicBezTo>
                  <a:cubicBezTo>
                    <a:pt x="12910" y="301"/>
                    <a:pt x="12643" y="1"/>
                    <a:pt x="12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2"/>
            <p:cNvSpPr/>
            <p:nvPr/>
          </p:nvSpPr>
          <p:spPr>
            <a:xfrm>
              <a:off x="2518625" y="2868325"/>
              <a:ext cx="542100" cy="338600"/>
            </a:xfrm>
            <a:custGeom>
              <a:avLst/>
              <a:gdLst/>
              <a:ahLst/>
              <a:cxnLst/>
              <a:rect l="l" t="t" r="r" b="b"/>
              <a:pathLst>
                <a:path w="21684" h="13544" extrusionOk="0">
                  <a:moveTo>
                    <a:pt x="101" y="1"/>
                  </a:moveTo>
                  <a:cubicBezTo>
                    <a:pt x="34" y="434"/>
                    <a:pt x="1" y="868"/>
                    <a:pt x="1" y="1302"/>
                  </a:cubicBezTo>
                  <a:lnTo>
                    <a:pt x="1" y="4137"/>
                  </a:lnTo>
                  <a:cubicBezTo>
                    <a:pt x="1" y="9341"/>
                    <a:pt x="4204" y="13544"/>
                    <a:pt x="9408" y="13544"/>
                  </a:cubicBezTo>
                  <a:lnTo>
                    <a:pt x="12276" y="13544"/>
                  </a:lnTo>
                  <a:cubicBezTo>
                    <a:pt x="17480" y="13544"/>
                    <a:pt x="21683" y="9341"/>
                    <a:pt x="21683" y="4137"/>
                  </a:cubicBezTo>
                  <a:lnTo>
                    <a:pt x="21683" y="1302"/>
                  </a:lnTo>
                  <a:cubicBezTo>
                    <a:pt x="21683" y="868"/>
                    <a:pt x="21650" y="434"/>
                    <a:pt x="21583" y="1"/>
                  </a:cubicBezTo>
                  <a:cubicBezTo>
                    <a:pt x="20949" y="4637"/>
                    <a:pt x="16946" y="8106"/>
                    <a:pt x="12276" y="8106"/>
                  </a:cubicBezTo>
                  <a:lnTo>
                    <a:pt x="9408" y="8106"/>
                  </a:lnTo>
                  <a:cubicBezTo>
                    <a:pt x="4704" y="8106"/>
                    <a:pt x="735" y="4637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2"/>
            <p:cNvSpPr/>
            <p:nvPr/>
          </p:nvSpPr>
          <p:spPr>
            <a:xfrm>
              <a:off x="2364350" y="3141850"/>
              <a:ext cx="646325" cy="646325"/>
            </a:xfrm>
            <a:custGeom>
              <a:avLst/>
              <a:gdLst/>
              <a:ahLst/>
              <a:cxnLst/>
              <a:rect l="l" t="t" r="r" b="b"/>
              <a:pathLst>
                <a:path w="25853" h="25853" extrusionOk="0">
                  <a:moveTo>
                    <a:pt x="11242" y="1"/>
                  </a:moveTo>
                  <a:cubicBezTo>
                    <a:pt x="5038" y="1"/>
                    <a:pt x="1" y="5004"/>
                    <a:pt x="1" y="11209"/>
                  </a:cubicBezTo>
                  <a:lnTo>
                    <a:pt x="1" y="14611"/>
                  </a:lnTo>
                  <a:cubicBezTo>
                    <a:pt x="1" y="20816"/>
                    <a:pt x="5038" y="25853"/>
                    <a:pt x="11242" y="25853"/>
                  </a:cubicBezTo>
                  <a:lnTo>
                    <a:pt x="14745" y="25853"/>
                  </a:lnTo>
                  <a:cubicBezTo>
                    <a:pt x="15512" y="25819"/>
                    <a:pt x="16246" y="25753"/>
                    <a:pt x="16980" y="25586"/>
                  </a:cubicBezTo>
                  <a:cubicBezTo>
                    <a:pt x="22150" y="24485"/>
                    <a:pt x="25853" y="19915"/>
                    <a:pt x="25853" y="14611"/>
                  </a:cubicBezTo>
                  <a:lnTo>
                    <a:pt x="25853" y="11209"/>
                  </a:lnTo>
                  <a:cubicBezTo>
                    <a:pt x="25853" y="5938"/>
                    <a:pt x="22150" y="1335"/>
                    <a:pt x="16980" y="234"/>
                  </a:cubicBezTo>
                  <a:cubicBezTo>
                    <a:pt x="16246" y="68"/>
                    <a:pt x="15512" y="1"/>
                    <a:pt x="147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2"/>
            <p:cNvSpPr/>
            <p:nvPr/>
          </p:nvSpPr>
          <p:spPr>
            <a:xfrm>
              <a:off x="2418575" y="3189400"/>
              <a:ext cx="173475" cy="216850"/>
            </a:xfrm>
            <a:custGeom>
              <a:avLst/>
              <a:gdLst/>
              <a:ahLst/>
              <a:cxnLst/>
              <a:rect l="l" t="t" r="r" b="b"/>
              <a:pathLst>
                <a:path w="6939" h="8674" fill="none" extrusionOk="0">
                  <a:moveTo>
                    <a:pt x="0" y="8673"/>
                  </a:moveTo>
                  <a:cubicBezTo>
                    <a:pt x="0" y="4503"/>
                    <a:pt x="2869" y="901"/>
                    <a:pt x="6938" y="0"/>
                  </a:cubicBezTo>
                </a:path>
              </a:pathLst>
            </a:custGeom>
            <a:noFill/>
            <a:ln w="83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2"/>
            <p:cNvSpPr/>
            <p:nvPr/>
          </p:nvSpPr>
          <p:spPr>
            <a:xfrm>
              <a:off x="2488625" y="3276125"/>
              <a:ext cx="385300" cy="37550"/>
            </a:xfrm>
            <a:custGeom>
              <a:avLst/>
              <a:gdLst/>
              <a:ahLst/>
              <a:cxnLst/>
              <a:rect l="l" t="t" r="r" b="b"/>
              <a:pathLst>
                <a:path w="15412" h="1502" extrusionOk="0">
                  <a:moveTo>
                    <a:pt x="734" y="0"/>
                  </a:moveTo>
                  <a:cubicBezTo>
                    <a:pt x="334" y="0"/>
                    <a:pt x="0" y="334"/>
                    <a:pt x="0" y="734"/>
                  </a:cubicBezTo>
                  <a:cubicBezTo>
                    <a:pt x="0" y="1168"/>
                    <a:pt x="334" y="1501"/>
                    <a:pt x="734" y="1501"/>
                  </a:cubicBezTo>
                  <a:lnTo>
                    <a:pt x="14677" y="1501"/>
                  </a:lnTo>
                  <a:cubicBezTo>
                    <a:pt x="15078" y="1501"/>
                    <a:pt x="15411" y="1168"/>
                    <a:pt x="15411" y="734"/>
                  </a:cubicBezTo>
                  <a:cubicBezTo>
                    <a:pt x="15411" y="334"/>
                    <a:pt x="15078" y="0"/>
                    <a:pt x="146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2"/>
            <p:cNvSpPr/>
            <p:nvPr/>
          </p:nvSpPr>
          <p:spPr>
            <a:xfrm>
              <a:off x="2488625" y="3377850"/>
              <a:ext cx="385300" cy="36725"/>
            </a:xfrm>
            <a:custGeom>
              <a:avLst/>
              <a:gdLst/>
              <a:ahLst/>
              <a:cxnLst/>
              <a:rect l="l" t="t" r="r" b="b"/>
              <a:pathLst>
                <a:path w="15412" h="1469" extrusionOk="0">
                  <a:moveTo>
                    <a:pt x="734" y="1"/>
                  </a:moveTo>
                  <a:cubicBezTo>
                    <a:pt x="334" y="1"/>
                    <a:pt x="0" y="334"/>
                    <a:pt x="0" y="735"/>
                  </a:cubicBezTo>
                  <a:cubicBezTo>
                    <a:pt x="0" y="1135"/>
                    <a:pt x="334" y="1469"/>
                    <a:pt x="734" y="1469"/>
                  </a:cubicBezTo>
                  <a:lnTo>
                    <a:pt x="14677" y="1469"/>
                  </a:lnTo>
                  <a:cubicBezTo>
                    <a:pt x="15078" y="1469"/>
                    <a:pt x="15411" y="1135"/>
                    <a:pt x="15411" y="735"/>
                  </a:cubicBezTo>
                  <a:cubicBezTo>
                    <a:pt x="15411" y="334"/>
                    <a:pt x="15078" y="1"/>
                    <a:pt x="146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2"/>
            <p:cNvSpPr/>
            <p:nvPr/>
          </p:nvSpPr>
          <p:spPr>
            <a:xfrm>
              <a:off x="2488625" y="3480375"/>
              <a:ext cx="385300" cy="36775"/>
            </a:xfrm>
            <a:custGeom>
              <a:avLst/>
              <a:gdLst/>
              <a:ahLst/>
              <a:cxnLst/>
              <a:rect l="l" t="t" r="r" b="b"/>
              <a:pathLst>
                <a:path w="15412" h="1471" extrusionOk="0">
                  <a:moveTo>
                    <a:pt x="679" y="1"/>
                  </a:moveTo>
                  <a:cubicBezTo>
                    <a:pt x="304" y="1"/>
                    <a:pt x="0" y="323"/>
                    <a:pt x="0" y="737"/>
                  </a:cubicBezTo>
                  <a:cubicBezTo>
                    <a:pt x="0" y="1137"/>
                    <a:pt x="334" y="1471"/>
                    <a:pt x="734" y="1471"/>
                  </a:cubicBezTo>
                  <a:lnTo>
                    <a:pt x="14677" y="1471"/>
                  </a:lnTo>
                  <a:cubicBezTo>
                    <a:pt x="15078" y="1471"/>
                    <a:pt x="15411" y="1137"/>
                    <a:pt x="15411" y="737"/>
                  </a:cubicBezTo>
                  <a:cubicBezTo>
                    <a:pt x="15411" y="323"/>
                    <a:pt x="15108" y="1"/>
                    <a:pt x="14732" y="1"/>
                  </a:cubicBezTo>
                  <a:cubicBezTo>
                    <a:pt x="14714" y="1"/>
                    <a:pt x="14696" y="1"/>
                    <a:pt x="14677" y="3"/>
                  </a:cubicBezTo>
                  <a:lnTo>
                    <a:pt x="734" y="3"/>
                  </a:lnTo>
                  <a:cubicBezTo>
                    <a:pt x="715" y="1"/>
                    <a:pt x="697" y="1"/>
                    <a:pt x="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2"/>
            <p:cNvSpPr/>
            <p:nvPr/>
          </p:nvSpPr>
          <p:spPr>
            <a:xfrm>
              <a:off x="2364350" y="3383700"/>
              <a:ext cx="646325" cy="404475"/>
            </a:xfrm>
            <a:custGeom>
              <a:avLst/>
              <a:gdLst/>
              <a:ahLst/>
              <a:cxnLst/>
              <a:rect l="l" t="t" r="r" b="b"/>
              <a:pathLst>
                <a:path w="25853" h="16179" extrusionOk="0">
                  <a:moveTo>
                    <a:pt x="101" y="0"/>
                  </a:moveTo>
                  <a:cubicBezTo>
                    <a:pt x="34" y="501"/>
                    <a:pt x="1" y="1034"/>
                    <a:pt x="1" y="1535"/>
                  </a:cubicBezTo>
                  <a:lnTo>
                    <a:pt x="1" y="4937"/>
                  </a:lnTo>
                  <a:cubicBezTo>
                    <a:pt x="1" y="11142"/>
                    <a:pt x="5038" y="16179"/>
                    <a:pt x="11242" y="16179"/>
                  </a:cubicBezTo>
                  <a:lnTo>
                    <a:pt x="14645" y="16179"/>
                  </a:lnTo>
                  <a:cubicBezTo>
                    <a:pt x="20816" y="16179"/>
                    <a:pt x="25853" y="11142"/>
                    <a:pt x="25853" y="4937"/>
                  </a:cubicBezTo>
                  <a:lnTo>
                    <a:pt x="25853" y="1535"/>
                  </a:lnTo>
                  <a:cubicBezTo>
                    <a:pt x="25853" y="1034"/>
                    <a:pt x="25819" y="501"/>
                    <a:pt x="25753" y="0"/>
                  </a:cubicBezTo>
                  <a:cubicBezTo>
                    <a:pt x="24985" y="5538"/>
                    <a:pt x="20215" y="9674"/>
                    <a:pt x="14645" y="9674"/>
                  </a:cubicBezTo>
                  <a:lnTo>
                    <a:pt x="11242" y="9674"/>
                  </a:lnTo>
                  <a:cubicBezTo>
                    <a:pt x="5638" y="9674"/>
                    <a:pt x="902" y="5538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2"/>
            <p:cNvSpPr/>
            <p:nvPr/>
          </p:nvSpPr>
          <p:spPr>
            <a:xfrm>
              <a:off x="2771325" y="3532125"/>
              <a:ext cx="768900" cy="768925"/>
            </a:xfrm>
            <a:custGeom>
              <a:avLst/>
              <a:gdLst/>
              <a:ahLst/>
              <a:cxnLst/>
              <a:rect l="l" t="t" r="r" b="b"/>
              <a:pathLst>
                <a:path w="30756" h="30757" extrusionOk="0">
                  <a:moveTo>
                    <a:pt x="13343" y="1"/>
                  </a:moveTo>
                  <a:cubicBezTo>
                    <a:pt x="5971" y="1"/>
                    <a:pt x="0" y="5972"/>
                    <a:pt x="0" y="13344"/>
                  </a:cubicBezTo>
                  <a:lnTo>
                    <a:pt x="0" y="17413"/>
                  </a:lnTo>
                  <a:cubicBezTo>
                    <a:pt x="0" y="24752"/>
                    <a:pt x="5971" y="30756"/>
                    <a:pt x="13343" y="30756"/>
                  </a:cubicBezTo>
                  <a:lnTo>
                    <a:pt x="17546" y="30756"/>
                  </a:lnTo>
                  <a:cubicBezTo>
                    <a:pt x="24851" y="30690"/>
                    <a:pt x="30755" y="24719"/>
                    <a:pt x="30755" y="17413"/>
                  </a:cubicBezTo>
                  <a:lnTo>
                    <a:pt x="30755" y="13344"/>
                  </a:lnTo>
                  <a:cubicBezTo>
                    <a:pt x="30755" y="7039"/>
                    <a:pt x="26352" y="1602"/>
                    <a:pt x="20215" y="301"/>
                  </a:cubicBezTo>
                  <a:cubicBezTo>
                    <a:pt x="19314" y="101"/>
                    <a:pt x="18413" y="1"/>
                    <a:pt x="175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2"/>
            <p:cNvSpPr/>
            <p:nvPr/>
          </p:nvSpPr>
          <p:spPr>
            <a:xfrm>
              <a:off x="2835525" y="3588000"/>
              <a:ext cx="206000" cy="258550"/>
            </a:xfrm>
            <a:custGeom>
              <a:avLst/>
              <a:gdLst/>
              <a:ahLst/>
              <a:cxnLst/>
              <a:rect l="l" t="t" r="r" b="b"/>
              <a:pathLst>
                <a:path w="8240" h="10342" fill="none" extrusionOk="0">
                  <a:moveTo>
                    <a:pt x="1" y="10342"/>
                  </a:moveTo>
                  <a:cubicBezTo>
                    <a:pt x="1" y="5371"/>
                    <a:pt x="3403" y="1102"/>
                    <a:pt x="8240" y="1"/>
                  </a:cubicBezTo>
                </a:path>
              </a:pathLst>
            </a:custGeom>
            <a:noFill/>
            <a:ln w="83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2"/>
            <p:cNvSpPr/>
            <p:nvPr/>
          </p:nvSpPr>
          <p:spPr>
            <a:xfrm>
              <a:off x="2919750" y="3691425"/>
              <a:ext cx="457850" cy="43425"/>
            </a:xfrm>
            <a:custGeom>
              <a:avLst/>
              <a:gdLst/>
              <a:ahLst/>
              <a:cxnLst/>
              <a:rect l="l" t="t" r="r" b="b"/>
              <a:pathLst>
                <a:path w="18314" h="1737" extrusionOk="0">
                  <a:moveTo>
                    <a:pt x="868" y="0"/>
                  </a:moveTo>
                  <a:cubicBezTo>
                    <a:pt x="368" y="0"/>
                    <a:pt x="1" y="367"/>
                    <a:pt x="1" y="868"/>
                  </a:cubicBezTo>
                  <a:cubicBezTo>
                    <a:pt x="1" y="1335"/>
                    <a:pt x="401" y="1735"/>
                    <a:pt x="868" y="1735"/>
                  </a:cubicBezTo>
                  <a:lnTo>
                    <a:pt x="17413" y="1735"/>
                  </a:lnTo>
                  <a:cubicBezTo>
                    <a:pt x="17433" y="1736"/>
                    <a:pt x="17452" y="1737"/>
                    <a:pt x="17471" y="1737"/>
                  </a:cubicBezTo>
                  <a:cubicBezTo>
                    <a:pt x="17944" y="1737"/>
                    <a:pt x="18314" y="1348"/>
                    <a:pt x="18314" y="868"/>
                  </a:cubicBezTo>
                  <a:cubicBezTo>
                    <a:pt x="18314" y="367"/>
                    <a:pt x="17947" y="0"/>
                    <a:pt x="17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2"/>
            <p:cNvSpPr/>
            <p:nvPr/>
          </p:nvSpPr>
          <p:spPr>
            <a:xfrm>
              <a:off x="2919750" y="3812350"/>
              <a:ext cx="457850" cy="44200"/>
            </a:xfrm>
            <a:custGeom>
              <a:avLst/>
              <a:gdLst/>
              <a:ahLst/>
              <a:cxnLst/>
              <a:rect l="l" t="t" r="r" b="b"/>
              <a:pathLst>
                <a:path w="18314" h="1768" extrusionOk="0">
                  <a:moveTo>
                    <a:pt x="868" y="0"/>
                  </a:moveTo>
                  <a:cubicBezTo>
                    <a:pt x="401" y="0"/>
                    <a:pt x="1" y="400"/>
                    <a:pt x="1" y="901"/>
                  </a:cubicBezTo>
                  <a:cubicBezTo>
                    <a:pt x="1" y="1368"/>
                    <a:pt x="368" y="1768"/>
                    <a:pt x="868" y="1768"/>
                  </a:cubicBezTo>
                  <a:lnTo>
                    <a:pt x="17413" y="1768"/>
                  </a:lnTo>
                  <a:cubicBezTo>
                    <a:pt x="17914" y="1768"/>
                    <a:pt x="18314" y="1368"/>
                    <a:pt x="18314" y="901"/>
                  </a:cubicBezTo>
                  <a:cubicBezTo>
                    <a:pt x="18314" y="400"/>
                    <a:pt x="17947" y="0"/>
                    <a:pt x="17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2"/>
            <p:cNvSpPr/>
            <p:nvPr/>
          </p:nvSpPr>
          <p:spPr>
            <a:xfrm>
              <a:off x="2919750" y="3934100"/>
              <a:ext cx="457850" cy="43425"/>
            </a:xfrm>
            <a:custGeom>
              <a:avLst/>
              <a:gdLst/>
              <a:ahLst/>
              <a:cxnLst/>
              <a:rect l="l" t="t" r="r" b="b"/>
              <a:pathLst>
                <a:path w="18314" h="1737" extrusionOk="0">
                  <a:moveTo>
                    <a:pt x="868" y="0"/>
                  </a:moveTo>
                  <a:cubicBezTo>
                    <a:pt x="401" y="0"/>
                    <a:pt x="1" y="400"/>
                    <a:pt x="1" y="867"/>
                  </a:cubicBezTo>
                  <a:cubicBezTo>
                    <a:pt x="1" y="1368"/>
                    <a:pt x="401" y="1735"/>
                    <a:pt x="868" y="1735"/>
                  </a:cubicBezTo>
                  <a:lnTo>
                    <a:pt x="17413" y="1735"/>
                  </a:lnTo>
                  <a:cubicBezTo>
                    <a:pt x="17433" y="1736"/>
                    <a:pt x="17452" y="1737"/>
                    <a:pt x="17471" y="1737"/>
                  </a:cubicBezTo>
                  <a:cubicBezTo>
                    <a:pt x="17944" y="1737"/>
                    <a:pt x="18314" y="1348"/>
                    <a:pt x="18314" y="867"/>
                  </a:cubicBezTo>
                  <a:cubicBezTo>
                    <a:pt x="18314" y="400"/>
                    <a:pt x="17947" y="0"/>
                    <a:pt x="17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2"/>
            <p:cNvSpPr/>
            <p:nvPr/>
          </p:nvSpPr>
          <p:spPr>
            <a:xfrm>
              <a:off x="2771325" y="3819850"/>
              <a:ext cx="768900" cy="481200"/>
            </a:xfrm>
            <a:custGeom>
              <a:avLst/>
              <a:gdLst/>
              <a:ahLst/>
              <a:cxnLst/>
              <a:rect l="l" t="t" r="r" b="b"/>
              <a:pathLst>
                <a:path w="30756" h="19248" extrusionOk="0">
                  <a:moveTo>
                    <a:pt x="134" y="0"/>
                  </a:moveTo>
                  <a:cubicBezTo>
                    <a:pt x="67" y="601"/>
                    <a:pt x="0" y="1201"/>
                    <a:pt x="0" y="1835"/>
                  </a:cubicBezTo>
                  <a:lnTo>
                    <a:pt x="0" y="5904"/>
                  </a:lnTo>
                  <a:cubicBezTo>
                    <a:pt x="0" y="13243"/>
                    <a:pt x="5971" y="19247"/>
                    <a:pt x="13343" y="19247"/>
                  </a:cubicBezTo>
                  <a:lnTo>
                    <a:pt x="17413" y="19247"/>
                  </a:lnTo>
                  <a:cubicBezTo>
                    <a:pt x="24785" y="19247"/>
                    <a:pt x="30755" y="13243"/>
                    <a:pt x="30755" y="5904"/>
                  </a:cubicBezTo>
                  <a:lnTo>
                    <a:pt x="30755" y="1835"/>
                  </a:lnTo>
                  <a:cubicBezTo>
                    <a:pt x="30755" y="1201"/>
                    <a:pt x="30722" y="601"/>
                    <a:pt x="30655" y="0"/>
                  </a:cubicBezTo>
                  <a:cubicBezTo>
                    <a:pt x="29721" y="6605"/>
                    <a:pt x="24084" y="11508"/>
                    <a:pt x="17413" y="11508"/>
                  </a:cubicBezTo>
                  <a:lnTo>
                    <a:pt x="13376" y="11508"/>
                  </a:lnTo>
                  <a:cubicBezTo>
                    <a:pt x="6705" y="11508"/>
                    <a:pt x="1068" y="6605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2"/>
            <p:cNvSpPr/>
            <p:nvPr/>
          </p:nvSpPr>
          <p:spPr>
            <a:xfrm>
              <a:off x="3059025" y="3121000"/>
              <a:ext cx="344425" cy="399475"/>
            </a:xfrm>
            <a:custGeom>
              <a:avLst/>
              <a:gdLst/>
              <a:ahLst/>
              <a:cxnLst/>
              <a:rect l="l" t="t" r="r" b="b"/>
              <a:pathLst>
                <a:path w="13777" h="15979" extrusionOk="0">
                  <a:moveTo>
                    <a:pt x="6905" y="1"/>
                  </a:moveTo>
                  <a:cubicBezTo>
                    <a:pt x="3103" y="1"/>
                    <a:pt x="0" y="3570"/>
                    <a:pt x="0" y="8007"/>
                  </a:cubicBezTo>
                  <a:cubicBezTo>
                    <a:pt x="0" y="12410"/>
                    <a:pt x="3103" y="15979"/>
                    <a:pt x="6905" y="15979"/>
                  </a:cubicBezTo>
                  <a:cubicBezTo>
                    <a:pt x="10708" y="15979"/>
                    <a:pt x="13777" y="12410"/>
                    <a:pt x="13777" y="8007"/>
                  </a:cubicBezTo>
                  <a:cubicBezTo>
                    <a:pt x="13777" y="3570"/>
                    <a:pt x="10708" y="1"/>
                    <a:pt x="69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2"/>
            <p:cNvSpPr/>
            <p:nvPr/>
          </p:nvSpPr>
          <p:spPr>
            <a:xfrm>
              <a:off x="3133250" y="3196900"/>
              <a:ext cx="196825" cy="247700"/>
            </a:xfrm>
            <a:custGeom>
              <a:avLst/>
              <a:gdLst/>
              <a:ahLst/>
              <a:cxnLst/>
              <a:rect l="l" t="t" r="r" b="b"/>
              <a:pathLst>
                <a:path w="7873" h="9908" extrusionOk="0">
                  <a:moveTo>
                    <a:pt x="3936" y="0"/>
                  </a:moveTo>
                  <a:cubicBezTo>
                    <a:pt x="1768" y="0"/>
                    <a:pt x="0" y="2202"/>
                    <a:pt x="0" y="4971"/>
                  </a:cubicBezTo>
                  <a:cubicBezTo>
                    <a:pt x="0" y="7706"/>
                    <a:pt x="1768" y="9907"/>
                    <a:pt x="3936" y="9907"/>
                  </a:cubicBezTo>
                  <a:cubicBezTo>
                    <a:pt x="6105" y="9907"/>
                    <a:pt x="7872" y="7706"/>
                    <a:pt x="7872" y="4971"/>
                  </a:cubicBezTo>
                  <a:cubicBezTo>
                    <a:pt x="7872" y="2202"/>
                    <a:pt x="6105" y="0"/>
                    <a:pt x="39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2"/>
            <p:cNvSpPr/>
            <p:nvPr/>
          </p:nvSpPr>
          <p:spPr>
            <a:xfrm>
              <a:off x="3132400" y="3225250"/>
              <a:ext cx="99275" cy="219350"/>
            </a:xfrm>
            <a:custGeom>
              <a:avLst/>
              <a:gdLst/>
              <a:ahLst/>
              <a:cxnLst/>
              <a:rect l="l" t="t" r="r" b="b"/>
              <a:pathLst>
                <a:path w="3971" h="8774" fill="none" extrusionOk="0">
                  <a:moveTo>
                    <a:pt x="3970" y="8773"/>
                  </a:moveTo>
                  <a:cubicBezTo>
                    <a:pt x="1802" y="8773"/>
                    <a:pt x="34" y="6572"/>
                    <a:pt x="34" y="3837"/>
                  </a:cubicBezTo>
                  <a:cubicBezTo>
                    <a:pt x="1" y="2402"/>
                    <a:pt x="501" y="1035"/>
                    <a:pt x="1469" y="1"/>
                  </a:cubicBez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2"/>
            <p:cNvSpPr/>
            <p:nvPr/>
          </p:nvSpPr>
          <p:spPr>
            <a:xfrm>
              <a:off x="2963125" y="2726550"/>
              <a:ext cx="389475" cy="452025"/>
            </a:xfrm>
            <a:custGeom>
              <a:avLst/>
              <a:gdLst/>
              <a:ahLst/>
              <a:cxnLst/>
              <a:rect l="l" t="t" r="r" b="b"/>
              <a:pathLst>
                <a:path w="15579" h="18081" extrusionOk="0">
                  <a:moveTo>
                    <a:pt x="7773" y="1"/>
                  </a:moveTo>
                  <a:cubicBezTo>
                    <a:pt x="3503" y="1"/>
                    <a:pt x="0" y="4071"/>
                    <a:pt x="0" y="9041"/>
                  </a:cubicBezTo>
                  <a:cubicBezTo>
                    <a:pt x="0" y="14044"/>
                    <a:pt x="3503" y="18081"/>
                    <a:pt x="7773" y="18081"/>
                  </a:cubicBezTo>
                  <a:cubicBezTo>
                    <a:pt x="12076" y="18081"/>
                    <a:pt x="15578" y="14044"/>
                    <a:pt x="15578" y="9041"/>
                  </a:cubicBezTo>
                  <a:cubicBezTo>
                    <a:pt x="15578" y="4071"/>
                    <a:pt x="12076" y="1"/>
                    <a:pt x="77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2"/>
            <p:cNvSpPr/>
            <p:nvPr/>
          </p:nvSpPr>
          <p:spPr>
            <a:xfrm>
              <a:off x="3046525" y="2812450"/>
              <a:ext cx="222675" cy="280225"/>
            </a:xfrm>
            <a:custGeom>
              <a:avLst/>
              <a:gdLst/>
              <a:ahLst/>
              <a:cxnLst/>
              <a:rect l="l" t="t" r="r" b="b"/>
              <a:pathLst>
                <a:path w="8907" h="11209" extrusionOk="0">
                  <a:moveTo>
                    <a:pt x="4437" y="1"/>
                  </a:moveTo>
                  <a:cubicBezTo>
                    <a:pt x="2001" y="1"/>
                    <a:pt x="0" y="2536"/>
                    <a:pt x="0" y="5605"/>
                  </a:cubicBezTo>
                  <a:cubicBezTo>
                    <a:pt x="0" y="8707"/>
                    <a:pt x="2001" y="11209"/>
                    <a:pt x="4437" y="11209"/>
                  </a:cubicBezTo>
                  <a:cubicBezTo>
                    <a:pt x="6905" y="11209"/>
                    <a:pt x="8906" y="8707"/>
                    <a:pt x="8906" y="5605"/>
                  </a:cubicBezTo>
                  <a:cubicBezTo>
                    <a:pt x="8906" y="2536"/>
                    <a:pt x="6905" y="1"/>
                    <a:pt x="44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2"/>
            <p:cNvSpPr/>
            <p:nvPr/>
          </p:nvSpPr>
          <p:spPr>
            <a:xfrm>
              <a:off x="3045675" y="2844975"/>
              <a:ext cx="111775" cy="247700"/>
            </a:xfrm>
            <a:custGeom>
              <a:avLst/>
              <a:gdLst/>
              <a:ahLst/>
              <a:cxnLst/>
              <a:rect l="l" t="t" r="r" b="b"/>
              <a:pathLst>
                <a:path w="4471" h="9908" fill="none" extrusionOk="0">
                  <a:moveTo>
                    <a:pt x="4471" y="9908"/>
                  </a:moveTo>
                  <a:cubicBezTo>
                    <a:pt x="2035" y="9908"/>
                    <a:pt x="34" y="7406"/>
                    <a:pt x="34" y="4304"/>
                  </a:cubicBezTo>
                  <a:cubicBezTo>
                    <a:pt x="1" y="2703"/>
                    <a:pt x="601" y="1168"/>
                    <a:pt x="1669" y="1"/>
                  </a:cubicBez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2"/>
            <p:cNvSpPr/>
            <p:nvPr/>
          </p:nvSpPr>
          <p:spPr>
            <a:xfrm>
              <a:off x="3242475" y="2480550"/>
              <a:ext cx="388650" cy="451175"/>
            </a:xfrm>
            <a:custGeom>
              <a:avLst/>
              <a:gdLst/>
              <a:ahLst/>
              <a:cxnLst/>
              <a:rect l="l" t="t" r="r" b="b"/>
              <a:pathLst>
                <a:path w="15546" h="18047" extrusionOk="0">
                  <a:moveTo>
                    <a:pt x="7773" y="1"/>
                  </a:moveTo>
                  <a:cubicBezTo>
                    <a:pt x="3470" y="1"/>
                    <a:pt x="1" y="4037"/>
                    <a:pt x="1" y="9007"/>
                  </a:cubicBezTo>
                  <a:cubicBezTo>
                    <a:pt x="1" y="14011"/>
                    <a:pt x="3470" y="18047"/>
                    <a:pt x="7773" y="18047"/>
                  </a:cubicBezTo>
                  <a:cubicBezTo>
                    <a:pt x="12076" y="18047"/>
                    <a:pt x="15545" y="14011"/>
                    <a:pt x="15545" y="9007"/>
                  </a:cubicBezTo>
                  <a:cubicBezTo>
                    <a:pt x="15545" y="4037"/>
                    <a:pt x="12076" y="1"/>
                    <a:pt x="77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2"/>
            <p:cNvSpPr/>
            <p:nvPr/>
          </p:nvSpPr>
          <p:spPr>
            <a:xfrm>
              <a:off x="3325050" y="2566450"/>
              <a:ext cx="222675" cy="279375"/>
            </a:xfrm>
            <a:custGeom>
              <a:avLst/>
              <a:gdLst/>
              <a:ahLst/>
              <a:cxnLst/>
              <a:rect l="l" t="t" r="r" b="b"/>
              <a:pathLst>
                <a:path w="8907" h="11175" extrusionOk="0">
                  <a:moveTo>
                    <a:pt x="4470" y="0"/>
                  </a:moveTo>
                  <a:cubicBezTo>
                    <a:pt x="2002" y="0"/>
                    <a:pt x="0" y="2502"/>
                    <a:pt x="0" y="5571"/>
                  </a:cubicBezTo>
                  <a:cubicBezTo>
                    <a:pt x="0" y="8673"/>
                    <a:pt x="2002" y="11175"/>
                    <a:pt x="4470" y="11175"/>
                  </a:cubicBezTo>
                  <a:cubicBezTo>
                    <a:pt x="6905" y="11175"/>
                    <a:pt x="8907" y="8673"/>
                    <a:pt x="8907" y="5571"/>
                  </a:cubicBezTo>
                  <a:cubicBezTo>
                    <a:pt x="8907" y="2502"/>
                    <a:pt x="6905" y="0"/>
                    <a:pt x="44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2"/>
            <p:cNvSpPr/>
            <p:nvPr/>
          </p:nvSpPr>
          <p:spPr>
            <a:xfrm>
              <a:off x="3324200" y="2598125"/>
              <a:ext cx="112625" cy="247700"/>
            </a:xfrm>
            <a:custGeom>
              <a:avLst/>
              <a:gdLst/>
              <a:ahLst/>
              <a:cxnLst/>
              <a:rect l="l" t="t" r="r" b="b"/>
              <a:pathLst>
                <a:path w="4505" h="9908" fill="none" extrusionOk="0">
                  <a:moveTo>
                    <a:pt x="4504" y="9908"/>
                  </a:moveTo>
                  <a:cubicBezTo>
                    <a:pt x="2036" y="9908"/>
                    <a:pt x="34" y="7406"/>
                    <a:pt x="34" y="4337"/>
                  </a:cubicBezTo>
                  <a:cubicBezTo>
                    <a:pt x="1" y="2736"/>
                    <a:pt x="601" y="1168"/>
                    <a:pt x="1669" y="1"/>
                  </a:cubicBezTo>
                </a:path>
              </a:pathLst>
            </a:custGeom>
            <a:noFill/>
            <a:ln w="75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4" name="Google Shape;1124;p32"/>
            <p:cNvGrpSpPr/>
            <p:nvPr/>
          </p:nvGrpSpPr>
          <p:grpSpPr>
            <a:xfrm>
              <a:off x="3365900" y="2167825"/>
              <a:ext cx="898175" cy="759750"/>
              <a:chOff x="3365900" y="2167825"/>
              <a:chExt cx="898175" cy="759750"/>
            </a:xfrm>
          </p:grpSpPr>
          <p:sp>
            <p:nvSpPr>
              <p:cNvPr id="1125" name="Google Shape;1125;p32"/>
              <p:cNvSpPr/>
              <p:nvPr/>
            </p:nvSpPr>
            <p:spPr>
              <a:xfrm>
                <a:off x="3526850" y="2193675"/>
                <a:ext cx="720550" cy="477875"/>
              </a:xfrm>
              <a:custGeom>
                <a:avLst/>
                <a:gdLst/>
                <a:ahLst/>
                <a:cxnLst/>
                <a:rect l="l" t="t" r="r" b="b"/>
                <a:pathLst>
                  <a:path w="28822" h="19115" extrusionOk="0">
                    <a:moveTo>
                      <a:pt x="1001" y="1"/>
                    </a:moveTo>
                    <a:lnTo>
                      <a:pt x="1" y="1568"/>
                    </a:lnTo>
                    <a:lnTo>
                      <a:pt x="27854" y="19114"/>
                    </a:lnTo>
                    <a:lnTo>
                      <a:pt x="28821" y="17547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2"/>
              <p:cNvSpPr/>
              <p:nvPr/>
            </p:nvSpPr>
            <p:spPr>
              <a:xfrm>
                <a:off x="3543525" y="2167825"/>
                <a:ext cx="720550" cy="477025"/>
              </a:xfrm>
              <a:custGeom>
                <a:avLst/>
                <a:gdLst/>
                <a:ahLst/>
                <a:cxnLst/>
                <a:rect l="l" t="t" r="r" b="b"/>
                <a:pathLst>
                  <a:path w="28822" h="19081" extrusionOk="0">
                    <a:moveTo>
                      <a:pt x="968" y="1"/>
                    </a:moveTo>
                    <a:lnTo>
                      <a:pt x="1" y="1535"/>
                    </a:lnTo>
                    <a:lnTo>
                      <a:pt x="27854" y="19081"/>
                    </a:lnTo>
                    <a:lnTo>
                      <a:pt x="28821" y="17546"/>
                    </a:lnTo>
                    <a:lnTo>
                      <a:pt x="96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2"/>
              <p:cNvSpPr/>
              <p:nvPr/>
            </p:nvSpPr>
            <p:spPr>
              <a:xfrm>
                <a:off x="3365900" y="2449700"/>
                <a:ext cx="720550" cy="477875"/>
              </a:xfrm>
              <a:custGeom>
                <a:avLst/>
                <a:gdLst/>
                <a:ahLst/>
                <a:cxnLst/>
                <a:rect l="l" t="t" r="r" b="b"/>
                <a:pathLst>
                  <a:path w="28822" h="19115" extrusionOk="0">
                    <a:moveTo>
                      <a:pt x="968" y="0"/>
                    </a:moveTo>
                    <a:lnTo>
                      <a:pt x="1" y="1568"/>
                    </a:lnTo>
                    <a:lnTo>
                      <a:pt x="27821" y="19114"/>
                    </a:lnTo>
                    <a:lnTo>
                      <a:pt x="28821" y="17580"/>
                    </a:lnTo>
                    <a:lnTo>
                      <a:pt x="96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2"/>
              <p:cNvSpPr/>
              <p:nvPr/>
            </p:nvSpPr>
            <p:spPr>
              <a:xfrm>
                <a:off x="3415100" y="2371300"/>
                <a:ext cx="720550" cy="477875"/>
              </a:xfrm>
              <a:custGeom>
                <a:avLst/>
                <a:gdLst/>
                <a:ahLst/>
                <a:cxnLst/>
                <a:rect l="l" t="t" r="r" b="b"/>
                <a:pathLst>
                  <a:path w="28822" h="19115" extrusionOk="0">
                    <a:moveTo>
                      <a:pt x="968" y="1"/>
                    </a:moveTo>
                    <a:lnTo>
                      <a:pt x="1" y="1569"/>
                    </a:lnTo>
                    <a:lnTo>
                      <a:pt x="27854" y="19114"/>
                    </a:lnTo>
                    <a:lnTo>
                      <a:pt x="28821" y="17547"/>
                    </a:lnTo>
                    <a:lnTo>
                      <a:pt x="96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2"/>
              <p:cNvSpPr/>
              <p:nvPr/>
            </p:nvSpPr>
            <p:spPr>
              <a:xfrm>
                <a:off x="3470150" y="2284575"/>
                <a:ext cx="720550" cy="477025"/>
              </a:xfrm>
              <a:custGeom>
                <a:avLst/>
                <a:gdLst/>
                <a:ahLst/>
                <a:cxnLst/>
                <a:rect l="l" t="t" r="r" b="b"/>
                <a:pathLst>
                  <a:path w="28822" h="19081" extrusionOk="0">
                    <a:moveTo>
                      <a:pt x="968" y="1"/>
                    </a:moveTo>
                    <a:lnTo>
                      <a:pt x="0" y="1535"/>
                    </a:lnTo>
                    <a:lnTo>
                      <a:pt x="27854" y="19081"/>
                    </a:lnTo>
                    <a:lnTo>
                      <a:pt x="28821" y="17546"/>
                    </a:lnTo>
                    <a:lnTo>
                      <a:pt x="96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2"/>
              <p:cNvSpPr/>
              <p:nvPr/>
            </p:nvSpPr>
            <p:spPr>
              <a:xfrm>
                <a:off x="3382575" y="2423850"/>
                <a:ext cx="719725" cy="477850"/>
              </a:xfrm>
              <a:custGeom>
                <a:avLst/>
                <a:gdLst/>
                <a:ahLst/>
                <a:cxnLst/>
                <a:rect l="l" t="t" r="r" b="b"/>
                <a:pathLst>
                  <a:path w="28789" h="19114" extrusionOk="0">
                    <a:moveTo>
                      <a:pt x="968" y="0"/>
                    </a:moveTo>
                    <a:lnTo>
                      <a:pt x="1" y="1535"/>
                    </a:lnTo>
                    <a:lnTo>
                      <a:pt x="27821" y="19114"/>
                    </a:lnTo>
                    <a:lnTo>
                      <a:pt x="28788" y="17546"/>
                    </a:lnTo>
                    <a:lnTo>
                      <a:pt x="9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2"/>
              <p:cNvSpPr/>
              <p:nvPr/>
            </p:nvSpPr>
            <p:spPr>
              <a:xfrm>
                <a:off x="3431800" y="2345450"/>
                <a:ext cx="720525" cy="477875"/>
              </a:xfrm>
              <a:custGeom>
                <a:avLst/>
                <a:gdLst/>
                <a:ahLst/>
                <a:cxnLst/>
                <a:rect l="l" t="t" r="r" b="b"/>
                <a:pathLst>
                  <a:path w="28821" h="19115" extrusionOk="0">
                    <a:moveTo>
                      <a:pt x="967" y="1"/>
                    </a:moveTo>
                    <a:lnTo>
                      <a:pt x="0" y="1535"/>
                    </a:lnTo>
                    <a:lnTo>
                      <a:pt x="27853" y="19114"/>
                    </a:lnTo>
                    <a:lnTo>
                      <a:pt x="28821" y="17547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2"/>
              <p:cNvSpPr/>
              <p:nvPr/>
            </p:nvSpPr>
            <p:spPr>
              <a:xfrm>
                <a:off x="3486825" y="2257900"/>
                <a:ext cx="720550" cy="477850"/>
              </a:xfrm>
              <a:custGeom>
                <a:avLst/>
                <a:gdLst/>
                <a:ahLst/>
                <a:cxnLst/>
                <a:rect l="l" t="t" r="r" b="b"/>
                <a:pathLst>
                  <a:path w="28822" h="19114" extrusionOk="0">
                    <a:moveTo>
                      <a:pt x="968" y="0"/>
                    </a:moveTo>
                    <a:lnTo>
                      <a:pt x="1" y="1568"/>
                    </a:lnTo>
                    <a:lnTo>
                      <a:pt x="27820" y="19114"/>
                    </a:lnTo>
                    <a:lnTo>
                      <a:pt x="28821" y="17546"/>
                    </a:lnTo>
                    <a:lnTo>
                      <a:pt x="9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3" name="Google Shape;1133;p32"/>
            <p:cNvGrpSpPr/>
            <p:nvPr/>
          </p:nvGrpSpPr>
          <p:grpSpPr>
            <a:xfrm>
              <a:off x="3475975" y="3884900"/>
              <a:ext cx="577125" cy="362775"/>
              <a:chOff x="3475975" y="3884900"/>
              <a:chExt cx="577125" cy="362775"/>
            </a:xfrm>
          </p:grpSpPr>
          <p:sp>
            <p:nvSpPr>
              <p:cNvPr id="1134" name="Google Shape;1134;p32"/>
              <p:cNvSpPr/>
              <p:nvPr/>
            </p:nvSpPr>
            <p:spPr>
              <a:xfrm>
                <a:off x="3475975" y="3918675"/>
                <a:ext cx="159325" cy="326650"/>
              </a:xfrm>
              <a:custGeom>
                <a:avLst/>
                <a:gdLst/>
                <a:ahLst/>
                <a:cxnLst/>
                <a:rect l="l" t="t" r="r" b="b"/>
                <a:pathLst>
                  <a:path w="6373" h="13066" extrusionOk="0">
                    <a:moveTo>
                      <a:pt x="5242" y="0"/>
                    </a:moveTo>
                    <a:cubicBezTo>
                      <a:pt x="4704" y="0"/>
                      <a:pt x="4171" y="350"/>
                      <a:pt x="4137" y="1051"/>
                    </a:cubicBezTo>
                    <a:cubicBezTo>
                      <a:pt x="4137" y="1351"/>
                      <a:pt x="4171" y="1651"/>
                      <a:pt x="4204" y="1951"/>
                    </a:cubicBezTo>
                    <a:cubicBezTo>
                      <a:pt x="4237" y="2619"/>
                      <a:pt x="4304" y="3219"/>
                      <a:pt x="4337" y="3853"/>
                    </a:cubicBezTo>
                    <a:cubicBezTo>
                      <a:pt x="4404" y="4520"/>
                      <a:pt x="4437" y="5154"/>
                      <a:pt x="4471" y="5788"/>
                    </a:cubicBezTo>
                    <a:cubicBezTo>
                      <a:pt x="4504" y="6421"/>
                      <a:pt x="4504" y="7022"/>
                      <a:pt x="4437" y="7622"/>
                    </a:cubicBezTo>
                    <a:cubicBezTo>
                      <a:pt x="4337" y="8823"/>
                      <a:pt x="3870" y="9957"/>
                      <a:pt x="3137" y="10891"/>
                    </a:cubicBezTo>
                    <a:cubicBezTo>
                      <a:pt x="2770" y="11325"/>
                      <a:pt x="2303" y="11692"/>
                      <a:pt x="1769" y="11959"/>
                    </a:cubicBezTo>
                    <a:cubicBezTo>
                      <a:pt x="1202" y="12192"/>
                      <a:pt x="601" y="12359"/>
                      <a:pt x="1" y="12392"/>
                    </a:cubicBezTo>
                    <a:lnTo>
                      <a:pt x="1" y="13059"/>
                    </a:lnTo>
                    <a:cubicBezTo>
                      <a:pt x="93" y="13064"/>
                      <a:pt x="184" y="13066"/>
                      <a:pt x="275" y="13066"/>
                    </a:cubicBezTo>
                    <a:cubicBezTo>
                      <a:pt x="909" y="13066"/>
                      <a:pt x="1519" y="12964"/>
                      <a:pt x="2102" y="12759"/>
                    </a:cubicBezTo>
                    <a:cubicBezTo>
                      <a:pt x="2770" y="12526"/>
                      <a:pt x="3403" y="12125"/>
                      <a:pt x="3937" y="11625"/>
                    </a:cubicBezTo>
                    <a:cubicBezTo>
                      <a:pt x="4938" y="10591"/>
                      <a:pt x="5638" y="9290"/>
                      <a:pt x="5939" y="7889"/>
                    </a:cubicBezTo>
                    <a:cubicBezTo>
                      <a:pt x="6072" y="7189"/>
                      <a:pt x="6172" y="6488"/>
                      <a:pt x="6205" y="5788"/>
                    </a:cubicBezTo>
                    <a:cubicBezTo>
                      <a:pt x="6239" y="5120"/>
                      <a:pt x="6272" y="4420"/>
                      <a:pt x="6305" y="3786"/>
                    </a:cubicBezTo>
                    <a:cubicBezTo>
                      <a:pt x="6305" y="3186"/>
                      <a:pt x="6339" y="2552"/>
                      <a:pt x="6339" y="1918"/>
                    </a:cubicBezTo>
                    <a:lnTo>
                      <a:pt x="6372" y="1051"/>
                    </a:lnTo>
                    <a:cubicBezTo>
                      <a:pt x="6322" y="350"/>
                      <a:pt x="5780" y="0"/>
                      <a:pt x="52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2"/>
              <p:cNvSpPr/>
              <p:nvPr/>
            </p:nvSpPr>
            <p:spPr>
              <a:xfrm>
                <a:off x="3579400" y="3917825"/>
                <a:ext cx="55900" cy="48825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953" extrusionOk="0">
                    <a:moveTo>
                      <a:pt x="1105" y="1"/>
                    </a:moveTo>
                    <a:cubicBezTo>
                      <a:pt x="567" y="1"/>
                      <a:pt x="34" y="351"/>
                      <a:pt x="0" y="1051"/>
                    </a:cubicBezTo>
                    <a:lnTo>
                      <a:pt x="0" y="1118"/>
                    </a:lnTo>
                    <a:cubicBezTo>
                      <a:pt x="0" y="1418"/>
                      <a:pt x="34" y="1685"/>
                      <a:pt x="67" y="1952"/>
                    </a:cubicBezTo>
                    <a:lnTo>
                      <a:pt x="2202" y="1952"/>
                    </a:lnTo>
                    <a:lnTo>
                      <a:pt x="2235" y="1085"/>
                    </a:lnTo>
                    <a:lnTo>
                      <a:pt x="2235" y="1051"/>
                    </a:lnTo>
                    <a:cubicBezTo>
                      <a:pt x="2185" y="351"/>
                      <a:pt x="1643" y="1"/>
                      <a:pt x="110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2"/>
              <p:cNvSpPr/>
              <p:nvPr/>
            </p:nvSpPr>
            <p:spPr>
              <a:xfrm>
                <a:off x="3599400" y="3884900"/>
                <a:ext cx="1587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135" extrusionOk="0">
                    <a:moveTo>
                      <a:pt x="1" y="0"/>
                    </a:moveTo>
                    <a:lnTo>
                      <a:pt x="1" y="2135"/>
                    </a:lnTo>
                    <a:lnTo>
                      <a:pt x="635" y="2135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2"/>
              <p:cNvSpPr/>
              <p:nvPr/>
            </p:nvSpPr>
            <p:spPr>
              <a:xfrm>
                <a:off x="3615250" y="3918450"/>
                <a:ext cx="159300" cy="329225"/>
              </a:xfrm>
              <a:custGeom>
                <a:avLst/>
                <a:gdLst/>
                <a:ahLst/>
                <a:cxnLst/>
                <a:rect l="l" t="t" r="r" b="b"/>
                <a:pathLst>
                  <a:path w="6372" h="13169" extrusionOk="0">
                    <a:moveTo>
                      <a:pt x="5254" y="1"/>
                    </a:moveTo>
                    <a:cubicBezTo>
                      <a:pt x="4696" y="1"/>
                      <a:pt x="4137" y="376"/>
                      <a:pt x="4137" y="1127"/>
                    </a:cubicBezTo>
                    <a:cubicBezTo>
                      <a:pt x="4137" y="1460"/>
                      <a:pt x="4204" y="1760"/>
                      <a:pt x="4204" y="2061"/>
                    </a:cubicBezTo>
                    <a:cubicBezTo>
                      <a:pt x="4237" y="2694"/>
                      <a:pt x="4304" y="3295"/>
                      <a:pt x="4337" y="3962"/>
                    </a:cubicBezTo>
                    <a:cubicBezTo>
                      <a:pt x="4404" y="4596"/>
                      <a:pt x="4437" y="5263"/>
                      <a:pt x="4470" y="5897"/>
                    </a:cubicBezTo>
                    <a:cubicBezTo>
                      <a:pt x="4504" y="6497"/>
                      <a:pt x="4504" y="7131"/>
                      <a:pt x="4437" y="7731"/>
                    </a:cubicBezTo>
                    <a:cubicBezTo>
                      <a:pt x="4337" y="8899"/>
                      <a:pt x="3870" y="10033"/>
                      <a:pt x="3136" y="10967"/>
                    </a:cubicBezTo>
                    <a:cubicBezTo>
                      <a:pt x="2769" y="11434"/>
                      <a:pt x="2302" y="11801"/>
                      <a:pt x="1769" y="12068"/>
                    </a:cubicBezTo>
                    <a:cubicBezTo>
                      <a:pt x="1201" y="12301"/>
                      <a:pt x="601" y="12435"/>
                      <a:pt x="1" y="12468"/>
                    </a:cubicBezTo>
                    <a:lnTo>
                      <a:pt x="1" y="13168"/>
                    </a:lnTo>
                    <a:cubicBezTo>
                      <a:pt x="701" y="13168"/>
                      <a:pt x="1435" y="13068"/>
                      <a:pt x="2102" y="12868"/>
                    </a:cubicBezTo>
                    <a:cubicBezTo>
                      <a:pt x="2769" y="12601"/>
                      <a:pt x="3403" y="12234"/>
                      <a:pt x="3937" y="11734"/>
                    </a:cubicBezTo>
                    <a:cubicBezTo>
                      <a:pt x="4937" y="10700"/>
                      <a:pt x="5638" y="9399"/>
                      <a:pt x="5938" y="7965"/>
                    </a:cubicBezTo>
                    <a:cubicBezTo>
                      <a:pt x="6072" y="7264"/>
                      <a:pt x="6172" y="6597"/>
                      <a:pt x="6205" y="5897"/>
                    </a:cubicBezTo>
                    <a:cubicBezTo>
                      <a:pt x="6238" y="5229"/>
                      <a:pt x="6272" y="4496"/>
                      <a:pt x="6305" y="3895"/>
                    </a:cubicBezTo>
                    <a:cubicBezTo>
                      <a:pt x="6305" y="3261"/>
                      <a:pt x="6338" y="2628"/>
                      <a:pt x="6338" y="2027"/>
                    </a:cubicBezTo>
                    <a:cubicBezTo>
                      <a:pt x="6372" y="1727"/>
                      <a:pt x="6372" y="1427"/>
                      <a:pt x="6372" y="1160"/>
                    </a:cubicBezTo>
                    <a:lnTo>
                      <a:pt x="6372" y="1127"/>
                    </a:lnTo>
                    <a:cubicBezTo>
                      <a:pt x="6372" y="376"/>
                      <a:pt x="5813" y="1"/>
                      <a:pt x="5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2"/>
              <p:cNvSpPr/>
              <p:nvPr/>
            </p:nvSpPr>
            <p:spPr>
              <a:xfrm>
                <a:off x="3718650" y="3918450"/>
                <a:ext cx="55900" cy="507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2028" extrusionOk="0">
                    <a:moveTo>
                      <a:pt x="1118" y="1"/>
                    </a:moveTo>
                    <a:cubicBezTo>
                      <a:pt x="560" y="1"/>
                      <a:pt x="1" y="376"/>
                      <a:pt x="1" y="1127"/>
                    </a:cubicBezTo>
                    <a:cubicBezTo>
                      <a:pt x="1" y="1127"/>
                      <a:pt x="1" y="1160"/>
                      <a:pt x="1" y="1193"/>
                    </a:cubicBezTo>
                    <a:cubicBezTo>
                      <a:pt x="34" y="1460"/>
                      <a:pt x="34" y="1727"/>
                      <a:pt x="68" y="2027"/>
                    </a:cubicBezTo>
                    <a:lnTo>
                      <a:pt x="2202" y="2027"/>
                    </a:lnTo>
                    <a:cubicBezTo>
                      <a:pt x="2236" y="1727"/>
                      <a:pt x="2236" y="1427"/>
                      <a:pt x="2236" y="1160"/>
                    </a:cubicBezTo>
                    <a:lnTo>
                      <a:pt x="2236" y="1127"/>
                    </a:lnTo>
                    <a:cubicBezTo>
                      <a:pt x="2236" y="376"/>
                      <a:pt x="1677" y="1"/>
                      <a:pt x="111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2"/>
              <p:cNvSpPr/>
              <p:nvPr/>
            </p:nvSpPr>
            <p:spPr>
              <a:xfrm>
                <a:off x="3738675" y="3886550"/>
                <a:ext cx="15875" cy="5340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136" extrusionOk="0">
                    <a:moveTo>
                      <a:pt x="0" y="1"/>
                    </a:moveTo>
                    <a:lnTo>
                      <a:pt x="0" y="2136"/>
                    </a:lnTo>
                    <a:lnTo>
                      <a:pt x="634" y="2136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2"/>
              <p:cNvSpPr/>
              <p:nvPr/>
            </p:nvSpPr>
            <p:spPr>
              <a:xfrm>
                <a:off x="3754525" y="3918450"/>
                <a:ext cx="159300" cy="329225"/>
              </a:xfrm>
              <a:custGeom>
                <a:avLst/>
                <a:gdLst/>
                <a:ahLst/>
                <a:cxnLst/>
                <a:rect l="l" t="t" r="r" b="b"/>
                <a:pathLst>
                  <a:path w="6372" h="13169" extrusionOk="0">
                    <a:moveTo>
                      <a:pt x="5254" y="1"/>
                    </a:moveTo>
                    <a:cubicBezTo>
                      <a:pt x="4695" y="1"/>
                      <a:pt x="4137" y="376"/>
                      <a:pt x="4137" y="1127"/>
                    </a:cubicBezTo>
                    <a:cubicBezTo>
                      <a:pt x="4137" y="1460"/>
                      <a:pt x="4170" y="1760"/>
                      <a:pt x="4203" y="2061"/>
                    </a:cubicBezTo>
                    <a:cubicBezTo>
                      <a:pt x="4237" y="2694"/>
                      <a:pt x="4303" y="3295"/>
                      <a:pt x="4337" y="3962"/>
                    </a:cubicBezTo>
                    <a:cubicBezTo>
                      <a:pt x="4403" y="4596"/>
                      <a:pt x="4437" y="5263"/>
                      <a:pt x="4470" y="5897"/>
                    </a:cubicBezTo>
                    <a:cubicBezTo>
                      <a:pt x="4503" y="6497"/>
                      <a:pt x="4503" y="7131"/>
                      <a:pt x="4437" y="7731"/>
                    </a:cubicBezTo>
                    <a:cubicBezTo>
                      <a:pt x="4337" y="8899"/>
                      <a:pt x="3870" y="10033"/>
                      <a:pt x="3136" y="10967"/>
                    </a:cubicBezTo>
                    <a:cubicBezTo>
                      <a:pt x="2769" y="11434"/>
                      <a:pt x="2302" y="11801"/>
                      <a:pt x="1768" y="12068"/>
                    </a:cubicBezTo>
                    <a:cubicBezTo>
                      <a:pt x="1201" y="12301"/>
                      <a:pt x="601" y="12435"/>
                      <a:pt x="0" y="12468"/>
                    </a:cubicBezTo>
                    <a:lnTo>
                      <a:pt x="0" y="13168"/>
                    </a:lnTo>
                    <a:cubicBezTo>
                      <a:pt x="701" y="13168"/>
                      <a:pt x="1435" y="13068"/>
                      <a:pt x="2102" y="12868"/>
                    </a:cubicBezTo>
                    <a:cubicBezTo>
                      <a:pt x="2769" y="12601"/>
                      <a:pt x="3403" y="12234"/>
                      <a:pt x="3936" y="11734"/>
                    </a:cubicBezTo>
                    <a:cubicBezTo>
                      <a:pt x="4937" y="10700"/>
                      <a:pt x="5638" y="9399"/>
                      <a:pt x="5938" y="7965"/>
                    </a:cubicBezTo>
                    <a:cubicBezTo>
                      <a:pt x="6071" y="7264"/>
                      <a:pt x="6171" y="6597"/>
                      <a:pt x="6205" y="5897"/>
                    </a:cubicBezTo>
                    <a:cubicBezTo>
                      <a:pt x="6238" y="5229"/>
                      <a:pt x="6271" y="4496"/>
                      <a:pt x="6271" y="3895"/>
                    </a:cubicBezTo>
                    <a:cubicBezTo>
                      <a:pt x="6305" y="3261"/>
                      <a:pt x="6338" y="2628"/>
                      <a:pt x="6338" y="2027"/>
                    </a:cubicBezTo>
                    <a:cubicBezTo>
                      <a:pt x="6371" y="1727"/>
                      <a:pt x="6371" y="1427"/>
                      <a:pt x="6371" y="1160"/>
                    </a:cubicBezTo>
                    <a:lnTo>
                      <a:pt x="6371" y="1127"/>
                    </a:lnTo>
                    <a:cubicBezTo>
                      <a:pt x="6371" y="376"/>
                      <a:pt x="5813" y="1"/>
                      <a:pt x="5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2"/>
              <p:cNvSpPr/>
              <p:nvPr/>
            </p:nvSpPr>
            <p:spPr>
              <a:xfrm>
                <a:off x="3857925" y="3917625"/>
                <a:ext cx="55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2061" extrusionOk="0">
                    <a:moveTo>
                      <a:pt x="1118" y="0"/>
                    </a:moveTo>
                    <a:cubicBezTo>
                      <a:pt x="559" y="0"/>
                      <a:pt x="1" y="376"/>
                      <a:pt x="1" y="1126"/>
                    </a:cubicBezTo>
                    <a:lnTo>
                      <a:pt x="1" y="1226"/>
                    </a:lnTo>
                    <a:cubicBezTo>
                      <a:pt x="1" y="1493"/>
                      <a:pt x="34" y="1793"/>
                      <a:pt x="67" y="2060"/>
                    </a:cubicBezTo>
                    <a:lnTo>
                      <a:pt x="2202" y="2060"/>
                    </a:lnTo>
                    <a:cubicBezTo>
                      <a:pt x="2235" y="1760"/>
                      <a:pt x="2235" y="1460"/>
                      <a:pt x="2235" y="1193"/>
                    </a:cubicBezTo>
                    <a:lnTo>
                      <a:pt x="2235" y="1126"/>
                    </a:lnTo>
                    <a:cubicBezTo>
                      <a:pt x="2235" y="376"/>
                      <a:pt x="1677" y="0"/>
                      <a:pt x="11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2"/>
              <p:cNvSpPr/>
              <p:nvPr/>
            </p:nvSpPr>
            <p:spPr>
              <a:xfrm>
                <a:off x="3877950" y="3886550"/>
                <a:ext cx="15850" cy="5340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2136" extrusionOk="0">
                    <a:moveTo>
                      <a:pt x="0" y="1"/>
                    </a:moveTo>
                    <a:lnTo>
                      <a:pt x="0" y="2136"/>
                    </a:lnTo>
                    <a:lnTo>
                      <a:pt x="634" y="2136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2"/>
              <p:cNvSpPr/>
              <p:nvPr/>
            </p:nvSpPr>
            <p:spPr>
              <a:xfrm>
                <a:off x="3893775" y="3918200"/>
                <a:ext cx="159325" cy="329475"/>
              </a:xfrm>
              <a:custGeom>
                <a:avLst/>
                <a:gdLst/>
                <a:ahLst/>
                <a:cxnLst/>
                <a:rect l="l" t="t" r="r" b="b"/>
                <a:pathLst>
                  <a:path w="6373" h="13179" extrusionOk="0">
                    <a:moveTo>
                      <a:pt x="5215" y="1"/>
                    </a:moveTo>
                    <a:cubicBezTo>
                      <a:pt x="4606" y="1"/>
                      <a:pt x="4104" y="522"/>
                      <a:pt x="4104" y="1137"/>
                    </a:cubicBezTo>
                    <a:cubicBezTo>
                      <a:pt x="4137" y="1470"/>
                      <a:pt x="4171" y="1770"/>
                      <a:pt x="4171" y="2071"/>
                    </a:cubicBezTo>
                    <a:cubicBezTo>
                      <a:pt x="4237" y="2704"/>
                      <a:pt x="4304" y="3305"/>
                      <a:pt x="4337" y="3972"/>
                    </a:cubicBezTo>
                    <a:cubicBezTo>
                      <a:pt x="4371" y="4606"/>
                      <a:pt x="4437" y="5273"/>
                      <a:pt x="4471" y="5907"/>
                    </a:cubicBezTo>
                    <a:cubicBezTo>
                      <a:pt x="4504" y="6507"/>
                      <a:pt x="4504" y="7141"/>
                      <a:pt x="4437" y="7741"/>
                    </a:cubicBezTo>
                    <a:cubicBezTo>
                      <a:pt x="4337" y="8909"/>
                      <a:pt x="3870" y="10043"/>
                      <a:pt x="3136" y="10977"/>
                    </a:cubicBezTo>
                    <a:cubicBezTo>
                      <a:pt x="2736" y="11444"/>
                      <a:pt x="2269" y="11811"/>
                      <a:pt x="1769" y="12078"/>
                    </a:cubicBezTo>
                    <a:cubicBezTo>
                      <a:pt x="1202" y="12311"/>
                      <a:pt x="601" y="12445"/>
                      <a:pt x="1" y="12478"/>
                    </a:cubicBezTo>
                    <a:lnTo>
                      <a:pt x="1" y="13178"/>
                    </a:lnTo>
                    <a:cubicBezTo>
                      <a:pt x="701" y="13178"/>
                      <a:pt x="1402" y="13078"/>
                      <a:pt x="2102" y="12878"/>
                    </a:cubicBezTo>
                    <a:cubicBezTo>
                      <a:pt x="2770" y="12611"/>
                      <a:pt x="3403" y="12244"/>
                      <a:pt x="3937" y="11744"/>
                    </a:cubicBezTo>
                    <a:cubicBezTo>
                      <a:pt x="4938" y="10710"/>
                      <a:pt x="5638" y="9409"/>
                      <a:pt x="5938" y="7975"/>
                    </a:cubicBezTo>
                    <a:cubicBezTo>
                      <a:pt x="6072" y="7274"/>
                      <a:pt x="6172" y="6607"/>
                      <a:pt x="6205" y="5907"/>
                    </a:cubicBezTo>
                    <a:cubicBezTo>
                      <a:pt x="6239" y="5239"/>
                      <a:pt x="6272" y="4506"/>
                      <a:pt x="6272" y="3905"/>
                    </a:cubicBezTo>
                    <a:cubicBezTo>
                      <a:pt x="6305" y="3271"/>
                      <a:pt x="6339" y="2638"/>
                      <a:pt x="6339" y="2037"/>
                    </a:cubicBezTo>
                    <a:cubicBezTo>
                      <a:pt x="6372" y="1737"/>
                      <a:pt x="6372" y="1437"/>
                      <a:pt x="6372" y="1170"/>
                    </a:cubicBezTo>
                    <a:lnTo>
                      <a:pt x="6372" y="1103"/>
                    </a:lnTo>
                    <a:cubicBezTo>
                      <a:pt x="6372" y="503"/>
                      <a:pt x="5872" y="2"/>
                      <a:pt x="5271" y="2"/>
                    </a:cubicBezTo>
                    <a:cubicBezTo>
                      <a:pt x="5252" y="1"/>
                      <a:pt x="5234" y="1"/>
                      <a:pt x="5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32"/>
              <p:cNvSpPr/>
              <p:nvPr/>
            </p:nvSpPr>
            <p:spPr>
              <a:xfrm>
                <a:off x="3997200" y="3918200"/>
                <a:ext cx="55900" cy="5095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2038" extrusionOk="0">
                    <a:moveTo>
                      <a:pt x="1078" y="1"/>
                    </a:moveTo>
                    <a:cubicBezTo>
                      <a:pt x="471" y="1"/>
                      <a:pt x="0" y="522"/>
                      <a:pt x="0" y="1137"/>
                    </a:cubicBezTo>
                    <a:cubicBezTo>
                      <a:pt x="0" y="1137"/>
                      <a:pt x="0" y="1170"/>
                      <a:pt x="0" y="1203"/>
                    </a:cubicBezTo>
                    <a:cubicBezTo>
                      <a:pt x="0" y="1470"/>
                      <a:pt x="34" y="1737"/>
                      <a:pt x="67" y="2037"/>
                    </a:cubicBezTo>
                    <a:lnTo>
                      <a:pt x="2202" y="2037"/>
                    </a:lnTo>
                    <a:cubicBezTo>
                      <a:pt x="2235" y="1737"/>
                      <a:pt x="2235" y="1437"/>
                      <a:pt x="2235" y="1170"/>
                    </a:cubicBezTo>
                    <a:lnTo>
                      <a:pt x="2235" y="1103"/>
                    </a:lnTo>
                    <a:cubicBezTo>
                      <a:pt x="2235" y="503"/>
                      <a:pt x="1735" y="2"/>
                      <a:pt x="1134" y="2"/>
                    </a:cubicBezTo>
                    <a:cubicBezTo>
                      <a:pt x="1115" y="1"/>
                      <a:pt x="1097" y="1"/>
                      <a:pt x="10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2"/>
              <p:cNvSpPr/>
              <p:nvPr/>
            </p:nvSpPr>
            <p:spPr>
              <a:xfrm>
                <a:off x="4017200" y="3886550"/>
                <a:ext cx="15875" cy="5340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136" extrusionOk="0">
                    <a:moveTo>
                      <a:pt x="1" y="1"/>
                    </a:moveTo>
                    <a:lnTo>
                      <a:pt x="1" y="2136"/>
                    </a:lnTo>
                    <a:lnTo>
                      <a:pt x="635" y="2136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46" name="Google Shape;1146;p32"/>
            <p:cNvSpPr/>
            <p:nvPr/>
          </p:nvSpPr>
          <p:spPr>
            <a:xfrm>
              <a:off x="3912975" y="3046800"/>
              <a:ext cx="207675" cy="241025"/>
            </a:xfrm>
            <a:custGeom>
              <a:avLst/>
              <a:gdLst/>
              <a:ahLst/>
              <a:cxnLst/>
              <a:rect l="l" t="t" r="r" b="b"/>
              <a:pathLst>
                <a:path w="8307" h="9641" extrusionOk="0">
                  <a:moveTo>
                    <a:pt x="834" y="8840"/>
                  </a:moveTo>
                  <a:cubicBezTo>
                    <a:pt x="834" y="8873"/>
                    <a:pt x="867" y="8873"/>
                    <a:pt x="901" y="8906"/>
                  </a:cubicBezTo>
                  <a:lnTo>
                    <a:pt x="834" y="8840"/>
                  </a:lnTo>
                  <a:close/>
                  <a:moveTo>
                    <a:pt x="5571" y="0"/>
                  </a:moveTo>
                  <a:cubicBezTo>
                    <a:pt x="5437" y="0"/>
                    <a:pt x="5337" y="33"/>
                    <a:pt x="5204" y="33"/>
                  </a:cubicBezTo>
                  <a:cubicBezTo>
                    <a:pt x="5104" y="67"/>
                    <a:pt x="4970" y="100"/>
                    <a:pt x="4870" y="134"/>
                  </a:cubicBezTo>
                  <a:lnTo>
                    <a:pt x="4703" y="167"/>
                  </a:lnTo>
                  <a:cubicBezTo>
                    <a:pt x="4437" y="267"/>
                    <a:pt x="4236" y="367"/>
                    <a:pt x="4003" y="467"/>
                  </a:cubicBezTo>
                  <a:cubicBezTo>
                    <a:pt x="2702" y="1134"/>
                    <a:pt x="1635" y="2168"/>
                    <a:pt x="967" y="3436"/>
                  </a:cubicBezTo>
                  <a:lnTo>
                    <a:pt x="934" y="3503"/>
                  </a:lnTo>
                  <a:cubicBezTo>
                    <a:pt x="801" y="3736"/>
                    <a:pt x="701" y="4003"/>
                    <a:pt x="601" y="4270"/>
                  </a:cubicBezTo>
                  <a:lnTo>
                    <a:pt x="234" y="5070"/>
                  </a:lnTo>
                  <a:lnTo>
                    <a:pt x="334" y="5104"/>
                  </a:lnTo>
                  <a:cubicBezTo>
                    <a:pt x="334" y="5170"/>
                    <a:pt x="334" y="5237"/>
                    <a:pt x="300" y="5271"/>
                  </a:cubicBezTo>
                  <a:cubicBezTo>
                    <a:pt x="300" y="5337"/>
                    <a:pt x="267" y="5371"/>
                    <a:pt x="267" y="5437"/>
                  </a:cubicBezTo>
                  <a:lnTo>
                    <a:pt x="67" y="6471"/>
                  </a:lnTo>
                  <a:cubicBezTo>
                    <a:pt x="0" y="6905"/>
                    <a:pt x="33" y="7405"/>
                    <a:pt x="200" y="7839"/>
                  </a:cubicBezTo>
                  <a:cubicBezTo>
                    <a:pt x="234" y="7939"/>
                    <a:pt x="267" y="8039"/>
                    <a:pt x="334" y="8173"/>
                  </a:cubicBezTo>
                  <a:cubicBezTo>
                    <a:pt x="334" y="8206"/>
                    <a:pt x="334" y="8206"/>
                    <a:pt x="367" y="8239"/>
                  </a:cubicBezTo>
                  <a:cubicBezTo>
                    <a:pt x="400" y="8306"/>
                    <a:pt x="434" y="8373"/>
                    <a:pt x="467" y="8406"/>
                  </a:cubicBezTo>
                  <a:cubicBezTo>
                    <a:pt x="567" y="8573"/>
                    <a:pt x="701" y="8706"/>
                    <a:pt x="834" y="8840"/>
                  </a:cubicBezTo>
                  <a:cubicBezTo>
                    <a:pt x="767" y="8640"/>
                    <a:pt x="734" y="8406"/>
                    <a:pt x="801" y="8173"/>
                  </a:cubicBezTo>
                  <a:lnTo>
                    <a:pt x="934" y="7339"/>
                  </a:lnTo>
                  <a:cubicBezTo>
                    <a:pt x="1234" y="5671"/>
                    <a:pt x="2402" y="4303"/>
                    <a:pt x="4003" y="3703"/>
                  </a:cubicBezTo>
                  <a:cubicBezTo>
                    <a:pt x="4136" y="3669"/>
                    <a:pt x="4270" y="3636"/>
                    <a:pt x="4403" y="3636"/>
                  </a:cubicBezTo>
                  <a:cubicBezTo>
                    <a:pt x="4441" y="3633"/>
                    <a:pt x="4478" y="3631"/>
                    <a:pt x="4515" y="3631"/>
                  </a:cubicBezTo>
                  <a:cubicBezTo>
                    <a:pt x="4838" y="3631"/>
                    <a:pt x="5131" y="3760"/>
                    <a:pt x="5371" y="3970"/>
                  </a:cubicBezTo>
                  <a:cubicBezTo>
                    <a:pt x="5437" y="4036"/>
                    <a:pt x="5504" y="4103"/>
                    <a:pt x="5571" y="4170"/>
                  </a:cubicBezTo>
                  <a:cubicBezTo>
                    <a:pt x="5738" y="4403"/>
                    <a:pt x="5838" y="4737"/>
                    <a:pt x="5838" y="5037"/>
                  </a:cubicBezTo>
                  <a:cubicBezTo>
                    <a:pt x="5838" y="5104"/>
                    <a:pt x="5838" y="5170"/>
                    <a:pt x="5838" y="5237"/>
                  </a:cubicBezTo>
                  <a:lnTo>
                    <a:pt x="5671" y="6071"/>
                  </a:lnTo>
                  <a:cubicBezTo>
                    <a:pt x="5637" y="6271"/>
                    <a:pt x="5604" y="6471"/>
                    <a:pt x="5537" y="6638"/>
                  </a:cubicBezTo>
                  <a:cubicBezTo>
                    <a:pt x="5104" y="8006"/>
                    <a:pt x="4103" y="9107"/>
                    <a:pt x="2802" y="9640"/>
                  </a:cubicBezTo>
                  <a:lnTo>
                    <a:pt x="2969" y="9640"/>
                  </a:lnTo>
                  <a:cubicBezTo>
                    <a:pt x="3202" y="9640"/>
                    <a:pt x="3436" y="9574"/>
                    <a:pt x="3669" y="9507"/>
                  </a:cubicBezTo>
                  <a:cubicBezTo>
                    <a:pt x="4970" y="9007"/>
                    <a:pt x="6104" y="8139"/>
                    <a:pt x="6938" y="7038"/>
                  </a:cubicBezTo>
                  <a:lnTo>
                    <a:pt x="7038" y="7038"/>
                  </a:lnTo>
                  <a:lnTo>
                    <a:pt x="7139" y="6738"/>
                  </a:lnTo>
                  <a:cubicBezTo>
                    <a:pt x="7172" y="6638"/>
                    <a:pt x="7239" y="6571"/>
                    <a:pt x="7305" y="6471"/>
                  </a:cubicBezTo>
                  <a:cubicBezTo>
                    <a:pt x="7706" y="5771"/>
                    <a:pt x="7972" y="5004"/>
                    <a:pt x="8139" y="4203"/>
                  </a:cubicBezTo>
                  <a:lnTo>
                    <a:pt x="8306" y="3169"/>
                  </a:lnTo>
                  <a:cubicBezTo>
                    <a:pt x="8306" y="3169"/>
                    <a:pt x="8306" y="3136"/>
                    <a:pt x="8306" y="3102"/>
                  </a:cubicBezTo>
                  <a:cubicBezTo>
                    <a:pt x="8306" y="3069"/>
                    <a:pt x="8306" y="3002"/>
                    <a:pt x="8306" y="2969"/>
                  </a:cubicBezTo>
                  <a:cubicBezTo>
                    <a:pt x="8306" y="2936"/>
                    <a:pt x="8306" y="2902"/>
                    <a:pt x="8306" y="2902"/>
                  </a:cubicBezTo>
                  <a:cubicBezTo>
                    <a:pt x="8306" y="2869"/>
                    <a:pt x="8306" y="2869"/>
                    <a:pt x="8306" y="2835"/>
                  </a:cubicBezTo>
                  <a:lnTo>
                    <a:pt x="8306" y="2635"/>
                  </a:lnTo>
                  <a:cubicBezTo>
                    <a:pt x="8306" y="1868"/>
                    <a:pt x="7939" y="1134"/>
                    <a:pt x="7372" y="634"/>
                  </a:cubicBezTo>
                  <a:cubicBezTo>
                    <a:pt x="7072" y="400"/>
                    <a:pt x="6772" y="234"/>
                    <a:pt x="6438" y="134"/>
                  </a:cubicBezTo>
                  <a:cubicBezTo>
                    <a:pt x="6305" y="100"/>
                    <a:pt x="6205" y="67"/>
                    <a:pt x="6104" y="67"/>
                  </a:cubicBezTo>
                  <a:cubicBezTo>
                    <a:pt x="5904" y="33"/>
                    <a:pt x="5738" y="0"/>
                    <a:pt x="5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2"/>
            <p:cNvSpPr/>
            <p:nvPr/>
          </p:nvSpPr>
          <p:spPr>
            <a:xfrm>
              <a:off x="3983025" y="3288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2"/>
            <p:cNvSpPr/>
            <p:nvPr/>
          </p:nvSpPr>
          <p:spPr>
            <a:xfrm>
              <a:off x="3893775" y="3096825"/>
              <a:ext cx="205175" cy="240000"/>
            </a:xfrm>
            <a:custGeom>
              <a:avLst/>
              <a:gdLst/>
              <a:ahLst/>
              <a:cxnLst/>
              <a:rect l="l" t="t" r="r" b="b"/>
              <a:pathLst>
                <a:path w="8207" h="9600" extrusionOk="0">
                  <a:moveTo>
                    <a:pt x="5171" y="1635"/>
                  </a:moveTo>
                  <a:cubicBezTo>
                    <a:pt x="5271" y="1635"/>
                    <a:pt x="5405" y="1635"/>
                    <a:pt x="5505" y="1668"/>
                  </a:cubicBezTo>
                  <a:cubicBezTo>
                    <a:pt x="5738" y="1735"/>
                    <a:pt x="5972" y="1835"/>
                    <a:pt x="6139" y="2002"/>
                  </a:cubicBezTo>
                  <a:cubicBezTo>
                    <a:pt x="6139" y="2002"/>
                    <a:pt x="6172" y="2035"/>
                    <a:pt x="6172" y="2035"/>
                  </a:cubicBezTo>
                  <a:cubicBezTo>
                    <a:pt x="6205" y="2102"/>
                    <a:pt x="6272" y="2135"/>
                    <a:pt x="6305" y="2202"/>
                  </a:cubicBezTo>
                  <a:cubicBezTo>
                    <a:pt x="6506" y="2436"/>
                    <a:pt x="6572" y="2736"/>
                    <a:pt x="6572" y="3069"/>
                  </a:cubicBezTo>
                  <a:cubicBezTo>
                    <a:pt x="6572" y="3136"/>
                    <a:pt x="6572" y="3203"/>
                    <a:pt x="6572" y="3270"/>
                  </a:cubicBezTo>
                  <a:lnTo>
                    <a:pt x="6439" y="4103"/>
                  </a:lnTo>
                  <a:cubicBezTo>
                    <a:pt x="6372" y="4304"/>
                    <a:pt x="6339" y="4470"/>
                    <a:pt x="6272" y="4671"/>
                  </a:cubicBezTo>
                  <a:cubicBezTo>
                    <a:pt x="5905" y="5938"/>
                    <a:pt x="4971" y="7006"/>
                    <a:pt x="3770" y="7573"/>
                  </a:cubicBezTo>
                  <a:cubicBezTo>
                    <a:pt x="3704" y="7606"/>
                    <a:pt x="3637" y="7639"/>
                    <a:pt x="3570" y="7673"/>
                  </a:cubicBezTo>
                  <a:lnTo>
                    <a:pt x="3403" y="7739"/>
                  </a:lnTo>
                  <a:cubicBezTo>
                    <a:pt x="3248" y="7796"/>
                    <a:pt x="3089" y="7822"/>
                    <a:pt x="2932" y="7822"/>
                  </a:cubicBezTo>
                  <a:cubicBezTo>
                    <a:pt x="2344" y="7822"/>
                    <a:pt x="1786" y="7451"/>
                    <a:pt x="1602" y="6872"/>
                  </a:cubicBezTo>
                  <a:cubicBezTo>
                    <a:pt x="1535" y="6705"/>
                    <a:pt x="1535" y="6505"/>
                    <a:pt x="1535" y="6338"/>
                  </a:cubicBezTo>
                  <a:lnTo>
                    <a:pt x="1535" y="6172"/>
                  </a:lnTo>
                  <a:lnTo>
                    <a:pt x="1669" y="5471"/>
                  </a:lnTo>
                  <a:lnTo>
                    <a:pt x="1669" y="5371"/>
                  </a:lnTo>
                  <a:cubicBezTo>
                    <a:pt x="2002" y="3703"/>
                    <a:pt x="3136" y="2302"/>
                    <a:pt x="4738" y="1735"/>
                  </a:cubicBezTo>
                  <a:cubicBezTo>
                    <a:pt x="4871" y="1668"/>
                    <a:pt x="5004" y="1635"/>
                    <a:pt x="5171" y="1635"/>
                  </a:cubicBezTo>
                  <a:close/>
                  <a:moveTo>
                    <a:pt x="5205" y="1"/>
                  </a:moveTo>
                  <a:cubicBezTo>
                    <a:pt x="5004" y="34"/>
                    <a:pt x="4804" y="67"/>
                    <a:pt x="4638" y="134"/>
                  </a:cubicBezTo>
                  <a:cubicBezTo>
                    <a:pt x="3136" y="701"/>
                    <a:pt x="1869" y="1768"/>
                    <a:pt x="1068" y="3136"/>
                  </a:cubicBezTo>
                  <a:cubicBezTo>
                    <a:pt x="635" y="3837"/>
                    <a:pt x="368" y="4604"/>
                    <a:pt x="234" y="5404"/>
                  </a:cubicBezTo>
                  <a:lnTo>
                    <a:pt x="68" y="6205"/>
                  </a:lnTo>
                  <a:lnTo>
                    <a:pt x="34" y="6405"/>
                  </a:lnTo>
                  <a:cubicBezTo>
                    <a:pt x="1" y="6639"/>
                    <a:pt x="1" y="6839"/>
                    <a:pt x="1" y="7072"/>
                  </a:cubicBezTo>
                  <a:cubicBezTo>
                    <a:pt x="83" y="8549"/>
                    <a:pt x="1331" y="9600"/>
                    <a:pt x="2715" y="9600"/>
                  </a:cubicBezTo>
                  <a:cubicBezTo>
                    <a:pt x="3019" y="9600"/>
                    <a:pt x="3330" y="9549"/>
                    <a:pt x="3637" y="9441"/>
                  </a:cubicBezTo>
                  <a:cubicBezTo>
                    <a:pt x="3737" y="9407"/>
                    <a:pt x="3837" y="9341"/>
                    <a:pt x="3937" y="9307"/>
                  </a:cubicBezTo>
                  <a:cubicBezTo>
                    <a:pt x="4171" y="9207"/>
                    <a:pt x="4437" y="9074"/>
                    <a:pt x="4671" y="8940"/>
                  </a:cubicBezTo>
                  <a:cubicBezTo>
                    <a:pt x="5638" y="8373"/>
                    <a:pt x="6472" y="7573"/>
                    <a:pt x="7073" y="6639"/>
                  </a:cubicBezTo>
                  <a:cubicBezTo>
                    <a:pt x="7073" y="6505"/>
                    <a:pt x="7106" y="6405"/>
                    <a:pt x="7173" y="6305"/>
                  </a:cubicBezTo>
                  <a:lnTo>
                    <a:pt x="7239" y="6205"/>
                  </a:lnTo>
                  <a:cubicBezTo>
                    <a:pt x="7273" y="6172"/>
                    <a:pt x="7273" y="6105"/>
                    <a:pt x="7306" y="6072"/>
                  </a:cubicBezTo>
                  <a:cubicBezTo>
                    <a:pt x="7339" y="5971"/>
                    <a:pt x="7406" y="5871"/>
                    <a:pt x="7440" y="5771"/>
                  </a:cubicBezTo>
                  <a:cubicBezTo>
                    <a:pt x="7473" y="5705"/>
                    <a:pt x="7506" y="5605"/>
                    <a:pt x="7540" y="5538"/>
                  </a:cubicBezTo>
                  <a:cubicBezTo>
                    <a:pt x="7606" y="5438"/>
                    <a:pt x="7640" y="5371"/>
                    <a:pt x="7673" y="5271"/>
                  </a:cubicBezTo>
                  <a:cubicBezTo>
                    <a:pt x="7673" y="5238"/>
                    <a:pt x="7706" y="5204"/>
                    <a:pt x="7706" y="5138"/>
                  </a:cubicBezTo>
                  <a:cubicBezTo>
                    <a:pt x="7740" y="5037"/>
                    <a:pt x="7773" y="4904"/>
                    <a:pt x="7806" y="4804"/>
                  </a:cubicBezTo>
                  <a:cubicBezTo>
                    <a:pt x="7873" y="4570"/>
                    <a:pt x="7907" y="4370"/>
                    <a:pt x="7973" y="4137"/>
                  </a:cubicBezTo>
                  <a:lnTo>
                    <a:pt x="8140" y="3136"/>
                  </a:lnTo>
                  <a:cubicBezTo>
                    <a:pt x="8173" y="2969"/>
                    <a:pt x="8207" y="2769"/>
                    <a:pt x="8173" y="2602"/>
                  </a:cubicBezTo>
                  <a:lnTo>
                    <a:pt x="8173" y="2502"/>
                  </a:lnTo>
                  <a:cubicBezTo>
                    <a:pt x="8173" y="2469"/>
                    <a:pt x="8173" y="2436"/>
                    <a:pt x="8173" y="2436"/>
                  </a:cubicBezTo>
                  <a:cubicBezTo>
                    <a:pt x="8207" y="2402"/>
                    <a:pt x="8207" y="2369"/>
                    <a:pt x="8173" y="2369"/>
                  </a:cubicBezTo>
                  <a:lnTo>
                    <a:pt x="8173" y="2235"/>
                  </a:lnTo>
                  <a:cubicBezTo>
                    <a:pt x="8207" y="2202"/>
                    <a:pt x="8207" y="2202"/>
                    <a:pt x="8173" y="2202"/>
                  </a:cubicBezTo>
                  <a:cubicBezTo>
                    <a:pt x="8173" y="2135"/>
                    <a:pt x="8173" y="2069"/>
                    <a:pt x="8173" y="2035"/>
                  </a:cubicBezTo>
                  <a:cubicBezTo>
                    <a:pt x="8140" y="1969"/>
                    <a:pt x="8107" y="1835"/>
                    <a:pt x="8073" y="1768"/>
                  </a:cubicBezTo>
                  <a:cubicBezTo>
                    <a:pt x="8073" y="1702"/>
                    <a:pt x="8040" y="1668"/>
                    <a:pt x="8040" y="1635"/>
                  </a:cubicBezTo>
                  <a:lnTo>
                    <a:pt x="8040" y="1602"/>
                  </a:lnTo>
                  <a:cubicBezTo>
                    <a:pt x="8007" y="1535"/>
                    <a:pt x="7973" y="1468"/>
                    <a:pt x="7940" y="1402"/>
                  </a:cubicBezTo>
                  <a:cubicBezTo>
                    <a:pt x="7907" y="1368"/>
                    <a:pt x="7907" y="1335"/>
                    <a:pt x="7873" y="1301"/>
                  </a:cubicBezTo>
                  <a:cubicBezTo>
                    <a:pt x="7873" y="1268"/>
                    <a:pt x="7873" y="1268"/>
                    <a:pt x="7840" y="1235"/>
                  </a:cubicBezTo>
                  <a:cubicBezTo>
                    <a:pt x="7806" y="1168"/>
                    <a:pt x="7773" y="1101"/>
                    <a:pt x="7706" y="1035"/>
                  </a:cubicBezTo>
                  <a:cubicBezTo>
                    <a:pt x="7573" y="868"/>
                    <a:pt x="7440" y="734"/>
                    <a:pt x="7306" y="601"/>
                  </a:cubicBezTo>
                  <a:cubicBezTo>
                    <a:pt x="7206" y="501"/>
                    <a:pt x="7139" y="468"/>
                    <a:pt x="7039" y="401"/>
                  </a:cubicBezTo>
                  <a:lnTo>
                    <a:pt x="6906" y="334"/>
                  </a:lnTo>
                  <a:cubicBezTo>
                    <a:pt x="6872" y="301"/>
                    <a:pt x="6839" y="267"/>
                    <a:pt x="6806" y="267"/>
                  </a:cubicBezTo>
                  <a:lnTo>
                    <a:pt x="6772" y="267"/>
                  </a:lnTo>
                  <a:cubicBezTo>
                    <a:pt x="6739" y="234"/>
                    <a:pt x="6706" y="234"/>
                    <a:pt x="6672" y="234"/>
                  </a:cubicBezTo>
                  <a:cubicBezTo>
                    <a:pt x="6639" y="201"/>
                    <a:pt x="6639" y="201"/>
                    <a:pt x="6606" y="167"/>
                  </a:cubicBezTo>
                  <a:lnTo>
                    <a:pt x="6472" y="134"/>
                  </a:lnTo>
                  <a:cubicBezTo>
                    <a:pt x="6372" y="101"/>
                    <a:pt x="6272" y="67"/>
                    <a:pt x="6172" y="34"/>
                  </a:cubicBezTo>
                  <a:cubicBezTo>
                    <a:pt x="6105" y="34"/>
                    <a:pt x="6039" y="1"/>
                    <a:pt x="5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2"/>
            <p:cNvSpPr/>
            <p:nvPr/>
          </p:nvSpPr>
          <p:spPr>
            <a:xfrm>
              <a:off x="3933825" y="326862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3" y="33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33" y="33"/>
                    <a:pt x="33" y="33"/>
                  </a:cubicBez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2"/>
            <p:cNvSpPr/>
            <p:nvPr/>
          </p:nvSpPr>
          <p:spPr>
            <a:xfrm>
              <a:off x="3983025" y="3288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2"/>
            <p:cNvSpPr/>
            <p:nvPr/>
          </p:nvSpPr>
          <p:spPr>
            <a:xfrm>
              <a:off x="3983025" y="3115175"/>
              <a:ext cx="80075" cy="112600"/>
            </a:xfrm>
            <a:custGeom>
              <a:avLst/>
              <a:gdLst/>
              <a:ahLst/>
              <a:cxnLst/>
              <a:rect l="l" t="t" r="r" b="b"/>
              <a:pathLst>
                <a:path w="3203" h="4504" extrusionOk="0">
                  <a:moveTo>
                    <a:pt x="2569" y="0"/>
                  </a:moveTo>
                  <a:lnTo>
                    <a:pt x="0" y="4070"/>
                  </a:lnTo>
                  <a:lnTo>
                    <a:pt x="634" y="4504"/>
                  </a:lnTo>
                  <a:lnTo>
                    <a:pt x="3202" y="401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rgbClr val="B53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2"/>
            <p:cNvSpPr/>
            <p:nvPr/>
          </p:nvSpPr>
          <p:spPr>
            <a:xfrm>
              <a:off x="3891275" y="3209400"/>
              <a:ext cx="107600" cy="62575"/>
            </a:xfrm>
            <a:custGeom>
              <a:avLst/>
              <a:gdLst/>
              <a:ahLst/>
              <a:cxnLst/>
              <a:rect l="l" t="t" r="r" b="b"/>
              <a:pathLst>
                <a:path w="4304" h="2503" extrusionOk="0">
                  <a:moveTo>
                    <a:pt x="4004" y="1"/>
                  </a:moveTo>
                  <a:lnTo>
                    <a:pt x="3804" y="101"/>
                  </a:lnTo>
                  <a:lnTo>
                    <a:pt x="1769" y="968"/>
                  </a:lnTo>
                  <a:lnTo>
                    <a:pt x="1002" y="1268"/>
                  </a:lnTo>
                  <a:lnTo>
                    <a:pt x="101" y="1669"/>
                  </a:lnTo>
                  <a:lnTo>
                    <a:pt x="68" y="1869"/>
                  </a:lnTo>
                  <a:cubicBezTo>
                    <a:pt x="34" y="2069"/>
                    <a:pt x="1" y="2302"/>
                    <a:pt x="1" y="2503"/>
                  </a:cubicBezTo>
                  <a:lnTo>
                    <a:pt x="1335" y="1969"/>
                  </a:lnTo>
                  <a:lnTo>
                    <a:pt x="1635" y="1835"/>
                  </a:lnTo>
                  <a:lnTo>
                    <a:pt x="3770" y="935"/>
                  </a:lnTo>
                  <a:lnTo>
                    <a:pt x="4304" y="701"/>
                  </a:lnTo>
                  <a:lnTo>
                    <a:pt x="4137" y="334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rgbClr val="B53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2"/>
            <p:cNvSpPr/>
            <p:nvPr/>
          </p:nvSpPr>
          <p:spPr>
            <a:xfrm>
              <a:off x="3985525" y="3217750"/>
              <a:ext cx="23375" cy="110100"/>
            </a:xfrm>
            <a:custGeom>
              <a:avLst/>
              <a:gdLst/>
              <a:ahLst/>
              <a:cxnLst/>
              <a:rect l="l" t="t" r="r" b="b"/>
              <a:pathLst>
                <a:path w="935" h="4404" extrusionOk="0">
                  <a:moveTo>
                    <a:pt x="400" y="0"/>
                  </a:moveTo>
                  <a:lnTo>
                    <a:pt x="0" y="34"/>
                  </a:lnTo>
                  <a:lnTo>
                    <a:pt x="0" y="601"/>
                  </a:lnTo>
                  <a:lnTo>
                    <a:pt x="100" y="2702"/>
                  </a:lnTo>
                  <a:lnTo>
                    <a:pt x="134" y="2802"/>
                  </a:lnTo>
                  <a:lnTo>
                    <a:pt x="200" y="4403"/>
                  </a:lnTo>
                  <a:lnTo>
                    <a:pt x="934" y="4070"/>
                  </a:lnTo>
                  <a:lnTo>
                    <a:pt x="867" y="2602"/>
                  </a:lnTo>
                  <a:lnTo>
                    <a:pt x="834" y="2302"/>
                  </a:lnTo>
                  <a:lnTo>
                    <a:pt x="734" y="67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B53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2"/>
            <p:cNvSpPr/>
            <p:nvPr/>
          </p:nvSpPr>
          <p:spPr>
            <a:xfrm>
              <a:off x="3801225" y="3373125"/>
              <a:ext cx="256875" cy="184150"/>
            </a:xfrm>
            <a:custGeom>
              <a:avLst/>
              <a:gdLst/>
              <a:ahLst/>
              <a:cxnLst/>
              <a:rect l="l" t="t" r="r" b="b"/>
              <a:pathLst>
                <a:path w="10275" h="7366" extrusionOk="0">
                  <a:moveTo>
                    <a:pt x="6293" y="1"/>
                  </a:moveTo>
                  <a:cubicBezTo>
                    <a:pt x="5294" y="1"/>
                    <a:pt x="4308" y="216"/>
                    <a:pt x="3403" y="657"/>
                  </a:cubicBezTo>
                  <a:lnTo>
                    <a:pt x="3336" y="690"/>
                  </a:lnTo>
                  <a:cubicBezTo>
                    <a:pt x="3069" y="790"/>
                    <a:pt x="2836" y="957"/>
                    <a:pt x="2602" y="1091"/>
                  </a:cubicBezTo>
                  <a:lnTo>
                    <a:pt x="1835" y="1524"/>
                  </a:lnTo>
                  <a:lnTo>
                    <a:pt x="1902" y="1591"/>
                  </a:lnTo>
                  <a:lnTo>
                    <a:pt x="1768" y="1724"/>
                  </a:lnTo>
                  <a:cubicBezTo>
                    <a:pt x="1701" y="1758"/>
                    <a:pt x="1668" y="1791"/>
                    <a:pt x="1635" y="1824"/>
                  </a:cubicBezTo>
                  <a:lnTo>
                    <a:pt x="868" y="2525"/>
                  </a:lnTo>
                  <a:cubicBezTo>
                    <a:pt x="534" y="2825"/>
                    <a:pt x="267" y="3225"/>
                    <a:pt x="134" y="3692"/>
                  </a:cubicBezTo>
                  <a:cubicBezTo>
                    <a:pt x="67" y="3792"/>
                    <a:pt x="67" y="3893"/>
                    <a:pt x="34" y="4026"/>
                  </a:cubicBezTo>
                  <a:cubicBezTo>
                    <a:pt x="34" y="4059"/>
                    <a:pt x="67" y="4059"/>
                    <a:pt x="34" y="4126"/>
                  </a:cubicBezTo>
                  <a:cubicBezTo>
                    <a:pt x="0" y="4193"/>
                    <a:pt x="0" y="4259"/>
                    <a:pt x="0" y="4326"/>
                  </a:cubicBezTo>
                  <a:cubicBezTo>
                    <a:pt x="0" y="4493"/>
                    <a:pt x="0" y="4693"/>
                    <a:pt x="34" y="4893"/>
                  </a:cubicBezTo>
                  <a:cubicBezTo>
                    <a:pt x="100" y="4660"/>
                    <a:pt x="234" y="4460"/>
                    <a:pt x="401" y="4326"/>
                  </a:cubicBezTo>
                  <a:lnTo>
                    <a:pt x="1034" y="3759"/>
                  </a:lnTo>
                  <a:cubicBezTo>
                    <a:pt x="1918" y="2923"/>
                    <a:pt x="3076" y="2480"/>
                    <a:pt x="4263" y="2480"/>
                  </a:cubicBezTo>
                  <a:cubicBezTo>
                    <a:pt x="4733" y="2480"/>
                    <a:pt x="5207" y="2550"/>
                    <a:pt x="5671" y="2692"/>
                  </a:cubicBezTo>
                  <a:cubicBezTo>
                    <a:pt x="5804" y="2725"/>
                    <a:pt x="5938" y="2792"/>
                    <a:pt x="6038" y="2892"/>
                  </a:cubicBezTo>
                  <a:cubicBezTo>
                    <a:pt x="6338" y="3092"/>
                    <a:pt x="6538" y="3426"/>
                    <a:pt x="6605" y="3759"/>
                  </a:cubicBezTo>
                  <a:cubicBezTo>
                    <a:pt x="6638" y="3859"/>
                    <a:pt x="6638" y="3926"/>
                    <a:pt x="6638" y="4026"/>
                  </a:cubicBezTo>
                  <a:cubicBezTo>
                    <a:pt x="6638" y="4326"/>
                    <a:pt x="6538" y="4626"/>
                    <a:pt x="6338" y="4860"/>
                  </a:cubicBezTo>
                  <a:cubicBezTo>
                    <a:pt x="6305" y="4927"/>
                    <a:pt x="6238" y="4960"/>
                    <a:pt x="6205" y="5027"/>
                  </a:cubicBezTo>
                  <a:lnTo>
                    <a:pt x="5571" y="5594"/>
                  </a:lnTo>
                  <a:cubicBezTo>
                    <a:pt x="5437" y="5727"/>
                    <a:pt x="5271" y="5827"/>
                    <a:pt x="5104" y="5961"/>
                  </a:cubicBezTo>
                  <a:cubicBezTo>
                    <a:pt x="4293" y="6533"/>
                    <a:pt x="3312" y="6850"/>
                    <a:pt x="2319" y="6850"/>
                  </a:cubicBezTo>
                  <a:cubicBezTo>
                    <a:pt x="1923" y="6850"/>
                    <a:pt x="1524" y="6799"/>
                    <a:pt x="1134" y="6695"/>
                  </a:cubicBezTo>
                  <a:lnTo>
                    <a:pt x="1134" y="6695"/>
                  </a:lnTo>
                  <a:cubicBezTo>
                    <a:pt x="1134" y="6695"/>
                    <a:pt x="1168" y="6728"/>
                    <a:pt x="1201" y="6728"/>
                  </a:cubicBezTo>
                  <a:lnTo>
                    <a:pt x="1268" y="6795"/>
                  </a:lnTo>
                  <a:cubicBezTo>
                    <a:pt x="1468" y="6895"/>
                    <a:pt x="1701" y="6995"/>
                    <a:pt x="1935" y="7095"/>
                  </a:cubicBezTo>
                  <a:cubicBezTo>
                    <a:pt x="2571" y="7274"/>
                    <a:pt x="3232" y="7366"/>
                    <a:pt x="3892" y="7366"/>
                  </a:cubicBezTo>
                  <a:cubicBezTo>
                    <a:pt x="4582" y="7366"/>
                    <a:pt x="5273" y="7266"/>
                    <a:pt x="5938" y="7061"/>
                  </a:cubicBezTo>
                  <a:lnTo>
                    <a:pt x="6005" y="7128"/>
                  </a:lnTo>
                  <a:lnTo>
                    <a:pt x="6271" y="6928"/>
                  </a:lnTo>
                  <a:lnTo>
                    <a:pt x="6572" y="6828"/>
                  </a:lnTo>
                  <a:cubicBezTo>
                    <a:pt x="7339" y="6528"/>
                    <a:pt x="8039" y="6094"/>
                    <a:pt x="8640" y="5527"/>
                  </a:cubicBezTo>
                  <a:lnTo>
                    <a:pt x="9374" y="4827"/>
                  </a:lnTo>
                  <a:cubicBezTo>
                    <a:pt x="9407" y="4827"/>
                    <a:pt x="9440" y="4793"/>
                    <a:pt x="9440" y="4793"/>
                  </a:cubicBezTo>
                  <a:cubicBezTo>
                    <a:pt x="9474" y="4760"/>
                    <a:pt x="9507" y="4726"/>
                    <a:pt x="9540" y="4693"/>
                  </a:cubicBezTo>
                  <a:cubicBezTo>
                    <a:pt x="9540" y="4660"/>
                    <a:pt x="9574" y="4660"/>
                    <a:pt x="9574" y="4626"/>
                  </a:cubicBezTo>
                  <a:cubicBezTo>
                    <a:pt x="9607" y="4626"/>
                    <a:pt x="9607" y="4626"/>
                    <a:pt x="9607" y="4593"/>
                  </a:cubicBezTo>
                  <a:lnTo>
                    <a:pt x="9741" y="4426"/>
                  </a:lnTo>
                  <a:cubicBezTo>
                    <a:pt x="10007" y="4093"/>
                    <a:pt x="10174" y="3692"/>
                    <a:pt x="10208" y="3292"/>
                  </a:cubicBezTo>
                  <a:cubicBezTo>
                    <a:pt x="10274" y="2959"/>
                    <a:pt x="10274" y="2592"/>
                    <a:pt x="10174" y="2258"/>
                  </a:cubicBezTo>
                  <a:cubicBezTo>
                    <a:pt x="10107" y="1924"/>
                    <a:pt x="9974" y="1591"/>
                    <a:pt x="9774" y="1291"/>
                  </a:cubicBezTo>
                  <a:cubicBezTo>
                    <a:pt x="9707" y="1191"/>
                    <a:pt x="9640" y="1124"/>
                    <a:pt x="9540" y="1024"/>
                  </a:cubicBezTo>
                  <a:cubicBezTo>
                    <a:pt x="9440" y="890"/>
                    <a:pt x="9274" y="790"/>
                    <a:pt x="9140" y="690"/>
                  </a:cubicBezTo>
                  <a:cubicBezTo>
                    <a:pt x="9040" y="624"/>
                    <a:pt x="8940" y="557"/>
                    <a:pt x="8840" y="490"/>
                  </a:cubicBezTo>
                  <a:cubicBezTo>
                    <a:pt x="8740" y="423"/>
                    <a:pt x="8640" y="390"/>
                    <a:pt x="8506" y="357"/>
                  </a:cubicBezTo>
                  <a:lnTo>
                    <a:pt x="8340" y="290"/>
                  </a:lnTo>
                  <a:cubicBezTo>
                    <a:pt x="8106" y="223"/>
                    <a:pt x="7839" y="157"/>
                    <a:pt x="7606" y="123"/>
                  </a:cubicBezTo>
                  <a:cubicBezTo>
                    <a:pt x="7169" y="42"/>
                    <a:pt x="6730" y="1"/>
                    <a:pt x="6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2"/>
            <p:cNvSpPr/>
            <p:nvPr/>
          </p:nvSpPr>
          <p:spPr>
            <a:xfrm>
              <a:off x="3829575" y="3540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2"/>
            <p:cNvSpPr/>
            <p:nvPr/>
          </p:nvSpPr>
          <p:spPr>
            <a:xfrm>
              <a:off x="3738675" y="3398625"/>
              <a:ext cx="272725" cy="184825"/>
            </a:xfrm>
            <a:custGeom>
              <a:avLst/>
              <a:gdLst/>
              <a:ahLst/>
              <a:cxnLst/>
              <a:rect l="l" t="t" r="r" b="b"/>
              <a:pathLst>
                <a:path w="10909" h="7393" extrusionOk="0">
                  <a:moveTo>
                    <a:pt x="6752" y="1460"/>
                  </a:moveTo>
                  <a:cubicBezTo>
                    <a:pt x="7218" y="1460"/>
                    <a:pt x="7685" y="1530"/>
                    <a:pt x="8140" y="1672"/>
                  </a:cubicBezTo>
                  <a:cubicBezTo>
                    <a:pt x="8273" y="1705"/>
                    <a:pt x="8406" y="1772"/>
                    <a:pt x="8540" y="1872"/>
                  </a:cubicBezTo>
                  <a:cubicBezTo>
                    <a:pt x="8840" y="2072"/>
                    <a:pt x="9040" y="2372"/>
                    <a:pt x="9107" y="2739"/>
                  </a:cubicBezTo>
                  <a:cubicBezTo>
                    <a:pt x="9107" y="2739"/>
                    <a:pt x="9107" y="2772"/>
                    <a:pt x="9107" y="2806"/>
                  </a:cubicBezTo>
                  <a:cubicBezTo>
                    <a:pt x="9107" y="2873"/>
                    <a:pt x="9107" y="2939"/>
                    <a:pt x="9107" y="3006"/>
                  </a:cubicBezTo>
                  <a:cubicBezTo>
                    <a:pt x="9107" y="3306"/>
                    <a:pt x="8974" y="3606"/>
                    <a:pt x="8773" y="3840"/>
                  </a:cubicBezTo>
                  <a:cubicBezTo>
                    <a:pt x="8740" y="3873"/>
                    <a:pt x="8707" y="3940"/>
                    <a:pt x="8640" y="3973"/>
                  </a:cubicBezTo>
                  <a:lnTo>
                    <a:pt x="8040" y="4540"/>
                  </a:lnTo>
                  <a:cubicBezTo>
                    <a:pt x="7873" y="4674"/>
                    <a:pt x="7739" y="4807"/>
                    <a:pt x="7573" y="4907"/>
                  </a:cubicBezTo>
                  <a:cubicBezTo>
                    <a:pt x="6780" y="5509"/>
                    <a:pt x="5807" y="5810"/>
                    <a:pt x="4826" y="5810"/>
                  </a:cubicBezTo>
                  <a:cubicBezTo>
                    <a:pt x="4774" y="5810"/>
                    <a:pt x="4722" y="5810"/>
                    <a:pt x="4670" y="5808"/>
                  </a:cubicBezTo>
                  <a:cubicBezTo>
                    <a:pt x="4370" y="5808"/>
                    <a:pt x="4103" y="5775"/>
                    <a:pt x="3837" y="5708"/>
                  </a:cubicBezTo>
                  <a:lnTo>
                    <a:pt x="3570" y="5641"/>
                  </a:lnTo>
                  <a:lnTo>
                    <a:pt x="3636" y="5675"/>
                  </a:lnTo>
                  <a:cubicBezTo>
                    <a:pt x="3570" y="5641"/>
                    <a:pt x="3503" y="5641"/>
                    <a:pt x="3436" y="5608"/>
                  </a:cubicBezTo>
                  <a:cubicBezTo>
                    <a:pt x="2702" y="5408"/>
                    <a:pt x="2302" y="4607"/>
                    <a:pt x="2536" y="3840"/>
                  </a:cubicBezTo>
                  <a:cubicBezTo>
                    <a:pt x="2602" y="3673"/>
                    <a:pt x="2702" y="3540"/>
                    <a:pt x="2802" y="3406"/>
                  </a:cubicBezTo>
                  <a:cubicBezTo>
                    <a:pt x="2836" y="3373"/>
                    <a:pt x="2869" y="3306"/>
                    <a:pt x="2903" y="3273"/>
                  </a:cubicBezTo>
                  <a:lnTo>
                    <a:pt x="3470" y="2772"/>
                  </a:lnTo>
                  <a:lnTo>
                    <a:pt x="3536" y="2739"/>
                  </a:lnTo>
                  <a:cubicBezTo>
                    <a:pt x="4420" y="1903"/>
                    <a:pt x="5578" y="1460"/>
                    <a:pt x="6752" y="1460"/>
                  </a:cubicBezTo>
                  <a:close/>
                  <a:moveTo>
                    <a:pt x="7005" y="0"/>
                  </a:moveTo>
                  <a:cubicBezTo>
                    <a:pt x="6103" y="0"/>
                    <a:pt x="5204" y="177"/>
                    <a:pt x="4370" y="538"/>
                  </a:cubicBezTo>
                  <a:cubicBezTo>
                    <a:pt x="3603" y="838"/>
                    <a:pt x="2936" y="1271"/>
                    <a:pt x="2335" y="1805"/>
                  </a:cubicBezTo>
                  <a:lnTo>
                    <a:pt x="1702" y="2372"/>
                  </a:lnTo>
                  <a:lnTo>
                    <a:pt x="1568" y="2506"/>
                  </a:lnTo>
                  <a:cubicBezTo>
                    <a:pt x="0" y="3907"/>
                    <a:pt x="601" y="6475"/>
                    <a:pt x="2602" y="7076"/>
                  </a:cubicBezTo>
                  <a:cubicBezTo>
                    <a:pt x="2702" y="7109"/>
                    <a:pt x="2802" y="7142"/>
                    <a:pt x="2936" y="7176"/>
                  </a:cubicBezTo>
                  <a:cubicBezTo>
                    <a:pt x="3169" y="7242"/>
                    <a:pt x="3436" y="7309"/>
                    <a:pt x="3736" y="7342"/>
                  </a:cubicBezTo>
                  <a:cubicBezTo>
                    <a:pt x="4012" y="7376"/>
                    <a:pt x="4291" y="7392"/>
                    <a:pt x="4572" y="7392"/>
                  </a:cubicBezTo>
                  <a:cubicBezTo>
                    <a:pt x="5415" y="7392"/>
                    <a:pt x="6272" y="7242"/>
                    <a:pt x="7072" y="6942"/>
                  </a:cubicBezTo>
                  <a:cubicBezTo>
                    <a:pt x="7139" y="6842"/>
                    <a:pt x="7239" y="6809"/>
                    <a:pt x="7306" y="6775"/>
                  </a:cubicBezTo>
                  <a:lnTo>
                    <a:pt x="7406" y="6742"/>
                  </a:lnTo>
                  <a:lnTo>
                    <a:pt x="7573" y="6642"/>
                  </a:lnTo>
                  <a:cubicBezTo>
                    <a:pt x="7606" y="6642"/>
                    <a:pt x="7673" y="6609"/>
                    <a:pt x="7706" y="6609"/>
                  </a:cubicBezTo>
                  <a:lnTo>
                    <a:pt x="7839" y="6508"/>
                  </a:lnTo>
                  <a:lnTo>
                    <a:pt x="8073" y="6375"/>
                  </a:lnTo>
                  <a:cubicBezTo>
                    <a:pt x="8173" y="6342"/>
                    <a:pt x="8240" y="6275"/>
                    <a:pt x="8340" y="6242"/>
                  </a:cubicBezTo>
                  <a:cubicBezTo>
                    <a:pt x="8373" y="6208"/>
                    <a:pt x="8406" y="6175"/>
                    <a:pt x="8440" y="6175"/>
                  </a:cubicBezTo>
                  <a:cubicBezTo>
                    <a:pt x="8540" y="6075"/>
                    <a:pt x="8640" y="6041"/>
                    <a:pt x="8740" y="5941"/>
                  </a:cubicBezTo>
                  <a:cubicBezTo>
                    <a:pt x="8907" y="5808"/>
                    <a:pt x="9074" y="5675"/>
                    <a:pt x="9240" y="5541"/>
                  </a:cubicBezTo>
                  <a:lnTo>
                    <a:pt x="10008" y="4841"/>
                  </a:lnTo>
                  <a:cubicBezTo>
                    <a:pt x="10141" y="4707"/>
                    <a:pt x="10241" y="4607"/>
                    <a:pt x="10341" y="4440"/>
                  </a:cubicBezTo>
                  <a:lnTo>
                    <a:pt x="10408" y="4340"/>
                  </a:lnTo>
                  <a:lnTo>
                    <a:pt x="10475" y="4307"/>
                  </a:lnTo>
                  <a:cubicBezTo>
                    <a:pt x="10475" y="4274"/>
                    <a:pt x="10508" y="4274"/>
                    <a:pt x="10508" y="4240"/>
                  </a:cubicBezTo>
                  <a:cubicBezTo>
                    <a:pt x="10508" y="4207"/>
                    <a:pt x="10541" y="4173"/>
                    <a:pt x="10575" y="4140"/>
                  </a:cubicBezTo>
                  <a:cubicBezTo>
                    <a:pt x="10608" y="4140"/>
                    <a:pt x="10641" y="4140"/>
                    <a:pt x="10641" y="4107"/>
                  </a:cubicBezTo>
                  <a:cubicBezTo>
                    <a:pt x="10675" y="4040"/>
                    <a:pt x="10708" y="4007"/>
                    <a:pt x="10708" y="3940"/>
                  </a:cubicBezTo>
                  <a:cubicBezTo>
                    <a:pt x="10741" y="3840"/>
                    <a:pt x="10775" y="3773"/>
                    <a:pt x="10808" y="3673"/>
                  </a:cubicBezTo>
                  <a:cubicBezTo>
                    <a:pt x="10842" y="3640"/>
                    <a:pt x="10842" y="3573"/>
                    <a:pt x="10842" y="3540"/>
                  </a:cubicBezTo>
                  <a:lnTo>
                    <a:pt x="10842" y="3506"/>
                  </a:lnTo>
                  <a:cubicBezTo>
                    <a:pt x="10875" y="3440"/>
                    <a:pt x="10908" y="3373"/>
                    <a:pt x="10908" y="3306"/>
                  </a:cubicBezTo>
                  <a:cubicBezTo>
                    <a:pt x="10908" y="3273"/>
                    <a:pt x="10908" y="3206"/>
                    <a:pt x="10908" y="3173"/>
                  </a:cubicBezTo>
                  <a:cubicBezTo>
                    <a:pt x="10908" y="3173"/>
                    <a:pt x="10908" y="3139"/>
                    <a:pt x="10908" y="3139"/>
                  </a:cubicBezTo>
                  <a:lnTo>
                    <a:pt x="10908" y="2873"/>
                  </a:lnTo>
                  <a:cubicBezTo>
                    <a:pt x="10908" y="2672"/>
                    <a:pt x="10908" y="2472"/>
                    <a:pt x="10842" y="2272"/>
                  </a:cubicBezTo>
                  <a:cubicBezTo>
                    <a:pt x="10842" y="2172"/>
                    <a:pt x="10808" y="2072"/>
                    <a:pt x="10775" y="1972"/>
                  </a:cubicBezTo>
                  <a:cubicBezTo>
                    <a:pt x="10741" y="1905"/>
                    <a:pt x="10741" y="1872"/>
                    <a:pt x="10708" y="1805"/>
                  </a:cubicBezTo>
                  <a:cubicBezTo>
                    <a:pt x="10708" y="1772"/>
                    <a:pt x="10675" y="1738"/>
                    <a:pt x="10641" y="1705"/>
                  </a:cubicBezTo>
                  <a:lnTo>
                    <a:pt x="10641" y="1672"/>
                  </a:lnTo>
                  <a:cubicBezTo>
                    <a:pt x="10641" y="1638"/>
                    <a:pt x="10641" y="1605"/>
                    <a:pt x="10608" y="1572"/>
                  </a:cubicBezTo>
                  <a:cubicBezTo>
                    <a:pt x="10608" y="1572"/>
                    <a:pt x="10575" y="1538"/>
                    <a:pt x="10575" y="1505"/>
                  </a:cubicBezTo>
                  <a:cubicBezTo>
                    <a:pt x="10541" y="1472"/>
                    <a:pt x="10508" y="1405"/>
                    <a:pt x="10508" y="1371"/>
                  </a:cubicBezTo>
                  <a:cubicBezTo>
                    <a:pt x="10441" y="1305"/>
                    <a:pt x="10375" y="1205"/>
                    <a:pt x="10308" y="1138"/>
                  </a:cubicBezTo>
                  <a:cubicBezTo>
                    <a:pt x="10241" y="1071"/>
                    <a:pt x="10208" y="1038"/>
                    <a:pt x="10174" y="971"/>
                  </a:cubicBezTo>
                  <a:cubicBezTo>
                    <a:pt x="10141" y="971"/>
                    <a:pt x="10141" y="938"/>
                    <a:pt x="10108" y="904"/>
                  </a:cubicBezTo>
                  <a:lnTo>
                    <a:pt x="10074" y="904"/>
                  </a:lnTo>
                  <a:cubicBezTo>
                    <a:pt x="10008" y="838"/>
                    <a:pt x="9941" y="771"/>
                    <a:pt x="9874" y="738"/>
                  </a:cubicBezTo>
                  <a:cubicBezTo>
                    <a:pt x="9841" y="704"/>
                    <a:pt x="9807" y="671"/>
                    <a:pt x="9741" y="638"/>
                  </a:cubicBezTo>
                  <a:lnTo>
                    <a:pt x="9641" y="571"/>
                  </a:lnTo>
                  <a:lnTo>
                    <a:pt x="9541" y="504"/>
                  </a:lnTo>
                  <a:cubicBezTo>
                    <a:pt x="9374" y="437"/>
                    <a:pt x="9207" y="337"/>
                    <a:pt x="9040" y="304"/>
                  </a:cubicBezTo>
                  <a:cubicBezTo>
                    <a:pt x="8378" y="102"/>
                    <a:pt x="7691" y="0"/>
                    <a:pt x="70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2"/>
            <p:cNvSpPr/>
            <p:nvPr/>
          </p:nvSpPr>
          <p:spPr>
            <a:xfrm>
              <a:off x="3802050" y="3494600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1" y="68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34"/>
                    <a:pt x="1" y="68"/>
                    <a:pt x="1" y="68"/>
                  </a:cubicBez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2"/>
            <p:cNvSpPr/>
            <p:nvPr/>
          </p:nvSpPr>
          <p:spPr>
            <a:xfrm>
              <a:off x="3829575" y="3540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2"/>
            <p:cNvSpPr/>
            <p:nvPr/>
          </p:nvSpPr>
          <p:spPr>
            <a:xfrm>
              <a:off x="3872100" y="3441250"/>
              <a:ext cx="120125" cy="60050"/>
            </a:xfrm>
            <a:custGeom>
              <a:avLst/>
              <a:gdLst/>
              <a:ahLst/>
              <a:cxnLst/>
              <a:rect l="l" t="t" r="r" b="b"/>
              <a:pathLst>
                <a:path w="4805" h="2402" extrusionOk="0">
                  <a:moveTo>
                    <a:pt x="4537" y="0"/>
                  </a:moveTo>
                  <a:lnTo>
                    <a:pt x="1" y="1701"/>
                  </a:lnTo>
                  <a:lnTo>
                    <a:pt x="267" y="2402"/>
                  </a:lnTo>
                  <a:lnTo>
                    <a:pt x="4804" y="701"/>
                  </a:lnTo>
                  <a:lnTo>
                    <a:pt x="4537" y="0"/>
                  </a:lnTo>
                  <a:close/>
                </a:path>
              </a:pathLst>
            </a:custGeom>
            <a:solidFill>
              <a:srgbClr val="B53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2"/>
            <p:cNvSpPr/>
            <p:nvPr/>
          </p:nvSpPr>
          <p:spPr>
            <a:xfrm>
              <a:off x="3767025" y="3456250"/>
              <a:ext cx="116775" cy="45050"/>
            </a:xfrm>
            <a:custGeom>
              <a:avLst/>
              <a:gdLst/>
              <a:ahLst/>
              <a:cxnLst/>
              <a:rect l="l" t="t" r="r" b="b"/>
              <a:pathLst>
                <a:path w="4671" h="1802" extrusionOk="0">
                  <a:moveTo>
                    <a:pt x="568" y="0"/>
                  </a:moveTo>
                  <a:lnTo>
                    <a:pt x="401" y="134"/>
                  </a:lnTo>
                  <a:cubicBezTo>
                    <a:pt x="267" y="301"/>
                    <a:pt x="134" y="467"/>
                    <a:pt x="1" y="634"/>
                  </a:cubicBezTo>
                  <a:lnTo>
                    <a:pt x="1368" y="1001"/>
                  </a:lnTo>
                  <a:lnTo>
                    <a:pt x="1668" y="1068"/>
                  </a:lnTo>
                  <a:lnTo>
                    <a:pt x="3937" y="1635"/>
                  </a:lnTo>
                  <a:lnTo>
                    <a:pt x="4470" y="1802"/>
                  </a:lnTo>
                  <a:lnTo>
                    <a:pt x="4504" y="1802"/>
                  </a:lnTo>
                  <a:lnTo>
                    <a:pt x="4604" y="1401"/>
                  </a:lnTo>
                  <a:lnTo>
                    <a:pt x="4671" y="1068"/>
                  </a:lnTo>
                  <a:lnTo>
                    <a:pt x="4437" y="1001"/>
                  </a:lnTo>
                  <a:lnTo>
                    <a:pt x="2336" y="467"/>
                  </a:lnTo>
                  <a:lnTo>
                    <a:pt x="1535" y="267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B53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2"/>
            <p:cNvSpPr/>
            <p:nvPr/>
          </p:nvSpPr>
          <p:spPr>
            <a:xfrm>
              <a:off x="3811225" y="3486275"/>
              <a:ext cx="77575" cy="94250"/>
            </a:xfrm>
            <a:custGeom>
              <a:avLst/>
              <a:gdLst/>
              <a:ahLst/>
              <a:cxnLst/>
              <a:rect l="l" t="t" r="r" b="b"/>
              <a:pathLst>
                <a:path w="3103" h="3770" extrusionOk="0">
                  <a:moveTo>
                    <a:pt x="2469" y="0"/>
                  </a:moveTo>
                  <a:lnTo>
                    <a:pt x="2169" y="467"/>
                  </a:lnTo>
                  <a:lnTo>
                    <a:pt x="968" y="2202"/>
                  </a:lnTo>
                  <a:lnTo>
                    <a:pt x="901" y="2302"/>
                  </a:lnTo>
                  <a:lnTo>
                    <a:pt x="1" y="3603"/>
                  </a:lnTo>
                  <a:lnTo>
                    <a:pt x="801" y="3770"/>
                  </a:lnTo>
                  <a:lnTo>
                    <a:pt x="1635" y="2569"/>
                  </a:lnTo>
                  <a:lnTo>
                    <a:pt x="1802" y="2302"/>
                  </a:lnTo>
                  <a:lnTo>
                    <a:pt x="3069" y="467"/>
                  </a:lnTo>
                  <a:lnTo>
                    <a:pt x="3103" y="401"/>
                  </a:lnTo>
                  <a:lnTo>
                    <a:pt x="2836" y="200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rgbClr val="B53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2" name="Google Shape;1162;p32"/>
            <p:cNvGrpSpPr/>
            <p:nvPr/>
          </p:nvGrpSpPr>
          <p:grpSpPr>
            <a:xfrm>
              <a:off x="3490400" y="3069075"/>
              <a:ext cx="392575" cy="339450"/>
              <a:chOff x="3490400" y="3069075"/>
              <a:chExt cx="392575" cy="339450"/>
            </a:xfrm>
          </p:grpSpPr>
          <p:sp>
            <p:nvSpPr>
              <p:cNvPr id="1163" name="Google Shape;1163;p32"/>
              <p:cNvSpPr/>
              <p:nvPr/>
            </p:nvSpPr>
            <p:spPr>
              <a:xfrm>
                <a:off x="3490400" y="3069075"/>
                <a:ext cx="392575" cy="339450"/>
              </a:xfrm>
              <a:custGeom>
                <a:avLst/>
                <a:gdLst/>
                <a:ahLst/>
                <a:cxnLst/>
                <a:rect l="l" t="t" r="r" b="b"/>
                <a:pathLst>
                  <a:path w="15703" h="13578" extrusionOk="0">
                    <a:moveTo>
                      <a:pt x="7755" y="1"/>
                    </a:moveTo>
                    <a:cubicBezTo>
                      <a:pt x="7188" y="1"/>
                      <a:pt x="6665" y="293"/>
                      <a:pt x="6362" y="777"/>
                    </a:cubicBezTo>
                    <a:cubicBezTo>
                      <a:pt x="5562" y="2211"/>
                      <a:pt x="6796" y="5080"/>
                      <a:pt x="6829" y="5147"/>
                    </a:cubicBezTo>
                    <a:cubicBezTo>
                      <a:pt x="6162" y="4546"/>
                      <a:pt x="5395" y="4079"/>
                      <a:pt x="4561" y="3779"/>
                    </a:cubicBezTo>
                    <a:cubicBezTo>
                      <a:pt x="4393" y="3723"/>
                      <a:pt x="4220" y="3696"/>
                      <a:pt x="4049" y="3696"/>
                    </a:cubicBezTo>
                    <a:cubicBezTo>
                      <a:pt x="3608" y="3696"/>
                      <a:pt x="3181" y="3876"/>
                      <a:pt x="2893" y="4213"/>
                    </a:cubicBezTo>
                    <a:cubicBezTo>
                      <a:pt x="1325" y="6081"/>
                      <a:pt x="4461" y="8015"/>
                      <a:pt x="4628" y="8116"/>
                    </a:cubicBezTo>
                    <a:cubicBezTo>
                      <a:pt x="4543" y="8082"/>
                      <a:pt x="3665" y="7715"/>
                      <a:pt x="2736" y="7715"/>
                    </a:cubicBezTo>
                    <a:cubicBezTo>
                      <a:pt x="1828" y="7715"/>
                      <a:pt x="871" y="8065"/>
                      <a:pt x="558" y="9416"/>
                    </a:cubicBezTo>
                    <a:cubicBezTo>
                      <a:pt x="1" y="11730"/>
                      <a:pt x="2378" y="13578"/>
                      <a:pt x="5841" y="13578"/>
                    </a:cubicBezTo>
                    <a:cubicBezTo>
                      <a:pt x="6522" y="13578"/>
                      <a:pt x="7246" y="13506"/>
                      <a:pt x="7997" y="13353"/>
                    </a:cubicBezTo>
                    <a:cubicBezTo>
                      <a:pt x="8697" y="13486"/>
                      <a:pt x="9398" y="13553"/>
                      <a:pt x="10098" y="13553"/>
                    </a:cubicBezTo>
                    <a:cubicBezTo>
                      <a:pt x="11199" y="13553"/>
                      <a:pt x="12300" y="13353"/>
                      <a:pt x="13301" y="12919"/>
                    </a:cubicBezTo>
                    <a:cubicBezTo>
                      <a:pt x="13534" y="12786"/>
                      <a:pt x="13801" y="12652"/>
                      <a:pt x="14001" y="12485"/>
                    </a:cubicBezTo>
                    <a:cubicBezTo>
                      <a:pt x="15169" y="11718"/>
                      <a:pt x="15702" y="10551"/>
                      <a:pt x="15435" y="9316"/>
                    </a:cubicBezTo>
                    <a:cubicBezTo>
                      <a:pt x="15112" y="8005"/>
                      <a:pt x="14175" y="7660"/>
                      <a:pt x="13277" y="7660"/>
                    </a:cubicBezTo>
                    <a:cubicBezTo>
                      <a:pt x="12326" y="7660"/>
                      <a:pt x="11418" y="8048"/>
                      <a:pt x="11332" y="8082"/>
                    </a:cubicBezTo>
                    <a:cubicBezTo>
                      <a:pt x="11466" y="7982"/>
                      <a:pt x="14601" y="5981"/>
                      <a:pt x="13000" y="4146"/>
                    </a:cubicBezTo>
                    <a:cubicBezTo>
                      <a:pt x="12707" y="3830"/>
                      <a:pt x="12292" y="3652"/>
                      <a:pt x="11868" y="3652"/>
                    </a:cubicBezTo>
                    <a:cubicBezTo>
                      <a:pt x="11665" y="3652"/>
                      <a:pt x="11460" y="3693"/>
                      <a:pt x="11266" y="3779"/>
                    </a:cubicBezTo>
                    <a:cubicBezTo>
                      <a:pt x="10465" y="4079"/>
                      <a:pt x="9731" y="4546"/>
                      <a:pt x="9098" y="5113"/>
                    </a:cubicBezTo>
                    <a:cubicBezTo>
                      <a:pt x="9531" y="4113"/>
                      <a:pt x="9765" y="3012"/>
                      <a:pt x="9798" y="1911"/>
                    </a:cubicBezTo>
                    <a:cubicBezTo>
                      <a:pt x="9765" y="877"/>
                      <a:pt x="9298" y="10"/>
                      <a:pt x="7963" y="10"/>
                    </a:cubicBezTo>
                    <a:lnTo>
                      <a:pt x="7930" y="10"/>
                    </a:lnTo>
                    <a:cubicBezTo>
                      <a:pt x="7871" y="4"/>
                      <a:pt x="7813" y="1"/>
                      <a:pt x="77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2"/>
              <p:cNvSpPr/>
              <p:nvPr/>
            </p:nvSpPr>
            <p:spPr>
              <a:xfrm>
                <a:off x="3688650" y="3147700"/>
                <a:ext cx="1675" cy="254375"/>
              </a:xfrm>
              <a:custGeom>
                <a:avLst/>
                <a:gdLst/>
                <a:ahLst/>
                <a:cxnLst/>
                <a:rect l="l" t="t" r="r" b="b"/>
                <a:pathLst>
                  <a:path w="67" h="10175" fill="none" extrusionOk="0">
                    <a:moveTo>
                      <a:pt x="0" y="0"/>
                    </a:moveTo>
                    <a:lnTo>
                      <a:pt x="67" y="10174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2"/>
              <p:cNvSpPr/>
              <p:nvPr/>
            </p:nvSpPr>
            <p:spPr>
              <a:xfrm>
                <a:off x="3547700" y="3305300"/>
                <a:ext cx="142625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5705" h="2003" fill="none" extrusionOk="0">
                    <a:moveTo>
                      <a:pt x="1" y="1"/>
                    </a:moveTo>
                    <a:lnTo>
                      <a:pt x="5705" y="2002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2"/>
              <p:cNvSpPr/>
              <p:nvPr/>
            </p:nvSpPr>
            <p:spPr>
              <a:xfrm>
                <a:off x="3591900" y="3199400"/>
                <a:ext cx="97600" cy="54225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2169" fill="none" extrusionOk="0">
                    <a:moveTo>
                      <a:pt x="1" y="0"/>
                    </a:moveTo>
                    <a:lnTo>
                      <a:pt x="3903" y="2169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2"/>
              <p:cNvSpPr/>
              <p:nvPr/>
            </p:nvSpPr>
            <p:spPr>
              <a:xfrm>
                <a:off x="3690300" y="3303650"/>
                <a:ext cx="141800" cy="51725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2069" fill="none" extrusionOk="0">
                    <a:moveTo>
                      <a:pt x="5671" y="0"/>
                    </a:moveTo>
                    <a:lnTo>
                      <a:pt x="1" y="2068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2"/>
              <p:cNvSpPr/>
              <p:nvPr/>
            </p:nvSpPr>
            <p:spPr>
              <a:xfrm>
                <a:off x="3689475" y="3197725"/>
                <a:ext cx="97600" cy="5590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2236" fill="none" extrusionOk="0">
                    <a:moveTo>
                      <a:pt x="3903" y="1"/>
                    </a:moveTo>
                    <a:lnTo>
                      <a:pt x="0" y="2236"/>
                    </a:lnTo>
                  </a:path>
                </a:pathLst>
              </a:custGeom>
              <a:noFill/>
              <a:ln w="50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69" name="Google Shape;1169;p32"/>
          <p:cNvSpPr/>
          <p:nvPr/>
        </p:nvSpPr>
        <p:spPr>
          <a:xfrm>
            <a:off x="5798525" y="4303738"/>
            <a:ext cx="302725" cy="301900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0"/>
                </a:moveTo>
                <a:lnTo>
                  <a:pt x="5504" y="2302"/>
                </a:lnTo>
                <a:cubicBezTo>
                  <a:pt x="5137" y="3870"/>
                  <a:pt x="3903" y="5104"/>
                  <a:pt x="2335" y="5471"/>
                </a:cubicBezTo>
                <a:lnTo>
                  <a:pt x="0" y="6005"/>
                </a:lnTo>
                <a:lnTo>
                  <a:pt x="2335" y="6572"/>
                </a:lnTo>
                <a:cubicBezTo>
                  <a:pt x="3903" y="6939"/>
                  <a:pt x="5137" y="8173"/>
                  <a:pt x="5504" y="9741"/>
                </a:cubicBezTo>
                <a:lnTo>
                  <a:pt x="6038" y="12076"/>
                </a:lnTo>
                <a:lnTo>
                  <a:pt x="6605" y="9741"/>
                </a:lnTo>
                <a:cubicBezTo>
                  <a:pt x="6972" y="8173"/>
                  <a:pt x="8206" y="6939"/>
                  <a:pt x="9774" y="6572"/>
                </a:cubicBezTo>
                <a:lnTo>
                  <a:pt x="12109" y="6038"/>
                </a:lnTo>
                <a:lnTo>
                  <a:pt x="9774" y="5471"/>
                </a:lnTo>
                <a:cubicBezTo>
                  <a:pt x="8206" y="5104"/>
                  <a:pt x="6972" y="3870"/>
                  <a:pt x="6605" y="2302"/>
                </a:cubicBezTo>
                <a:lnTo>
                  <a:pt x="6071" y="0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32"/>
          <p:cNvSpPr/>
          <p:nvPr/>
        </p:nvSpPr>
        <p:spPr>
          <a:xfrm>
            <a:off x="5798525" y="537863"/>
            <a:ext cx="302725" cy="301900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1"/>
                </a:moveTo>
                <a:lnTo>
                  <a:pt x="5504" y="2336"/>
                </a:lnTo>
                <a:cubicBezTo>
                  <a:pt x="5137" y="3903"/>
                  <a:pt x="3903" y="5138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37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109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71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52"/>
          <p:cNvSpPr txBox="1">
            <a:spLocks noGrp="1"/>
          </p:cNvSpPr>
          <p:nvPr>
            <p:ph type="subTitle" idx="8"/>
          </p:nvPr>
        </p:nvSpPr>
        <p:spPr>
          <a:xfrm>
            <a:off x="1739500" y="2094024"/>
            <a:ext cx="2641500" cy="5131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10122911</a:t>
            </a:r>
            <a:endParaRPr dirty="0"/>
          </a:p>
        </p:txBody>
      </p:sp>
      <p:sp>
        <p:nvSpPr>
          <p:cNvPr id="1866" name="Google Shape;1866;p52"/>
          <p:cNvSpPr txBox="1">
            <a:spLocks noGrp="1"/>
          </p:cNvSpPr>
          <p:nvPr>
            <p:ph type="subTitle" idx="7"/>
          </p:nvPr>
        </p:nvSpPr>
        <p:spPr>
          <a:xfrm>
            <a:off x="1739500" y="1592692"/>
            <a:ext cx="3023502" cy="6579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MUHAMMAD FATUR RAHMAN</a:t>
            </a:r>
            <a:endParaRPr sz="1800" dirty="0"/>
          </a:p>
        </p:txBody>
      </p:sp>
      <p:sp>
        <p:nvSpPr>
          <p:cNvPr id="1869" name="Google Shape;1869;p52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57813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KELOMPOK 4</a:t>
            </a:r>
            <a:endParaRPr sz="3600" dirty="0"/>
          </a:p>
        </p:txBody>
      </p:sp>
      <p:sp>
        <p:nvSpPr>
          <p:cNvPr id="1872" name="Google Shape;1872;p52"/>
          <p:cNvSpPr/>
          <p:nvPr/>
        </p:nvSpPr>
        <p:spPr>
          <a:xfrm>
            <a:off x="825072" y="1661207"/>
            <a:ext cx="807300" cy="80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85725" dir="10800000" algn="bl" rotWithShape="0">
              <a:schemeClr val="lt2">
                <a:alpha val="1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52"/>
          <p:cNvSpPr/>
          <p:nvPr/>
        </p:nvSpPr>
        <p:spPr>
          <a:xfrm>
            <a:off x="825072" y="3089823"/>
            <a:ext cx="807300" cy="80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85725" dir="10800000" algn="bl" rotWithShape="0">
              <a:schemeClr val="lt2">
                <a:alpha val="1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5" name="Google Shape;1875;p52"/>
          <p:cNvSpPr/>
          <p:nvPr/>
        </p:nvSpPr>
        <p:spPr>
          <a:xfrm>
            <a:off x="4765322" y="1661207"/>
            <a:ext cx="807300" cy="80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85725" dir="10800000" algn="bl" rotWithShape="0">
              <a:schemeClr val="lt2">
                <a:alpha val="1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6" name="Google Shape;1876;p52"/>
          <p:cNvSpPr/>
          <p:nvPr/>
        </p:nvSpPr>
        <p:spPr>
          <a:xfrm>
            <a:off x="4765322" y="3089823"/>
            <a:ext cx="807300" cy="80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dist="85725" dir="10800000" algn="bl" rotWithShape="0">
              <a:schemeClr val="lt2">
                <a:alpha val="1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5" name="Google Shape;1885;p52"/>
          <p:cNvGrpSpPr/>
          <p:nvPr/>
        </p:nvGrpSpPr>
        <p:grpSpPr>
          <a:xfrm>
            <a:off x="1057432" y="1895222"/>
            <a:ext cx="342580" cy="339271"/>
            <a:chOff x="5049725" y="1435050"/>
            <a:chExt cx="486550" cy="481850"/>
          </a:xfrm>
        </p:grpSpPr>
        <p:sp>
          <p:nvSpPr>
            <p:cNvPr id="1886" name="Google Shape;1886;p52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87" name="Google Shape;1887;p52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88" name="Google Shape;1888;p52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89" name="Google Shape;1889;p52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8" name="Google Shape;1719;p47">
            <a:extLst>
              <a:ext uri="{FF2B5EF4-FFF2-40B4-BE49-F238E27FC236}">
                <a16:creationId xmlns:a16="http://schemas.microsoft.com/office/drawing/2014/main" id="{338E714B-D351-4B6C-A491-A481EF7AFB51}"/>
              </a:ext>
            </a:extLst>
          </p:cNvPr>
          <p:cNvGrpSpPr/>
          <p:nvPr/>
        </p:nvGrpSpPr>
        <p:grpSpPr>
          <a:xfrm>
            <a:off x="5003105" y="1900303"/>
            <a:ext cx="350438" cy="350383"/>
            <a:chOff x="2685825" y="840375"/>
            <a:chExt cx="481900" cy="481825"/>
          </a:xfrm>
        </p:grpSpPr>
        <p:sp>
          <p:nvSpPr>
            <p:cNvPr id="59" name="Google Shape;1720;p47">
              <a:extLst>
                <a:ext uri="{FF2B5EF4-FFF2-40B4-BE49-F238E27FC236}">
                  <a16:creationId xmlns:a16="http://schemas.microsoft.com/office/drawing/2014/main" id="{39F2F210-17FD-4CBC-8366-D08DEF20C0BC}"/>
                </a:ext>
              </a:extLst>
            </p:cNvPr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0" name="Google Shape;1721;p47">
              <a:extLst>
                <a:ext uri="{FF2B5EF4-FFF2-40B4-BE49-F238E27FC236}">
                  <a16:creationId xmlns:a16="http://schemas.microsoft.com/office/drawing/2014/main" id="{0205615E-D9F2-4232-96B7-6C7C028B8FC5}"/>
                </a:ext>
              </a:extLst>
            </p:cNvPr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5" name="Google Shape;1726;p47">
            <a:extLst>
              <a:ext uri="{FF2B5EF4-FFF2-40B4-BE49-F238E27FC236}">
                <a16:creationId xmlns:a16="http://schemas.microsoft.com/office/drawing/2014/main" id="{9D3CAD36-39DC-4B32-BCD3-845ED90D92A4}"/>
              </a:ext>
            </a:extLst>
          </p:cNvPr>
          <p:cNvGrpSpPr/>
          <p:nvPr/>
        </p:nvGrpSpPr>
        <p:grpSpPr>
          <a:xfrm>
            <a:off x="5010634" y="3349257"/>
            <a:ext cx="339253" cy="318042"/>
            <a:chOff x="4456875" y="2635825"/>
            <a:chExt cx="481825" cy="451700"/>
          </a:xfrm>
        </p:grpSpPr>
        <p:sp>
          <p:nvSpPr>
            <p:cNvPr id="66" name="Google Shape;1727;p47">
              <a:extLst>
                <a:ext uri="{FF2B5EF4-FFF2-40B4-BE49-F238E27FC236}">
                  <a16:creationId xmlns:a16="http://schemas.microsoft.com/office/drawing/2014/main" id="{48DEE345-0C10-4126-A42E-BDE72718DF8D}"/>
                </a:ext>
              </a:extLst>
            </p:cNvPr>
            <p:cNvSpPr/>
            <p:nvPr/>
          </p:nvSpPr>
          <p:spPr>
            <a:xfrm>
              <a:off x="4542475" y="3031050"/>
              <a:ext cx="189725" cy="56475"/>
            </a:xfrm>
            <a:custGeom>
              <a:avLst/>
              <a:gdLst/>
              <a:ahLst/>
              <a:cxnLst/>
              <a:rect l="l" t="t" r="r" b="b"/>
              <a:pathLst>
                <a:path w="7589" h="2259" extrusionOk="0">
                  <a:moveTo>
                    <a:pt x="2792" y="0"/>
                  </a:moveTo>
                  <a:lnTo>
                    <a:pt x="2415" y="1130"/>
                  </a:lnTo>
                  <a:lnTo>
                    <a:pt x="567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7" y="2259"/>
                  </a:cubicBezTo>
                  <a:lnTo>
                    <a:pt x="7589" y="2259"/>
                  </a:lnTo>
                  <a:cubicBezTo>
                    <a:pt x="7101" y="1831"/>
                    <a:pt x="6821" y="1214"/>
                    <a:pt x="6821" y="567"/>
                  </a:cubicBezTo>
                  <a:lnTo>
                    <a:pt x="6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7" name="Google Shape;1728;p47">
              <a:extLst>
                <a:ext uri="{FF2B5EF4-FFF2-40B4-BE49-F238E27FC236}">
                  <a16:creationId xmlns:a16="http://schemas.microsoft.com/office/drawing/2014/main" id="{10025BEF-B079-4381-848D-B4D9E68F47B8}"/>
                </a:ext>
              </a:extLst>
            </p:cNvPr>
            <p:cNvSpPr/>
            <p:nvPr/>
          </p:nvSpPr>
          <p:spPr>
            <a:xfrm>
              <a:off x="4456875" y="2946350"/>
              <a:ext cx="256125" cy="56500"/>
            </a:xfrm>
            <a:custGeom>
              <a:avLst/>
              <a:gdLst/>
              <a:ahLst/>
              <a:cxnLst/>
              <a:rect l="l" t="t" r="r" b="b"/>
              <a:pathLst>
                <a:path w="10245" h="2260" extrusionOk="0">
                  <a:moveTo>
                    <a:pt x="1" y="1"/>
                  </a:moveTo>
                  <a:lnTo>
                    <a:pt x="1" y="567"/>
                  </a:lnTo>
                  <a:cubicBezTo>
                    <a:pt x="1" y="1500"/>
                    <a:pt x="756" y="2259"/>
                    <a:pt x="1693" y="2259"/>
                  </a:cubicBezTo>
                  <a:lnTo>
                    <a:pt x="10245" y="2259"/>
                  </a:lnTo>
                  <a:lnTo>
                    <a:pt x="102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" name="Google Shape;1729;p47">
              <a:extLst>
                <a:ext uri="{FF2B5EF4-FFF2-40B4-BE49-F238E27FC236}">
                  <a16:creationId xmlns:a16="http://schemas.microsoft.com/office/drawing/2014/main" id="{ED655BC7-CE3E-4D7A-8654-DFDE4BCFAD41}"/>
                </a:ext>
              </a:extLst>
            </p:cNvPr>
            <p:cNvSpPr/>
            <p:nvPr/>
          </p:nvSpPr>
          <p:spPr>
            <a:xfrm>
              <a:off x="4741225" y="2861675"/>
              <a:ext cx="169400" cy="141175"/>
            </a:xfrm>
            <a:custGeom>
              <a:avLst/>
              <a:gdLst/>
              <a:ahLst/>
              <a:cxnLst/>
              <a:rect l="l" t="t" r="r" b="b"/>
              <a:pathLst>
                <a:path w="6776" h="5647" extrusionOk="0">
                  <a:moveTo>
                    <a:pt x="0" y="0"/>
                  </a:moveTo>
                  <a:lnTo>
                    <a:pt x="0" y="5646"/>
                  </a:lnTo>
                  <a:lnTo>
                    <a:pt x="6775" y="5646"/>
                  </a:lnTo>
                  <a:lnTo>
                    <a:pt x="67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" name="Google Shape;1730;p47">
              <a:extLst>
                <a:ext uri="{FF2B5EF4-FFF2-40B4-BE49-F238E27FC236}">
                  <a16:creationId xmlns:a16="http://schemas.microsoft.com/office/drawing/2014/main" id="{1D0D8FED-BCCB-404E-8391-AE4BAF218D03}"/>
                </a:ext>
              </a:extLst>
            </p:cNvPr>
            <p:cNvSpPr/>
            <p:nvPr/>
          </p:nvSpPr>
          <p:spPr>
            <a:xfrm>
              <a:off x="4741225" y="3031050"/>
              <a:ext cx="169400" cy="42400"/>
            </a:xfrm>
            <a:custGeom>
              <a:avLst/>
              <a:gdLst/>
              <a:ahLst/>
              <a:cxnLst/>
              <a:rect l="l" t="t" r="r" b="b"/>
              <a:pathLst>
                <a:path w="6776" h="1696" extrusionOk="0">
                  <a:moveTo>
                    <a:pt x="0" y="0"/>
                  </a:moveTo>
                  <a:lnTo>
                    <a:pt x="0" y="567"/>
                  </a:lnTo>
                  <a:cubicBezTo>
                    <a:pt x="0" y="1190"/>
                    <a:pt x="506" y="1696"/>
                    <a:pt x="1129" y="1696"/>
                  </a:cubicBezTo>
                  <a:lnTo>
                    <a:pt x="5646" y="1696"/>
                  </a:lnTo>
                  <a:cubicBezTo>
                    <a:pt x="6270" y="1696"/>
                    <a:pt x="6775" y="1190"/>
                    <a:pt x="6775" y="567"/>
                  </a:cubicBezTo>
                  <a:lnTo>
                    <a:pt x="67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0" name="Google Shape;1731;p47">
              <a:extLst>
                <a:ext uri="{FF2B5EF4-FFF2-40B4-BE49-F238E27FC236}">
                  <a16:creationId xmlns:a16="http://schemas.microsoft.com/office/drawing/2014/main" id="{4C1BA4B1-A7E7-4A52-BCBE-F9C7CC371B75}"/>
                </a:ext>
              </a:extLst>
            </p:cNvPr>
            <p:cNvSpPr/>
            <p:nvPr/>
          </p:nvSpPr>
          <p:spPr>
            <a:xfrm>
              <a:off x="445687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1" y="759"/>
                    <a:pt x="1" y="1696"/>
                  </a:cubicBezTo>
                  <a:lnTo>
                    <a:pt x="1" y="11293"/>
                  </a:lnTo>
                  <a:lnTo>
                    <a:pt x="10245" y="11293"/>
                  </a:lnTo>
                  <a:lnTo>
                    <a:pt x="10245" y="7342"/>
                  </a:lnTo>
                  <a:cubicBezTo>
                    <a:pt x="10245" y="6092"/>
                    <a:pt x="11257" y="5083"/>
                    <a:pt x="12503" y="5083"/>
                  </a:cubicBezTo>
                  <a:lnTo>
                    <a:pt x="17020" y="5083"/>
                  </a:lnTo>
                  <a:cubicBezTo>
                    <a:pt x="18201" y="5083"/>
                    <a:pt x="19179" y="5993"/>
                    <a:pt x="19273" y="7167"/>
                  </a:cubicBezTo>
                  <a:lnTo>
                    <a:pt x="19273" y="1696"/>
                  </a:lnTo>
                  <a:cubicBezTo>
                    <a:pt x="19270" y="759"/>
                    <a:pt x="18514" y="0"/>
                    <a:pt x="175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1" name="Google Shape;1732;p47">
              <a:extLst>
                <a:ext uri="{FF2B5EF4-FFF2-40B4-BE49-F238E27FC236}">
                  <a16:creationId xmlns:a16="http://schemas.microsoft.com/office/drawing/2014/main" id="{51F2DD35-336D-48AB-9D30-BAF17CD1D41B}"/>
                </a:ext>
              </a:extLst>
            </p:cNvPr>
            <p:cNvSpPr/>
            <p:nvPr/>
          </p:nvSpPr>
          <p:spPr>
            <a:xfrm>
              <a:off x="4741225" y="2791125"/>
              <a:ext cx="169400" cy="42325"/>
            </a:xfrm>
            <a:custGeom>
              <a:avLst/>
              <a:gdLst/>
              <a:ahLst/>
              <a:cxnLst/>
              <a:rect l="l" t="t" r="r" b="b"/>
              <a:pathLst>
                <a:path w="6776" h="1693" extrusionOk="0">
                  <a:moveTo>
                    <a:pt x="1129" y="1"/>
                  </a:moveTo>
                  <a:cubicBezTo>
                    <a:pt x="506" y="1"/>
                    <a:pt x="0" y="503"/>
                    <a:pt x="0" y="1130"/>
                  </a:cubicBezTo>
                  <a:lnTo>
                    <a:pt x="0" y="1693"/>
                  </a:lnTo>
                  <a:lnTo>
                    <a:pt x="6775" y="1693"/>
                  </a:lnTo>
                  <a:lnTo>
                    <a:pt x="6775" y="1130"/>
                  </a:lnTo>
                  <a:cubicBezTo>
                    <a:pt x="6775" y="503"/>
                    <a:pt x="6270" y="1"/>
                    <a:pt x="5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9" name="Google Shape;2460;p58">
            <a:extLst>
              <a:ext uri="{FF2B5EF4-FFF2-40B4-BE49-F238E27FC236}">
                <a16:creationId xmlns:a16="http://schemas.microsoft.com/office/drawing/2014/main" id="{8CAC7885-3903-463B-9816-62D1153E3478}"/>
              </a:ext>
            </a:extLst>
          </p:cNvPr>
          <p:cNvGrpSpPr/>
          <p:nvPr/>
        </p:nvGrpSpPr>
        <p:grpSpPr>
          <a:xfrm>
            <a:off x="1055310" y="3335700"/>
            <a:ext cx="339306" cy="298186"/>
            <a:chOff x="2085450" y="2057100"/>
            <a:chExt cx="481900" cy="423500"/>
          </a:xfrm>
        </p:grpSpPr>
        <p:sp>
          <p:nvSpPr>
            <p:cNvPr id="80" name="Google Shape;2461;p58">
              <a:extLst>
                <a:ext uri="{FF2B5EF4-FFF2-40B4-BE49-F238E27FC236}">
                  <a16:creationId xmlns:a16="http://schemas.microsoft.com/office/drawing/2014/main" id="{16A5D4E5-78BF-4374-87FE-1674A3CB07D6}"/>
                </a:ext>
              </a:extLst>
            </p:cNvPr>
            <p:cNvSpPr/>
            <p:nvPr/>
          </p:nvSpPr>
          <p:spPr>
            <a:xfrm>
              <a:off x="2085450" y="2061650"/>
              <a:ext cx="141250" cy="418950"/>
            </a:xfrm>
            <a:custGeom>
              <a:avLst/>
              <a:gdLst/>
              <a:ahLst/>
              <a:cxnLst/>
              <a:rect l="l" t="t" r="r" b="b"/>
              <a:pathLst>
                <a:path w="5650" h="16758" extrusionOk="0">
                  <a:moveTo>
                    <a:pt x="4305" y="6452"/>
                  </a:moveTo>
                  <a:cubicBezTo>
                    <a:pt x="4736" y="6452"/>
                    <a:pt x="5115" y="6999"/>
                    <a:pt x="4728" y="7411"/>
                  </a:cubicBezTo>
                  <a:cubicBezTo>
                    <a:pt x="4520" y="7631"/>
                    <a:pt x="4352" y="7887"/>
                    <a:pt x="4228" y="8164"/>
                  </a:cubicBezTo>
                  <a:cubicBezTo>
                    <a:pt x="4120" y="8402"/>
                    <a:pt x="3927" y="8502"/>
                    <a:pt x="3732" y="8502"/>
                  </a:cubicBezTo>
                  <a:cubicBezTo>
                    <a:pt x="3367" y="8502"/>
                    <a:pt x="2999" y="8150"/>
                    <a:pt x="3195" y="7703"/>
                  </a:cubicBezTo>
                  <a:cubicBezTo>
                    <a:pt x="3373" y="7312"/>
                    <a:pt x="3611" y="6951"/>
                    <a:pt x="3903" y="6637"/>
                  </a:cubicBezTo>
                  <a:cubicBezTo>
                    <a:pt x="4027" y="6506"/>
                    <a:pt x="4169" y="6452"/>
                    <a:pt x="4305" y="6452"/>
                  </a:cubicBezTo>
                  <a:close/>
                  <a:moveTo>
                    <a:pt x="2983" y="9449"/>
                  </a:moveTo>
                  <a:cubicBezTo>
                    <a:pt x="3331" y="9449"/>
                    <a:pt x="3684" y="9752"/>
                    <a:pt x="3539" y="10191"/>
                  </a:cubicBezTo>
                  <a:lnTo>
                    <a:pt x="3361" y="10727"/>
                  </a:lnTo>
                  <a:cubicBezTo>
                    <a:pt x="3270" y="10997"/>
                    <a:pt x="3059" y="11113"/>
                    <a:pt x="2845" y="11113"/>
                  </a:cubicBezTo>
                  <a:cubicBezTo>
                    <a:pt x="2498" y="11113"/>
                    <a:pt x="2143" y="10808"/>
                    <a:pt x="2289" y="10368"/>
                  </a:cubicBezTo>
                  <a:lnTo>
                    <a:pt x="2467" y="9832"/>
                  </a:lnTo>
                  <a:cubicBezTo>
                    <a:pt x="2558" y="9564"/>
                    <a:pt x="2770" y="9449"/>
                    <a:pt x="2983" y="9449"/>
                  </a:cubicBezTo>
                  <a:close/>
                  <a:moveTo>
                    <a:pt x="5649" y="1"/>
                  </a:moveTo>
                  <a:lnTo>
                    <a:pt x="356" y="2117"/>
                  </a:lnTo>
                  <a:cubicBezTo>
                    <a:pt x="142" y="2202"/>
                    <a:pt x="3" y="2410"/>
                    <a:pt x="3" y="2641"/>
                  </a:cubicBezTo>
                  <a:lnTo>
                    <a:pt x="3" y="16192"/>
                  </a:lnTo>
                  <a:cubicBezTo>
                    <a:pt x="1" y="16516"/>
                    <a:pt x="265" y="16758"/>
                    <a:pt x="564" y="16758"/>
                  </a:cubicBezTo>
                  <a:cubicBezTo>
                    <a:pt x="634" y="16758"/>
                    <a:pt x="706" y="16745"/>
                    <a:pt x="777" y="16716"/>
                  </a:cubicBezTo>
                  <a:lnTo>
                    <a:pt x="5649" y="14768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" name="Google Shape;2462;p58">
              <a:extLst>
                <a:ext uri="{FF2B5EF4-FFF2-40B4-BE49-F238E27FC236}">
                  <a16:creationId xmlns:a16="http://schemas.microsoft.com/office/drawing/2014/main" id="{4D0415E4-8BE3-4A5F-84B5-B64E62FABD9F}"/>
                </a:ext>
              </a:extLst>
            </p:cNvPr>
            <p:cNvSpPr/>
            <p:nvPr/>
          </p:nvSpPr>
          <p:spPr>
            <a:xfrm>
              <a:off x="2254900" y="2061050"/>
              <a:ext cx="143050" cy="415650"/>
            </a:xfrm>
            <a:custGeom>
              <a:avLst/>
              <a:gdLst/>
              <a:ahLst/>
              <a:cxnLst/>
              <a:rect l="l" t="t" r="r" b="b"/>
              <a:pathLst>
                <a:path w="5722" h="16626" extrusionOk="0">
                  <a:moveTo>
                    <a:pt x="2504" y="6585"/>
                  </a:moveTo>
                  <a:cubicBezTo>
                    <a:pt x="2647" y="6585"/>
                    <a:pt x="2794" y="6645"/>
                    <a:pt x="2916" y="6788"/>
                  </a:cubicBezTo>
                  <a:cubicBezTo>
                    <a:pt x="3153" y="7068"/>
                    <a:pt x="3349" y="7378"/>
                    <a:pt x="3500" y="7709"/>
                  </a:cubicBezTo>
                  <a:cubicBezTo>
                    <a:pt x="3766" y="8258"/>
                    <a:pt x="3464" y="8654"/>
                    <a:pt x="3096" y="8654"/>
                  </a:cubicBezTo>
                  <a:cubicBezTo>
                    <a:pt x="2878" y="8654"/>
                    <a:pt x="2636" y="8515"/>
                    <a:pt x="2476" y="8185"/>
                  </a:cubicBezTo>
                  <a:cubicBezTo>
                    <a:pt x="2367" y="7947"/>
                    <a:pt x="2226" y="7724"/>
                    <a:pt x="2057" y="7523"/>
                  </a:cubicBezTo>
                  <a:cubicBezTo>
                    <a:pt x="1694" y="7098"/>
                    <a:pt x="2083" y="6585"/>
                    <a:pt x="2504" y="6585"/>
                  </a:cubicBezTo>
                  <a:close/>
                  <a:moveTo>
                    <a:pt x="1" y="0"/>
                  </a:moveTo>
                  <a:lnTo>
                    <a:pt x="1" y="5475"/>
                  </a:lnTo>
                  <a:cubicBezTo>
                    <a:pt x="217" y="5475"/>
                    <a:pt x="434" y="5496"/>
                    <a:pt x="648" y="5532"/>
                  </a:cubicBezTo>
                  <a:cubicBezTo>
                    <a:pt x="1334" y="5657"/>
                    <a:pt x="1201" y="6655"/>
                    <a:pt x="564" y="6655"/>
                  </a:cubicBezTo>
                  <a:cubicBezTo>
                    <a:pt x="525" y="6655"/>
                    <a:pt x="483" y="6651"/>
                    <a:pt x="440" y="6643"/>
                  </a:cubicBezTo>
                  <a:cubicBezTo>
                    <a:pt x="296" y="6622"/>
                    <a:pt x="148" y="6610"/>
                    <a:pt x="1" y="6604"/>
                  </a:cubicBezTo>
                  <a:lnTo>
                    <a:pt x="1" y="14744"/>
                  </a:lnTo>
                  <a:lnTo>
                    <a:pt x="5722" y="16626"/>
                  </a:lnTo>
                  <a:lnTo>
                    <a:pt x="5722" y="10395"/>
                  </a:lnTo>
                  <a:cubicBezTo>
                    <a:pt x="5704" y="10397"/>
                    <a:pt x="5684" y="10397"/>
                    <a:pt x="5661" y="10397"/>
                  </a:cubicBezTo>
                  <a:cubicBezTo>
                    <a:pt x="5400" y="10397"/>
                    <a:pt x="4871" y="10299"/>
                    <a:pt x="4388" y="10085"/>
                  </a:cubicBezTo>
                  <a:cubicBezTo>
                    <a:pt x="3793" y="9819"/>
                    <a:pt x="4068" y="8997"/>
                    <a:pt x="4603" y="8997"/>
                  </a:cubicBezTo>
                  <a:cubicBezTo>
                    <a:pt x="4680" y="8997"/>
                    <a:pt x="4763" y="9014"/>
                    <a:pt x="4849" y="9052"/>
                  </a:cubicBezTo>
                  <a:cubicBezTo>
                    <a:pt x="5123" y="9176"/>
                    <a:pt x="5418" y="9251"/>
                    <a:pt x="5722" y="9275"/>
                  </a:cubicBezTo>
                  <a:lnTo>
                    <a:pt x="5722" y="1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" name="Google Shape;2463;p58">
              <a:extLst>
                <a:ext uri="{FF2B5EF4-FFF2-40B4-BE49-F238E27FC236}">
                  <a16:creationId xmlns:a16="http://schemas.microsoft.com/office/drawing/2014/main" id="{E5ED76F3-2EAF-4DF9-99CE-91EEAC48113E}"/>
                </a:ext>
              </a:extLst>
            </p:cNvPr>
            <p:cNvSpPr/>
            <p:nvPr/>
          </p:nvSpPr>
          <p:spPr>
            <a:xfrm>
              <a:off x="2426175" y="2057100"/>
              <a:ext cx="141175" cy="418925"/>
            </a:xfrm>
            <a:custGeom>
              <a:avLst/>
              <a:gdLst/>
              <a:ahLst/>
              <a:cxnLst/>
              <a:rect l="l" t="t" r="r" b="b"/>
              <a:pathLst>
                <a:path w="5647" h="16757" extrusionOk="0">
                  <a:moveTo>
                    <a:pt x="2800" y="5647"/>
                  </a:moveTo>
                  <a:cubicBezTo>
                    <a:pt x="3154" y="5647"/>
                    <a:pt x="3516" y="5968"/>
                    <a:pt x="3349" y="6410"/>
                  </a:cubicBezTo>
                  <a:lnTo>
                    <a:pt x="3153" y="6937"/>
                  </a:lnTo>
                  <a:cubicBezTo>
                    <a:pt x="3055" y="7196"/>
                    <a:pt x="2850" y="7305"/>
                    <a:pt x="2643" y="7305"/>
                  </a:cubicBezTo>
                  <a:cubicBezTo>
                    <a:pt x="2288" y="7305"/>
                    <a:pt x="1929" y="6984"/>
                    <a:pt x="2096" y="6539"/>
                  </a:cubicBezTo>
                  <a:lnTo>
                    <a:pt x="2295" y="6012"/>
                  </a:lnTo>
                  <a:cubicBezTo>
                    <a:pt x="2390" y="5755"/>
                    <a:pt x="2594" y="5647"/>
                    <a:pt x="2800" y="5647"/>
                  </a:cubicBezTo>
                  <a:close/>
                  <a:moveTo>
                    <a:pt x="1700" y="8178"/>
                  </a:moveTo>
                  <a:cubicBezTo>
                    <a:pt x="2108" y="8178"/>
                    <a:pt x="2500" y="8655"/>
                    <a:pt x="2168" y="9090"/>
                  </a:cubicBezTo>
                  <a:cubicBezTo>
                    <a:pt x="1906" y="9433"/>
                    <a:pt x="1587" y="9725"/>
                    <a:pt x="1226" y="9960"/>
                  </a:cubicBezTo>
                  <a:cubicBezTo>
                    <a:pt x="1118" y="10030"/>
                    <a:pt x="1011" y="10060"/>
                    <a:pt x="911" y="10060"/>
                  </a:cubicBezTo>
                  <a:cubicBezTo>
                    <a:pt x="424" y="10060"/>
                    <a:pt x="97" y="9344"/>
                    <a:pt x="612" y="9012"/>
                  </a:cubicBezTo>
                  <a:cubicBezTo>
                    <a:pt x="867" y="8849"/>
                    <a:pt x="1090" y="8641"/>
                    <a:pt x="1274" y="8403"/>
                  </a:cubicBezTo>
                  <a:cubicBezTo>
                    <a:pt x="1394" y="8244"/>
                    <a:pt x="1548" y="8178"/>
                    <a:pt x="1700" y="8178"/>
                  </a:cubicBezTo>
                  <a:close/>
                  <a:moveTo>
                    <a:pt x="5080" y="0"/>
                  </a:moveTo>
                  <a:cubicBezTo>
                    <a:pt x="5010" y="0"/>
                    <a:pt x="4939" y="13"/>
                    <a:pt x="4869" y="41"/>
                  </a:cubicBezTo>
                  <a:lnTo>
                    <a:pt x="0" y="1989"/>
                  </a:lnTo>
                  <a:lnTo>
                    <a:pt x="0" y="16756"/>
                  </a:lnTo>
                  <a:lnTo>
                    <a:pt x="5291" y="14640"/>
                  </a:lnTo>
                  <a:cubicBezTo>
                    <a:pt x="5505" y="14555"/>
                    <a:pt x="5646" y="14347"/>
                    <a:pt x="5646" y="14116"/>
                  </a:cubicBezTo>
                  <a:lnTo>
                    <a:pt x="5646" y="565"/>
                  </a:lnTo>
                  <a:cubicBezTo>
                    <a:pt x="5644" y="240"/>
                    <a:pt x="5378" y="0"/>
                    <a:pt x="5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5" name="Google Shape;1864;p52">
            <a:extLst>
              <a:ext uri="{FF2B5EF4-FFF2-40B4-BE49-F238E27FC236}">
                <a16:creationId xmlns:a16="http://schemas.microsoft.com/office/drawing/2014/main" id="{EDE808A4-7B55-4357-8075-2B52E8DEA4EF}"/>
              </a:ext>
            </a:extLst>
          </p:cNvPr>
          <p:cNvSpPr txBox="1">
            <a:spLocks/>
          </p:cNvSpPr>
          <p:nvPr/>
        </p:nvSpPr>
        <p:spPr>
          <a:xfrm>
            <a:off x="5677428" y="2093046"/>
            <a:ext cx="2641500" cy="51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/>
            <a:r>
              <a:rPr lang="en" dirty="0"/>
              <a:t>10122611</a:t>
            </a:r>
          </a:p>
        </p:txBody>
      </p:sp>
      <p:sp>
        <p:nvSpPr>
          <p:cNvPr id="96" name="Google Shape;1866;p52">
            <a:extLst>
              <a:ext uri="{FF2B5EF4-FFF2-40B4-BE49-F238E27FC236}">
                <a16:creationId xmlns:a16="http://schemas.microsoft.com/office/drawing/2014/main" id="{9BC8B60B-F68D-4A88-9920-5E9668ECB6DB}"/>
              </a:ext>
            </a:extLst>
          </p:cNvPr>
          <p:cNvSpPr txBox="1">
            <a:spLocks/>
          </p:cNvSpPr>
          <p:nvPr/>
        </p:nvSpPr>
        <p:spPr>
          <a:xfrm>
            <a:off x="5677428" y="1591714"/>
            <a:ext cx="3023502" cy="65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marL="0" indent="0"/>
            <a:r>
              <a:rPr lang="en-US" sz="1800" dirty="0"/>
              <a:t>IAN SHEVA SATRIA RAMADHAN</a:t>
            </a:r>
          </a:p>
        </p:txBody>
      </p:sp>
      <p:sp>
        <p:nvSpPr>
          <p:cNvPr id="97" name="Google Shape;1864;p52">
            <a:extLst>
              <a:ext uri="{FF2B5EF4-FFF2-40B4-BE49-F238E27FC236}">
                <a16:creationId xmlns:a16="http://schemas.microsoft.com/office/drawing/2014/main" id="{A899A510-0221-40FC-A1C9-47A924A159AF}"/>
              </a:ext>
            </a:extLst>
          </p:cNvPr>
          <p:cNvSpPr txBox="1">
            <a:spLocks/>
          </p:cNvSpPr>
          <p:nvPr/>
        </p:nvSpPr>
        <p:spPr>
          <a:xfrm>
            <a:off x="1737179" y="3338943"/>
            <a:ext cx="2641500" cy="51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/>
            <a:r>
              <a:rPr lang="en" dirty="0"/>
              <a:t>10122389</a:t>
            </a:r>
          </a:p>
        </p:txBody>
      </p:sp>
      <p:sp>
        <p:nvSpPr>
          <p:cNvPr id="98" name="Google Shape;1866;p52">
            <a:extLst>
              <a:ext uri="{FF2B5EF4-FFF2-40B4-BE49-F238E27FC236}">
                <a16:creationId xmlns:a16="http://schemas.microsoft.com/office/drawing/2014/main" id="{EFA54344-B695-4AA2-8210-0BE7C1987D14}"/>
              </a:ext>
            </a:extLst>
          </p:cNvPr>
          <p:cNvSpPr txBox="1">
            <a:spLocks/>
          </p:cNvSpPr>
          <p:nvPr/>
        </p:nvSpPr>
        <p:spPr>
          <a:xfrm>
            <a:off x="1737179" y="3006946"/>
            <a:ext cx="3008270" cy="65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marL="0" indent="0"/>
            <a:r>
              <a:rPr lang="en-US" sz="1800" dirty="0"/>
              <a:t>DIMAS ROBBI KASLANOVA</a:t>
            </a:r>
          </a:p>
        </p:txBody>
      </p:sp>
      <p:sp>
        <p:nvSpPr>
          <p:cNvPr id="99" name="Google Shape;1864;p52">
            <a:extLst>
              <a:ext uri="{FF2B5EF4-FFF2-40B4-BE49-F238E27FC236}">
                <a16:creationId xmlns:a16="http://schemas.microsoft.com/office/drawing/2014/main" id="{C5EDCFBA-5D8B-45A5-B968-10993E38296A}"/>
              </a:ext>
            </a:extLst>
          </p:cNvPr>
          <p:cNvSpPr txBox="1">
            <a:spLocks/>
          </p:cNvSpPr>
          <p:nvPr/>
        </p:nvSpPr>
        <p:spPr>
          <a:xfrm>
            <a:off x="5677428" y="3338943"/>
            <a:ext cx="2641500" cy="51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1500" b="0" i="0" u="none" strike="noStrike" cap="none">
                <a:solidFill>
                  <a:schemeClr val="lt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/>
            <a:r>
              <a:rPr lang="en" dirty="0"/>
              <a:t>10122636</a:t>
            </a:r>
          </a:p>
        </p:txBody>
      </p:sp>
      <p:sp>
        <p:nvSpPr>
          <p:cNvPr id="100" name="Google Shape;1866;p52">
            <a:extLst>
              <a:ext uri="{FF2B5EF4-FFF2-40B4-BE49-F238E27FC236}">
                <a16:creationId xmlns:a16="http://schemas.microsoft.com/office/drawing/2014/main" id="{C8BBF7F1-B2E0-47C3-8326-4F31C6088899}"/>
              </a:ext>
            </a:extLst>
          </p:cNvPr>
          <p:cNvSpPr txBox="1">
            <a:spLocks/>
          </p:cNvSpPr>
          <p:nvPr/>
        </p:nvSpPr>
        <p:spPr>
          <a:xfrm>
            <a:off x="5677428" y="3006946"/>
            <a:ext cx="2641500" cy="65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hivo"/>
              <a:buNone/>
              <a:defRPr sz="24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marL="0" indent="0"/>
            <a:r>
              <a:rPr lang="en-US" sz="1800" dirty="0"/>
              <a:t>IRFAN AFIF LUTBIANTO</a:t>
            </a:r>
          </a:p>
        </p:txBody>
      </p:sp>
      <p:sp>
        <p:nvSpPr>
          <p:cNvPr id="35" name="Google Shape;1170;p32">
            <a:extLst>
              <a:ext uri="{FF2B5EF4-FFF2-40B4-BE49-F238E27FC236}">
                <a16:creationId xmlns:a16="http://schemas.microsoft.com/office/drawing/2014/main" id="{69603AF3-1F65-4EDB-96F8-011906A8717E}"/>
              </a:ext>
            </a:extLst>
          </p:cNvPr>
          <p:cNvSpPr/>
          <p:nvPr/>
        </p:nvSpPr>
        <p:spPr>
          <a:xfrm>
            <a:off x="7384208" y="694175"/>
            <a:ext cx="247698" cy="253563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1"/>
                </a:moveTo>
                <a:lnTo>
                  <a:pt x="5504" y="2336"/>
                </a:lnTo>
                <a:cubicBezTo>
                  <a:pt x="5137" y="3903"/>
                  <a:pt x="3903" y="5138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37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109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71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1170;p32">
            <a:extLst>
              <a:ext uri="{FF2B5EF4-FFF2-40B4-BE49-F238E27FC236}">
                <a16:creationId xmlns:a16="http://schemas.microsoft.com/office/drawing/2014/main" id="{84211743-B281-449B-AA2A-F216A432CEC1}"/>
              </a:ext>
            </a:extLst>
          </p:cNvPr>
          <p:cNvSpPr/>
          <p:nvPr/>
        </p:nvSpPr>
        <p:spPr>
          <a:xfrm>
            <a:off x="7189179" y="580913"/>
            <a:ext cx="247698" cy="253563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1"/>
                </a:moveTo>
                <a:lnTo>
                  <a:pt x="5504" y="2336"/>
                </a:lnTo>
                <a:cubicBezTo>
                  <a:pt x="5137" y="3903"/>
                  <a:pt x="3903" y="5138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37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109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71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9DA44C2-2EC0-38A4-1F49-08CEC598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477738"/>
            <a:ext cx="2788526" cy="1946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0B8D3E-8E72-610B-2C4A-ED100F988357}"/>
              </a:ext>
            </a:extLst>
          </p:cNvPr>
          <p:cNvSpPr txBox="1"/>
          <p:nvPr/>
        </p:nvSpPr>
        <p:spPr>
          <a:xfrm>
            <a:off x="3400641" y="423241"/>
            <a:ext cx="44653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Nama Client : Erlinda </a:t>
            </a:r>
            <a:r>
              <a:rPr lang="en-US" sz="1600" dirty="0" err="1">
                <a:solidFill>
                  <a:schemeClr val="bg1"/>
                </a:solidFill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Sjafar</a:t>
            </a:r>
            <a:endParaRPr lang="en-US" sz="1600" dirty="0">
              <a:solidFill>
                <a:schemeClr val="bg1"/>
              </a:solidFill>
              <a:latin typeface="Chivo" panose="020B0604020202020204" charset="0"/>
              <a:ea typeface="Chivo" panose="020B0604020202020204" charset="0"/>
              <a:cs typeface="Chivo" panose="020B0604020202020204" charset="0"/>
            </a:endParaRPr>
          </a:p>
          <a:p>
            <a:endParaRPr lang="en-US" sz="1600" dirty="0">
              <a:solidFill>
                <a:schemeClr val="bg1"/>
              </a:solidFill>
              <a:latin typeface="Chivo" panose="020B0604020202020204" charset="0"/>
              <a:ea typeface="Chivo" panose="020B0604020202020204" charset="0"/>
              <a:cs typeface="Chivo" panose="020B060402020202020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Alamat : Jl. Johar Baru Utara 3 No 1A RW 003/ RT 003 Kel Johar Baru, </a:t>
            </a:r>
            <a:r>
              <a:rPr lang="en-US" sz="1600" dirty="0" err="1">
                <a:solidFill>
                  <a:schemeClr val="bg1"/>
                </a:solidFill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Kec</a:t>
            </a:r>
            <a:r>
              <a:rPr lang="en-US" sz="1600" dirty="0">
                <a:solidFill>
                  <a:schemeClr val="bg1"/>
                </a:solidFill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Johar Baru, Jakarta Pusat 10560 </a:t>
            </a:r>
          </a:p>
          <a:p>
            <a:endParaRPr lang="en-US" sz="1600" dirty="0">
              <a:solidFill>
                <a:schemeClr val="bg1"/>
              </a:solidFill>
              <a:latin typeface="Chivo" panose="020B0604020202020204" charset="0"/>
              <a:ea typeface="Chivo" panose="020B0604020202020204" charset="0"/>
              <a:cs typeface="Chivo" panose="020B060402020202020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No Telp : 081315421428</a:t>
            </a:r>
            <a:endParaRPr lang="en-ID" sz="1600" dirty="0">
              <a:solidFill>
                <a:schemeClr val="bg1"/>
              </a:solidFill>
              <a:latin typeface="Chivo" panose="020B0604020202020204" charset="0"/>
              <a:ea typeface="Chivo" panose="020B0604020202020204" charset="0"/>
              <a:cs typeface="Chivo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BE8401-6958-E000-8BDC-8F4EE163B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296" y="2631887"/>
            <a:ext cx="2173425" cy="19414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1CEF0C-7252-0D2F-4232-70DFDC29B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150" y="2424050"/>
            <a:ext cx="3142890" cy="235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73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35"/>
          <p:cNvSpPr txBox="1">
            <a:spLocks noGrp="1"/>
          </p:cNvSpPr>
          <p:nvPr>
            <p:ph type="subTitle" idx="1"/>
          </p:nvPr>
        </p:nvSpPr>
        <p:spPr>
          <a:xfrm>
            <a:off x="3685736" y="1451305"/>
            <a:ext cx="4931902" cy="31103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Dapur</a:t>
            </a:r>
            <a:r>
              <a:rPr lang="en-US" sz="1600" dirty="0"/>
              <a:t> UNI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usaha</a:t>
            </a:r>
            <a:r>
              <a:rPr lang="en-US" sz="1600" dirty="0"/>
              <a:t> catering </a:t>
            </a:r>
            <a:r>
              <a:rPr lang="en-US" sz="1600" dirty="0" err="1"/>
              <a:t>rumahan</a:t>
            </a:r>
            <a:r>
              <a:rPr lang="en-US" sz="1600" dirty="0"/>
              <a:t> yang </a:t>
            </a:r>
            <a:r>
              <a:rPr lang="en-US" sz="1600" dirty="0" err="1"/>
              <a:t>saat</a:t>
            </a:r>
            <a:r>
              <a:rPr lang="en-US" sz="1600" dirty="0"/>
              <a:t> ini </a:t>
            </a:r>
            <a:r>
              <a:rPr lang="en-US" sz="1600" dirty="0" err="1"/>
              <a:t>masih</a:t>
            </a:r>
            <a:r>
              <a:rPr lang="en-US" sz="1600" dirty="0"/>
              <a:t> </a:t>
            </a:r>
            <a:r>
              <a:rPr lang="en-US" sz="1600" dirty="0" err="1"/>
              <a:t>melayani</a:t>
            </a:r>
            <a:r>
              <a:rPr lang="en-US" sz="1600" dirty="0"/>
              <a:t> </a:t>
            </a:r>
            <a:r>
              <a:rPr lang="en-US" sz="1600" dirty="0" err="1"/>
              <a:t>pesanan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WhatsApp dan </a:t>
            </a:r>
            <a:r>
              <a:rPr lang="en-US" sz="1600" dirty="0" err="1"/>
              <a:t>telepon</a:t>
            </a:r>
            <a:r>
              <a:rPr lang="en-US" sz="1600" dirty="0"/>
              <a:t>. Cara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dinilai</a:t>
            </a:r>
            <a:r>
              <a:rPr lang="en-US" sz="1600" dirty="0"/>
              <a:t> </a:t>
            </a:r>
            <a:r>
              <a:rPr lang="en-US" sz="1600" dirty="0" err="1"/>
              <a:t>kurang</a:t>
            </a:r>
            <a:r>
              <a:rPr lang="en-US" sz="1600" dirty="0"/>
              <a:t> </a:t>
            </a:r>
            <a:r>
              <a:rPr lang="en-US" sz="1600" dirty="0" err="1"/>
              <a:t>efisien</a:t>
            </a:r>
            <a:r>
              <a:rPr lang="en-US" sz="1600" dirty="0"/>
              <a:t> </a:t>
            </a:r>
            <a:r>
              <a:rPr lang="en-US" sz="1600" dirty="0" err="1"/>
              <a:t>serta</a:t>
            </a:r>
            <a:r>
              <a:rPr lang="en-US" sz="1600" dirty="0"/>
              <a:t> </a:t>
            </a:r>
            <a:r>
              <a:rPr lang="en-US" sz="1600" dirty="0" err="1"/>
              <a:t>sulit</a:t>
            </a:r>
            <a:r>
              <a:rPr lang="en-US" sz="1600" dirty="0"/>
              <a:t> </a:t>
            </a:r>
            <a:r>
              <a:rPr lang="en-US" sz="1600" dirty="0" err="1"/>
              <a:t>menjangkau</a:t>
            </a:r>
            <a:r>
              <a:rPr lang="en-US" sz="1600" dirty="0"/>
              <a:t> </a:t>
            </a:r>
            <a:r>
              <a:rPr lang="en-US" sz="1600" dirty="0" err="1"/>
              <a:t>pelanggan</a:t>
            </a:r>
            <a:r>
              <a:rPr lang="en-US" sz="1600" dirty="0"/>
              <a:t> </a:t>
            </a:r>
            <a:r>
              <a:rPr lang="en-US" sz="1600" dirty="0" err="1"/>
              <a:t>baru</a:t>
            </a:r>
            <a:r>
              <a:rPr lang="en-US" sz="1600" dirty="0"/>
              <a:t>. Oleh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, </a:t>
            </a:r>
            <a:r>
              <a:rPr lang="en-US" sz="1600" dirty="0" err="1"/>
              <a:t>tim</a:t>
            </a:r>
            <a:r>
              <a:rPr lang="en-US" sz="1600" dirty="0"/>
              <a:t> kami </a:t>
            </a:r>
            <a:r>
              <a:rPr lang="en-US" sz="1600" dirty="0" err="1"/>
              <a:t>berinisiatif</a:t>
            </a:r>
            <a:r>
              <a:rPr lang="en-US" sz="1600" dirty="0"/>
              <a:t> </a:t>
            </a:r>
            <a:r>
              <a:rPr lang="en-US" sz="1600" dirty="0" err="1"/>
              <a:t>mengembangkan</a:t>
            </a:r>
            <a:r>
              <a:rPr lang="en-US" sz="1600" dirty="0"/>
              <a:t> website </a:t>
            </a:r>
            <a:r>
              <a:rPr lang="en-US" sz="1600" dirty="0" err="1"/>
              <a:t>katalog</a:t>
            </a:r>
            <a:r>
              <a:rPr lang="en-US" sz="1600" dirty="0"/>
              <a:t> yang </a:t>
            </a:r>
            <a:r>
              <a:rPr lang="en-US" sz="1600" dirty="0" err="1"/>
              <a:t>menampilkan</a:t>
            </a:r>
            <a:r>
              <a:rPr lang="en-US" sz="1600" dirty="0"/>
              <a:t> menu, </a:t>
            </a:r>
            <a:r>
              <a:rPr lang="en-US" sz="1600" dirty="0" err="1"/>
              <a:t>harga</a:t>
            </a:r>
            <a:r>
              <a:rPr lang="en-US" sz="1600" dirty="0"/>
              <a:t>, </a:t>
            </a:r>
            <a:r>
              <a:rPr lang="en-US" sz="1600" dirty="0" err="1"/>
              <a:t>serta</a:t>
            </a:r>
            <a:r>
              <a:rPr lang="en-US" sz="1600" dirty="0"/>
              <a:t> </a:t>
            </a:r>
            <a:r>
              <a:rPr lang="en-US" sz="1600" dirty="0" err="1"/>
              <a:t>tombol</a:t>
            </a:r>
            <a:r>
              <a:rPr lang="en-US" sz="1600" dirty="0"/>
              <a:t> </a:t>
            </a:r>
            <a:r>
              <a:rPr lang="en-US" sz="1600" dirty="0" err="1"/>
              <a:t>pemesanan</a:t>
            </a:r>
            <a:r>
              <a:rPr lang="en-US" sz="1600" dirty="0"/>
              <a:t> </a:t>
            </a:r>
            <a:r>
              <a:rPr lang="en-US" sz="1600" dirty="0" err="1"/>
              <a:t>otomatis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WhatsApp agar </a:t>
            </a:r>
            <a:r>
              <a:rPr lang="en-US" sz="1600" dirty="0" err="1"/>
              <a:t>promosi</a:t>
            </a:r>
            <a:r>
              <a:rPr lang="en-US" sz="1600" dirty="0"/>
              <a:t> dan proses </a:t>
            </a:r>
            <a:r>
              <a:rPr lang="en-US" sz="1600" dirty="0" err="1"/>
              <a:t>pemesanan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mudah</a:t>
            </a:r>
            <a:r>
              <a:rPr lang="en-US" sz="1600" dirty="0"/>
              <a:t>.</a:t>
            </a:r>
          </a:p>
        </p:txBody>
      </p:sp>
      <p:sp>
        <p:nvSpPr>
          <p:cNvPr id="1206" name="Google Shape;1206;p35"/>
          <p:cNvSpPr txBox="1">
            <a:spLocks noGrp="1"/>
          </p:cNvSpPr>
          <p:nvPr>
            <p:ph type="title"/>
          </p:nvPr>
        </p:nvSpPr>
        <p:spPr>
          <a:xfrm>
            <a:off x="3675253" y="1030999"/>
            <a:ext cx="4942385" cy="6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Latar Belakang</a:t>
            </a:r>
            <a:endParaRPr sz="4000" dirty="0"/>
          </a:p>
        </p:txBody>
      </p:sp>
      <p:grpSp>
        <p:nvGrpSpPr>
          <p:cNvPr id="1207" name="Google Shape;1207;p35"/>
          <p:cNvGrpSpPr/>
          <p:nvPr/>
        </p:nvGrpSpPr>
        <p:grpSpPr>
          <a:xfrm>
            <a:off x="-1010501" y="458552"/>
            <a:ext cx="4604364" cy="4226397"/>
            <a:chOff x="2268500" y="1194225"/>
            <a:chExt cx="2440950" cy="2240575"/>
          </a:xfrm>
        </p:grpSpPr>
        <p:sp>
          <p:nvSpPr>
            <p:cNvPr id="1208" name="Google Shape;1208;p35"/>
            <p:cNvSpPr/>
            <p:nvPr/>
          </p:nvSpPr>
          <p:spPr>
            <a:xfrm>
              <a:off x="2268500" y="1194225"/>
              <a:ext cx="2440950" cy="2240575"/>
            </a:xfrm>
            <a:custGeom>
              <a:avLst/>
              <a:gdLst/>
              <a:ahLst/>
              <a:cxnLst/>
              <a:rect l="l" t="t" r="r" b="b"/>
              <a:pathLst>
                <a:path w="97638" h="89623" extrusionOk="0">
                  <a:moveTo>
                    <a:pt x="48760" y="1"/>
                  </a:moveTo>
                  <a:cubicBezTo>
                    <a:pt x="27874" y="1"/>
                    <a:pt x="9174" y="14697"/>
                    <a:pt x="4904" y="35955"/>
                  </a:cubicBezTo>
                  <a:cubicBezTo>
                    <a:pt x="1" y="60206"/>
                    <a:pt x="15712" y="83823"/>
                    <a:pt x="39963" y="88726"/>
                  </a:cubicBezTo>
                  <a:cubicBezTo>
                    <a:pt x="42955" y="89331"/>
                    <a:pt x="45938" y="89623"/>
                    <a:pt x="48878" y="89623"/>
                  </a:cubicBezTo>
                  <a:cubicBezTo>
                    <a:pt x="69764" y="89623"/>
                    <a:pt x="88465" y="74926"/>
                    <a:pt x="92734" y="53668"/>
                  </a:cubicBezTo>
                  <a:cubicBezTo>
                    <a:pt x="97637" y="29417"/>
                    <a:pt x="81926" y="5767"/>
                    <a:pt x="57675" y="897"/>
                  </a:cubicBezTo>
                  <a:cubicBezTo>
                    <a:pt x="54683" y="292"/>
                    <a:pt x="51700" y="1"/>
                    <a:pt x="487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33350" dir="21540000" algn="bl" rotWithShape="0">
                <a:schemeClr val="lt2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2356075" y="1285550"/>
              <a:ext cx="2266650" cy="2058700"/>
            </a:xfrm>
            <a:custGeom>
              <a:avLst/>
              <a:gdLst/>
              <a:ahLst/>
              <a:cxnLst/>
              <a:rect l="l" t="t" r="r" b="b"/>
              <a:pathLst>
                <a:path w="90666" h="82348" extrusionOk="0">
                  <a:moveTo>
                    <a:pt x="45294" y="1"/>
                  </a:moveTo>
                  <a:cubicBezTo>
                    <a:pt x="26694" y="1"/>
                    <a:pt x="9833" y="12683"/>
                    <a:pt x="5304" y="31568"/>
                  </a:cubicBezTo>
                  <a:cubicBezTo>
                    <a:pt x="0" y="53684"/>
                    <a:pt x="13610" y="75900"/>
                    <a:pt x="35726" y="81204"/>
                  </a:cubicBezTo>
                  <a:cubicBezTo>
                    <a:pt x="38952" y="81977"/>
                    <a:pt x="42180" y="82348"/>
                    <a:pt x="45357" y="82348"/>
                  </a:cubicBezTo>
                  <a:cubicBezTo>
                    <a:pt x="63963" y="82348"/>
                    <a:pt x="80831" y="69643"/>
                    <a:pt x="85361" y="50782"/>
                  </a:cubicBezTo>
                  <a:cubicBezTo>
                    <a:pt x="90665" y="28666"/>
                    <a:pt x="77022" y="6450"/>
                    <a:pt x="54940" y="1147"/>
                  </a:cubicBezTo>
                  <a:cubicBezTo>
                    <a:pt x="51709" y="372"/>
                    <a:pt x="48476" y="1"/>
                    <a:pt x="452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2456975" y="1356725"/>
              <a:ext cx="1988950" cy="1914500"/>
            </a:xfrm>
            <a:custGeom>
              <a:avLst/>
              <a:gdLst/>
              <a:ahLst/>
              <a:cxnLst/>
              <a:rect l="l" t="t" r="r" b="b"/>
              <a:pathLst>
                <a:path w="79558" h="76580" extrusionOk="0">
                  <a:moveTo>
                    <a:pt x="41297" y="1"/>
                  </a:moveTo>
                  <a:cubicBezTo>
                    <a:pt x="25786" y="1"/>
                    <a:pt x="11842" y="9341"/>
                    <a:pt x="5905" y="23651"/>
                  </a:cubicBezTo>
                  <a:cubicBezTo>
                    <a:pt x="1" y="37961"/>
                    <a:pt x="3270" y="54406"/>
                    <a:pt x="14211" y="65381"/>
                  </a:cubicBezTo>
                  <a:cubicBezTo>
                    <a:pt x="21524" y="72694"/>
                    <a:pt x="31310" y="76579"/>
                    <a:pt x="41269" y="76579"/>
                  </a:cubicBezTo>
                  <a:cubicBezTo>
                    <a:pt x="46211" y="76579"/>
                    <a:pt x="51195" y="75623"/>
                    <a:pt x="55941" y="73653"/>
                  </a:cubicBezTo>
                  <a:cubicBezTo>
                    <a:pt x="70251" y="67749"/>
                    <a:pt x="79557" y="53773"/>
                    <a:pt x="79557" y="38295"/>
                  </a:cubicBezTo>
                  <a:cubicBezTo>
                    <a:pt x="79557" y="17146"/>
                    <a:pt x="62412" y="1"/>
                    <a:pt x="412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5"/>
            <p:cNvSpPr/>
            <p:nvPr/>
          </p:nvSpPr>
          <p:spPr>
            <a:xfrm>
              <a:off x="3405150" y="1521850"/>
              <a:ext cx="168475" cy="1614525"/>
            </a:xfrm>
            <a:custGeom>
              <a:avLst/>
              <a:gdLst/>
              <a:ahLst/>
              <a:cxnLst/>
              <a:rect l="l" t="t" r="r" b="b"/>
              <a:pathLst>
                <a:path w="6739" h="64581" extrusionOk="0">
                  <a:moveTo>
                    <a:pt x="1" y="0"/>
                  </a:moveTo>
                  <a:lnTo>
                    <a:pt x="1" y="64580"/>
                  </a:lnTo>
                  <a:lnTo>
                    <a:pt x="6739" y="64580"/>
                  </a:lnTo>
                  <a:lnTo>
                    <a:pt x="67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5"/>
            <p:cNvSpPr/>
            <p:nvPr/>
          </p:nvSpPr>
          <p:spPr>
            <a:xfrm>
              <a:off x="2659625" y="1553450"/>
              <a:ext cx="1679550" cy="1526300"/>
            </a:xfrm>
            <a:custGeom>
              <a:avLst/>
              <a:gdLst/>
              <a:ahLst/>
              <a:cxnLst/>
              <a:rect l="l" t="t" r="r" b="b"/>
              <a:pathLst>
                <a:path w="67182" h="61052" extrusionOk="0">
                  <a:moveTo>
                    <a:pt x="33569" y="0"/>
                  </a:moveTo>
                  <a:cubicBezTo>
                    <a:pt x="19776" y="0"/>
                    <a:pt x="7268" y="9423"/>
                    <a:pt x="3903" y="23454"/>
                  </a:cubicBezTo>
                  <a:cubicBezTo>
                    <a:pt x="0" y="39833"/>
                    <a:pt x="10108" y="56278"/>
                    <a:pt x="26519" y="60214"/>
                  </a:cubicBezTo>
                  <a:cubicBezTo>
                    <a:pt x="28895" y="60780"/>
                    <a:pt x="31273" y="61051"/>
                    <a:pt x="33613" y="61051"/>
                  </a:cubicBezTo>
                  <a:cubicBezTo>
                    <a:pt x="47406" y="61051"/>
                    <a:pt x="59914" y="51628"/>
                    <a:pt x="63279" y="37598"/>
                  </a:cubicBezTo>
                  <a:cubicBezTo>
                    <a:pt x="67182" y="21219"/>
                    <a:pt x="57075" y="4774"/>
                    <a:pt x="40663" y="838"/>
                  </a:cubicBezTo>
                  <a:cubicBezTo>
                    <a:pt x="38287" y="272"/>
                    <a:pt x="35909" y="0"/>
                    <a:pt x="33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5"/>
            <p:cNvSpPr/>
            <p:nvPr/>
          </p:nvSpPr>
          <p:spPr>
            <a:xfrm>
              <a:off x="2806400" y="1674450"/>
              <a:ext cx="1335975" cy="1284700"/>
            </a:xfrm>
            <a:custGeom>
              <a:avLst/>
              <a:gdLst/>
              <a:ahLst/>
              <a:cxnLst/>
              <a:rect l="l" t="t" r="r" b="b"/>
              <a:pathLst>
                <a:path w="53439" h="51388" extrusionOk="0">
                  <a:moveTo>
                    <a:pt x="27782" y="1"/>
                  </a:moveTo>
                  <a:cubicBezTo>
                    <a:pt x="27761" y="1"/>
                    <a:pt x="27741" y="1"/>
                    <a:pt x="27720" y="1"/>
                  </a:cubicBezTo>
                  <a:cubicBezTo>
                    <a:pt x="17346" y="1"/>
                    <a:pt x="7973" y="6239"/>
                    <a:pt x="3970" y="15846"/>
                  </a:cubicBezTo>
                  <a:cubicBezTo>
                    <a:pt x="0" y="25452"/>
                    <a:pt x="2202" y="36527"/>
                    <a:pt x="9540" y="43866"/>
                  </a:cubicBezTo>
                  <a:cubicBezTo>
                    <a:pt x="14474" y="48777"/>
                    <a:pt x="21050" y="51387"/>
                    <a:pt x="27741" y="51387"/>
                  </a:cubicBezTo>
                  <a:cubicBezTo>
                    <a:pt x="31048" y="51387"/>
                    <a:pt x="34383" y="50749"/>
                    <a:pt x="37560" y="49436"/>
                  </a:cubicBezTo>
                  <a:cubicBezTo>
                    <a:pt x="47167" y="45467"/>
                    <a:pt x="53438" y="36093"/>
                    <a:pt x="53438" y="25686"/>
                  </a:cubicBezTo>
                  <a:cubicBezTo>
                    <a:pt x="53438" y="11530"/>
                    <a:pt x="41963" y="1"/>
                    <a:pt x="27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2886450" y="1720950"/>
              <a:ext cx="1226725" cy="1192125"/>
            </a:xfrm>
            <a:custGeom>
              <a:avLst/>
              <a:gdLst/>
              <a:ahLst/>
              <a:cxnLst/>
              <a:rect l="l" t="t" r="r" b="b"/>
              <a:pathLst>
                <a:path w="49069" h="47685" extrusionOk="0">
                  <a:moveTo>
                    <a:pt x="24518" y="1"/>
                  </a:moveTo>
                  <a:cubicBezTo>
                    <a:pt x="22533" y="1"/>
                    <a:pt x="20549" y="693"/>
                    <a:pt x="18947" y="2077"/>
                  </a:cubicBezTo>
                  <a:lnTo>
                    <a:pt x="16412" y="4279"/>
                  </a:lnTo>
                  <a:lnTo>
                    <a:pt x="13077" y="4512"/>
                  </a:lnTo>
                  <a:cubicBezTo>
                    <a:pt x="8874" y="4812"/>
                    <a:pt x="5505" y="8181"/>
                    <a:pt x="5204" y="12384"/>
                  </a:cubicBezTo>
                  <a:lnTo>
                    <a:pt x="4971" y="15720"/>
                  </a:lnTo>
                  <a:lnTo>
                    <a:pt x="2769" y="18255"/>
                  </a:lnTo>
                  <a:cubicBezTo>
                    <a:pt x="1" y="21458"/>
                    <a:pt x="1" y="26228"/>
                    <a:pt x="2769" y="29397"/>
                  </a:cubicBezTo>
                  <a:lnTo>
                    <a:pt x="4971" y="31932"/>
                  </a:lnTo>
                  <a:lnTo>
                    <a:pt x="5204" y="35267"/>
                  </a:lnTo>
                  <a:cubicBezTo>
                    <a:pt x="5505" y="39504"/>
                    <a:pt x="8874" y="42873"/>
                    <a:pt x="13077" y="43173"/>
                  </a:cubicBezTo>
                  <a:lnTo>
                    <a:pt x="16412" y="43407"/>
                  </a:lnTo>
                  <a:lnTo>
                    <a:pt x="18947" y="45608"/>
                  </a:lnTo>
                  <a:cubicBezTo>
                    <a:pt x="20549" y="46992"/>
                    <a:pt x="22533" y="47685"/>
                    <a:pt x="24518" y="47685"/>
                  </a:cubicBezTo>
                  <a:cubicBezTo>
                    <a:pt x="26503" y="47685"/>
                    <a:pt x="28488" y="46992"/>
                    <a:pt x="30089" y="45608"/>
                  </a:cubicBezTo>
                  <a:lnTo>
                    <a:pt x="32624" y="43407"/>
                  </a:lnTo>
                  <a:lnTo>
                    <a:pt x="35960" y="43173"/>
                  </a:lnTo>
                  <a:cubicBezTo>
                    <a:pt x="40196" y="42873"/>
                    <a:pt x="43565" y="39504"/>
                    <a:pt x="43865" y="35267"/>
                  </a:cubicBezTo>
                  <a:lnTo>
                    <a:pt x="44099" y="31932"/>
                  </a:lnTo>
                  <a:lnTo>
                    <a:pt x="46300" y="29397"/>
                  </a:lnTo>
                  <a:cubicBezTo>
                    <a:pt x="49069" y="26194"/>
                    <a:pt x="49069" y="21458"/>
                    <a:pt x="46267" y="18255"/>
                  </a:cubicBezTo>
                  <a:lnTo>
                    <a:pt x="44099" y="15720"/>
                  </a:lnTo>
                  <a:lnTo>
                    <a:pt x="43865" y="12384"/>
                  </a:lnTo>
                  <a:cubicBezTo>
                    <a:pt x="43565" y="8181"/>
                    <a:pt x="40196" y="4812"/>
                    <a:pt x="35960" y="4512"/>
                  </a:cubicBezTo>
                  <a:lnTo>
                    <a:pt x="32624" y="4279"/>
                  </a:lnTo>
                  <a:lnTo>
                    <a:pt x="30089" y="2077"/>
                  </a:lnTo>
                  <a:cubicBezTo>
                    <a:pt x="28488" y="693"/>
                    <a:pt x="26503" y="1"/>
                    <a:pt x="24518" y="1"/>
                  </a:cubicBezTo>
                  <a:close/>
                </a:path>
              </a:pathLst>
            </a:custGeom>
            <a:solidFill>
              <a:srgbClr val="E38C45">
                <a:alpha val="32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3087425" y="1920250"/>
              <a:ext cx="823950" cy="792900"/>
            </a:xfrm>
            <a:custGeom>
              <a:avLst/>
              <a:gdLst/>
              <a:ahLst/>
              <a:cxnLst/>
              <a:rect l="l" t="t" r="r" b="b"/>
              <a:pathLst>
                <a:path w="32958" h="31716" extrusionOk="0">
                  <a:moveTo>
                    <a:pt x="16467" y="1"/>
                  </a:moveTo>
                  <a:cubicBezTo>
                    <a:pt x="14986" y="1"/>
                    <a:pt x="13510" y="626"/>
                    <a:pt x="12476" y="1877"/>
                  </a:cubicBezTo>
                  <a:lnTo>
                    <a:pt x="11275" y="3312"/>
                  </a:lnTo>
                  <a:lnTo>
                    <a:pt x="9407" y="3145"/>
                  </a:lnTo>
                  <a:cubicBezTo>
                    <a:pt x="9242" y="3129"/>
                    <a:pt x="9078" y="3122"/>
                    <a:pt x="8916" y="3122"/>
                  </a:cubicBezTo>
                  <a:cubicBezTo>
                    <a:pt x="5904" y="3122"/>
                    <a:pt x="3483" y="5713"/>
                    <a:pt x="3737" y="8816"/>
                  </a:cubicBezTo>
                  <a:lnTo>
                    <a:pt x="3903" y="10650"/>
                  </a:lnTo>
                  <a:lnTo>
                    <a:pt x="2469" y="11851"/>
                  </a:lnTo>
                  <a:cubicBezTo>
                    <a:pt x="1" y="13953"/>
                    <a:pt x="1" y="17789"/>
                    <a:pt x="2469" y="19857"/>
                  </a:cubicBezTo>
                  <a:lnTo>
                    <a:pt x="3903" y="21058"/>
                  </a:lnTo>
                  <a:lnTo>
                    <a:pt x="3737" y="22926"/>
                  </a:lnTo>
                  <a:cubicBezTo>
                    <a:pt x="3482" y="26013"/>
                    <a:pt x="5930" y="28615"/>
                    <a:pt x="8966" y="28615"/>
                  </a:cubicBezTo>
                  <a:cubicBezTo>
                    <a:pt x="9112" y="28615"/>
                    <a:pt x="9259" y="28609"/>
                    <a:pt x="9407" y="28596"/>
                  </a:cubicBezTo>
                  <a:lnTo>
                    <a:pt x="11275" y="28430"/>
                  </a:lnTo>
                  <a:lnTo>
                    <a:pt x="12476" y="29864"/>
                  </a:lnTo>
                  <a:cubicBezTo>
                    <a:pt x="13510" y="31098"/>
                    <a:pt x="14986" y="31715"/>
                    <a:pt x="16467" y="31715"/>
                  </a:cubicBezTo>
                  <a:cubicBezTo>
                    <a:pt x="17947" y="31715"/>
                    <a:pt x="19431" y="31098"/>
                    <a:pt x="20482" y="29864"/>
                  </a:cubicBezTo>
                  <a:lnTo>
                    <a:pt x="21683" y="28430"/>
                  </a:lnTo>
                  <a:lnTo>
                    <a:pt x="23551" y="28596"/>
                  </a:lnTo>
                  <a:cubicBezTo>
                    <a:pt x="23714" y="28612"/>
                    <a:pt x="23876" y="28619"/>
                    <a:pt x="24037" y="28619"/>
                  </a:cubicBezTo>
                  <a:cubicBezTo>
                    <a:pt x="27052" y="28619"/>
                    <a:pt x="29475" y="25998"/>
                    <a:pt x="29222" y="22926"/>
                  </a:cubicBezTo>
                  <a:lnTo>
                    <a:pt x="29055" y="21058"/>
                  </a:lnTo>
                  <a:lnTo>
                    <a:pt x="30489" y="19857"/>
                  </a:lnTo>
                  <a:cubicBezTo>
                    <a:pt x="32958" y="17789"/>
                    <a:pt x="32958" y="13953"/>
                    <a:pt x="30456" y="11851"/>
                  </a:cubicBezTo>
                  <a:lnTo>
                    <a:pt x="29021" y="10650"/>
                  </a:lnTo>
                  <a:lnTo>
                    <a:pt x="29188" y="8816"/>
                  </a:lnTo>
                  <a:cubicBezTo>
                    <a:pt x="29473" y="5713"/>
                    <a:pt x="27055" y="3122"/>
                    <a:pt x="24042" y="3122"/>
                  </a:cubicBezTo>
                  <a:cubicBezTo>
                    <a:pt x="23880" y="3122"/>
                    <a:pt x="23716" y="3129"/>
                    <a:pt x="23551" y="3145"/>
                  </a:cubicBezTo>
                  <a:lnTo>
                    <a:pt x="21683" y="3312"/>
                  </a:lnTo>
                  <a:lnTo>
                    <a:pt x="20482" y="1877"/>
                  </a:lnTo>
                  <a:cubicBezTo>
                    <a:pt x="19431" y="626"/>
                    <a:pt x="17947" y="1"/>
                    <a:pt x="16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3726225" y="2200675"/>
              <a:ext cx="17525" cy="216850"/>
            </a:xfrm>
            <a:custGeom>
              <a:avLst/>
              <a:gdLst/>
              <a:ahLst/>
              <a:cxnLst/>
              <a:rect l="l" t="t" r="r" b="b"/>
              <a:pathLst>
                <a:path w="701" h="8674" extrusionOk="0">
                  <a:moveTo>
                    <a:pt x="0" y="0"/>
                  </a:moveTo>
                  <a:lnTo>
                    <a:pt x="0" y="8673"/>
                  </a:lnTo>
                  <a:lnTo>
                    <a:pt x="701" y="8673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5"/>
            <p:cNvSpPr/>
            <p:nvPr/>
          </p:nvSpPr>
          <p:spPr>
            <a:xfrm>
              <a:off x="3735400" y="2132800"/>
              <a:ext cx="311900" cy="197725"/>
            </a:xfrm>
            <a:custGeom>
              <a:avLst/>
              <a:gdLst/>
              <a:ahLst/>
              <a:cxnLst/>
              <a:rect l="l" t="t" r="r" b="b"/>
              <a:pathLst>
                <a:path w="12476" h="7909" extrusionOk="0">
                  <a:moveTo>
                    <a:pt x="4259" y="1"/>
                  </a:moveTo>
                  <a:cubicBezTo>
                    <a:pt x="1873" y="1"/>
                    <a:pt x="0" y="1176"/>
                    <a:pt x="0" y="3949"/>
                  </a:cubicBezTo>
                  <a:cubicBezTo>
                    <a:pt x="0" y="5684"/>
                    <a:pt x="701" y="6785"/>
                    <a:pt x="1801" y="7352"/>
                  </a:cubicBezTo>
                  <a:cubicBezTo>
                    <a:pt x="2494" y="7732"/>
                    <a:pt x="3342" y="7909"/>
                    <a:pt x="4267" y="7909"/>
                  </a:cubicBezTo>
                  <a:cubicBezTo>
                    <a:pt x="6999" y="7909"/>
                    <a:pt x="10408" y="6366"/>
                    <a:pt x="12476" y="3949"/>
                  </a:cubicBezTo>
                  <a:cubicBezTo>
                    <a:pt x="11308" y="2615"/>
                    <a:pt x="9841" y="1581"/>
                    <a:pt x="8206" y="881"/>
                  </a:cubicBezTo>
                  <a:lnTo>
                    <a:pt x="8173" y="881"/>
                  </a:lnTo>
                  <a:cubicBezTo>
                    <a:pt x="6856" y="313"/>
                    <a:pt x="5490" y="1"/>
                    <a:pt x="42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3735400" y="2231525"/>
              <a:ext cx="311900" cy="99000"/>
            </a:xfrm>
            <a:custGeom>
              <a:avLst/>
              <a:gdLst/>
              <a:ahLst/>
              <a:cxnLst/>
              <a:rect l="l" t="t" r="r" b="b"/>
              <a:pathLst>
                <a:path w="12476" h="3960" extrusionOk="0">
                  <a:moveTo>
                    <a:pt x="0" y="0"/>
                  </a:moveTo>
                  <a:cubicBezTo>
                    <a:pt x="0" y="1735"/>
                    <a:pt x="701" y="2836"/>
                    <a:pt x="1801" y="3403"/>
                  </a:cubicBezTo>
                  <a:cubicBezTo>
                    <a:pt x="2494" y="3783"/>
                    <a:pt x="3342" y="3960"/>
                    <a:pt x="4267" y="3960"/>
                  </a:cubicBezTo>
                  <a:cubicBezTo>
                    <a:pt x="6999" y="3960"/>
                    <a:pt x="10408" y="2417"/>
                    <a:pt x="124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3735400" y="2231525"/>
              <a:ext cx="209325" cy="25"/>
            </a:xfrm>
            <a:custGeom>
              <a:avLst/>
              <a:gdLst/>
              <a:ahLst/>
              <a:cxnLst/>
              <a:rect l="l" t="t" r="r" b="b"/>
              <a:pathLst>
                <a:path w="8373" h="1" fill="none" extrusionOk="0">
                  <a:moveTo>
                    <a:pt x="0" y="0"/>
                  </a:moveTo>
                  <a:lnTo>
                    <a:pt x="1968" y="0"/>
                  </a:lnTo>
                  <a:lnTo>
                    <a:pt x="4970" y="0"/>
                  </a:lnTo>
                  <a:lnTo>
                    <a:pt x="8373" y="0"/>
                  </a:lnTo>
                </a:path>
              </a:pathLst>
            </a:custGeom>
            <a:noFill/>
            <a:ln w="500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3784600" y="2162300"/>
              <a:ext cx="117600" cy="69250"/>
            </a:xfrm>
            <a:custGeom>
              <a:avLst/>
              <a:gdLst/>
              <a:ahLst/>
              <a:cxnLst/>
              <a:rect l="l" t="t" r="r" b="b"/>
              <a:pathLst>
                <a:path w="4704" h="2770" fill="none" extrusionOk="0">
                  <a:moveTo>
                    <a:pt x="4704" y="735"/>
                  </a:moveTo>
                  <a:lnTo>
                    <a:pt x="3002" y="2769"/>
                  </a:lnTo>
                  <a:lnTo>
                    <a:pt x="0" y="2769"/>
                  </a:lnTo>
                  <a:lnTo>
                    <a:pt x="2102" y="1"/>
                  </a:lnTo>
                </a:path>
              </a:pathLst>
            </a:custGeom>
            <a:noFill/>
            <a:ln w="500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3784600" y="2231525"/>
              <a:ext cx="117600" cy="70075"/>
            </a:xfrm>
            <a:custGeom>
              <a:avLst/>
              <a:gdLst/>
              <a:ahLst/>
              <a:cxnLst/>
              <a:rect l="l" t="t" r="r" b="b"/>
              <a:pathLst>
                <a:path w="4704" h="2803" fill="none" extrusionOk="0">
                  <a:moveTo>
                    <a:pt x="4704" y="2069"/>
                  </a:moveTo>
                  <a:lnTo>
                    <a:pt x="3002" y="0"/>
                  </a:lnTo>
                  <a:lnTo>
                    <a:pt x="0" y="0"/>
                  </a:lnTo>
                  <a:lnTo>
                    <a:pt x="2102" y="2802"/>
                  </a:lnTo>
                </a:path>
              </a:pathLst>
            </a:custGeom>
            <a:noFill/>
            <a:ln w="500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3421000" y="2132800"/>
              <a:ext cx="312750" cy="197725"/>
            </a:xfrm>
            <a:custGeom>
              <a:avLst/>
              <a:gdLst/>
              <a:ahLst/>
              <a:cxnLst/>
              <a:rect l="l" t="t" r="r" b="b"/>
              <a:pathLst>
                <a:path w="12510" h="7909" extrusionOk="0">
                  <a:moveTo>
                    <a:pt x="8241" y="1"/>
                  </a:moveTo>
                  <a:cubicBezTo>
                    <a:pt x="7005" y="1"/>
                    <a:pt x="5631" y="313"/>
                    <a:pt x="4304" y="881"/>
                  </a:cubicBezTo>
                  <a:lnTo>
                    <a:pt x="4270" y="881"/>
                  </a:lnTo>
                  <a:cubicBezTo>
                    <a:pt x="2636" y="1581"/>
                    <a:pt x="1168" y="2615"/>
                    <a:pt x="1" y="3949"/>
                  </a:cubicBezTo>
                  <a:cubicBezTo>
                    <a:pt x="2069" y="6366"/>
                    <a:pt x="5496" y="7909"/>
                    <a:pt x="8237" y="7909"/>
                  </a:cubicBezTo>
                  <a:cubicBezTo>
                    <a:pt x="9166" y="7909"/>
                    <a:pt x="10016" y="7732"/>
                    <a:pt x="10708" y="7352"/>
                  </a:cubicBezTo>
                  <a:cubicBezTo>
                    <a:pt x="11776" y="6785"/>
                    <a:pt x="12509" y="5684"/>
                    <a:pt x="12509" y="3949"/>
                  </a:cubicBezTo>
                  <a:cubicBezTo>
                    <a:pt x="12509" y="1176"/>
                    <a:pt x="10636" y="1"/>
                    <a:pt x="82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3421000" y="2231525"/>
              <a:ext cx="312750" cy="99000"/>
            </a:xfrm>
            <a:custGeom>
              <a:avLst/>
              <a:gdLst/>
              <a:ahLst/>
              <a:cxnLst/>
              <a:rect l="l" t="t" r="r" b="b"/>
              <a:pathLst>
                <a:path w="12510" h="3960" extrusionOk="0">
                  <a:moveTo>
                    <a:pt x="1" y="0"/>
                  </a:moveTo>
                  <a:cubicBezTo>
                    <a:pt x="2069" y="2417"/>
                    <a:pt x="5496" y="3960"/>
                    <a:pt x="8237" y="3960"/>
                  </a:cubicBezTo>
                  <a:cubicBezTo>
                    <a:pt x="9166" y="3960"/>
                    <a:pt x="10016" y="3783"/>
                    <a:pt x="10708" y="3403"/>
                  </a:cubicBezTo>
                  <a:cubicBezTo>
                    <a:pt x="11776" y="2836"/>
                    <a:pt x="12509" y="1735"/>
                    <a:pt x="125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3523575" y="2231525"/>
              <a:ext cx="210175" cy="25"/>
            </a:xfrm>
            <a:custGeom>
              <a:avLst/>
              <a:gdLst/>
              <a:ahLst/>
              <a:cxnLst/>
              <a:rect l="l" t="t" r="r" b="b"/>
              <a:pathLst>
                <a:path w="8407" h="1" fill="none" extrusionOk="0">
                  <a:moveTo>
                    <a:pt x="0" y="0"/>
                  </a:moveTo>
                  <a:lnTo>
                    <a:pt x="3436" y="0"/>
                  </a:lnTo>
                  <a:lnTo>
                    <a:pt x="6405" y="0"/>
                  </a:lnTo>
                  <a:lnTo>
                    <a:pt x="8406" y="0"/>
                  </a:lnTo>
                </a:path>
              </a:pathLst>
            </a:custGeom>
            <a:noFill/>
            <a:ln w="500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3566100" y="2162300"/>
              <a:ext cx="117625" cy="69250"/>
            </a:xfrm>
            <a:custGeom>
              <a:avLst/>
              <a:gdLst/>
              <a:ahLst/>
              <a:cxnLst/>
              <a:rect l="l" t="t" r="r" b="b"/>
              <a:pathLst>
                <a:path w="4705" h="2770" fill="none" extrusionOk="0">
                  <a:moveTo>
                    <a:pt x="1" y="735"/>
                  </a:moveTo>
                  <a:lnTo>
                    <a:pt x="1735" y="2769"/>
                  </a:lnTo>
                  <a:lnTo>
                    <a:pt x="4704" y="2769"/>
                  </a:lnTo>
                  <a:lnTo>
                    <a:pt x="2636" y="1"/>
                  </a:lnTo>
                </a:path>
              </a:pathLst>
            </a:custGeom>
            <a:noFill/>
            <a:ln w="500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3566100" y="2231525"/>
              <a:ext cx="117625" cy="70075"/>
            </a:xfrm>
            <a:custGeom>
              <a:avLst/>
              <a:gdLst/>
              <a:ahLst/>
              <a:cxnLst/>
              <a:rect l="l" t="t" r="r" b="b"/>
              <a:pathLst>
                <a:path w="4705" h="2803" fill="none" extrusionOk="0">
                  <a:moveTo>
                    <a:pt x="1" y="2069"/>
                  </a:moveTo>
                  <a:lnTo>
                    <a:pt x="1735" y="0"/>
                  </a:lnTo>
                  <a:lnTo>
                    <a:pt x="4704" y="0"/>
                  </a:lnTo>
                  <a:lnTo>
                    <a:pt x="2636" y="2802"/>
                  </a:lnTo>
                </a:path>
              </a:pathLst>
            </a:custGeom>
            <a:noFill/>
            <a:ln w="500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3571100" y="2661000"/>
              <a:ext cx="119275" cy="122600"/>
            </a:xfrm>
            <a:custGeom>
              <a:avLst/>
              <a:gdLst/>
              <a:ahLst/>
              <a:cxnLst/>
              <a:rect l="l" t="t" r="r" b="b"/>
              <a:pathLst>
                <a:path w="4771" h="4904" extrusionOk="0">
                  <a:moveTo>
                    <a:pt x="2936" y="0"/>
                  </a:moveTo>
                  <a:lnTo>
                    <a:pt x="1" y="3503"/>
                  </a:lnTo>
                  <a:lnTo>
                    <a:pt x="2636" y="4904"/>
                  </a:lnTo>
                  <a:lnTo>
                    <a:pt x="4771" y="1001"/>
                  </a:lnTo>
                  <a:lnTo>
                    <a:pt x="29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3616150" y="2725200"/>
              <a:ext cx="29200" cy="47575"/>
            </a:xfrm>
            <a:custGeom>
              <a:avLst/>
              <a:gdLst/>
              <a:ahLst/>
              <a:cxnLst/>
              <a:rect l="l" t="t" r="r" b="b"/>
              <a:pathLst>
                <a:path w="1168" h="1903" fill="none" extrusionOk="0">
                  <a:moveTo>
                    <a:pt x="0" y="1902"/>
                  </a:moveTo>
                  <a:lnTo>
                    <a:pt x="1168" y="1"/>
                  </a:lnTo>
                </a:path>
              </a:pathLst>
            </a:custGeom>
            <a:noFill/>
            <a:ln w="50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3595300" y="2714375"/>
              <a:ext cx="29200" cy="46725"/>
            </a:xfrm>
            <a:custGeom>
              <a:avLst/>
              <a:gdLst/>
              <a:ahLst/>
              <a:cxnLst/>
              <a:rect l="l" t="t" r="r" b="b"/>
              <a:pathLst>
                <a:path w="1168" h="1869" fill="none" extrusionOk="0">
                  <a:moveTo>
                    <a:pt x="0" y="1868"/>
                  </a:moveTo>
                  <a:lnTo>
                    <a:pt x="1168" y="0"/>
                  </a:lnTo>
                </a:path>
              </a:pathLst>
            </a:custGeom>
            <a:noFill/>
            <a:ln w="50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3581950" y="2563425"/>
              <a:ext cx="109275" cy="122625"/>
            </a:xfrm>
            <a:custGeom>
              <a:avLst/>
              <a:gdLst/>
              <a:ahLst/>
              <a:cxnLst/>
              <a:rect l="l" t="t" r="r" b="b"/>
              <a:pathLst>
                <a:path w="4371" h="4905" extrusionOk="0">
                  <a:moveTo>
                    <a:pt x="2802" y="1"/>
                  </a:moveTo>
                  <a:lnTo>
                    <a:pt x="0" y="1068"/>
                  </a:lnTo>
                  <a:lnTo>
                    <a:pt x="2436" y="4904"/>
                  </a:lnTo>
                  <a:lnTo>
                    <a:pt x="4370" y="4170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3630325" y="2571775"/>
              <a:ext cx="22525" cy="50050"/>
            </a:xfrm>
            <a:custGeom>
              <a:avLst/>
              <a:gdLst/>
              <a:ahLst/>
              <a:cxnLst/>
              <a:rect l="l" t="t" r="r" b="b"/>
              <a:pathLst>
                <a:path w="901" h="2002" fill="none" extrusionOk="0">
                  <a:moveTo>
                    <a:pt x="0" y="0"/>
                  </a:moveTo>
                  <a:lnTo>
                    <a:pt x="901" y="2002"/>
                  </a:lnTo>
                </a:path>
              </a:pathLst>
            </a:custGeom>
            <a:noFill/>
            <a:ln w="50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3606975" y="2580100"/>
              <a:ext cx="23375" cy="50075"/>
            </a:xfrm>
            <a:custGeom>
              <a:avLst/>
              <a:gdLst/>
              <a:ahLst/>
              <a:cxnLst/>
              <a:rect l="l" t="t" r="r" b="b"/>
              <a:pathLst>
                <a:path w="935" h="2003" fill="none" extrusionOk="0">
                  <a:moveTo>
                    <a:pt x="0" y="1"/>
                  </a:moveTo>
                  <a:lnTo>
                    <a:pt x="934" y="2002"/>
                  </a:lnTo>
                </a:path>
              </a:pathLst>
            </a:custGeom>
            <a:noFill/>
            <a:ln w="500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3438525" y="2357175"/>
              <a:ext cx="408650" cy="348875"/>
            </a:xfrm>
            <a:custGeom>
              <a:avLst/>
              <a:gdLst/>
              <a:ahLst/>
              <a:cxnLst/>
              <a:rect l="l" t="t" r="r" b="b"/>
              <a:pathLst>
                <a:path w="16346" h="13955" extrusionOk="0">
                  <a:moveTo>
                    <a:pt x="8300" y="1"/>
                  </a:moveTo>
                  <a:cubicBezTo>
                    <a:pt x="7536" y="1"/>
                    <a:pt x="6770" y="89"/>
                    <a:pt x="6038" y="278"/>
                  </a:cubicBezTo>
                  <a:cubicBezTo>
                    <a:pt x="5804" y="345"/>
                    <a:pt x="5537" y="445"/>
                    <a:pt x="5304" y="512"/>
                  </a:cubicBezTo>
                  <a:cubicBezTo>
                    <a:pt x="4003" y="1012"/>
                    <a:pt x="2835" y="1779"/>
                    <a:pt x="1868" y="2780"/>
                  </a:cubicBezTo>
                  <a:lnTo>
                    <a:pt x="1801" y="2847"/>
                  </a:lnTo>
                  <a:lnTo>
                    <a:pt x="1601" y="3080"/>
                  </a:lnTo>
                  <a:lnTo>
                    <a:pt x="1268" y="3414"/>
                  </a:lnTo>
                  <a:cubicBezTo>
                    <a:pt x="1001" y="3714"/>
                    <a:pt x="801" y="4048"/>
                    <a:pt x="634" y="4448"/>
                  </a:cubicBezTo>
                  <a:cubicBezTo>
                    <a:pt x="567" y="4581"/>
                    <a:pt x="534" y="4748"/>
                    <a:pt x="467" y="4915"/>
                  </a:cubicBezTo>
                  <a:cubicBezTo>
                    <a:pt x="467" y="4982"/>
                    <a:pt x="434" y="5048"/>
                    <a:pt x="434" y="5115"/>
                  </a:cubicBezTo>
                  <a:lnTo>
                    <a:pt x="400" y="5082"/>
                  </a:lnTo>
                  <a:lnTo>
                    <a:pt x="400" y="5082"/>
                  </a:lnTo>
                  <a:cubicBezTo>
                    <a:pt x="0" y="7116"/>
                    <a:pt x="1468" y="9085"/>
                    <a:pt x="3536" y="9285"/>
                  </a:cubicBezTo>
                  <a:cubicBezTo>
                    <a:pt x="3680" y="9307"/>
                    <a:pt x="3825" y="9318"/>
                    <a:pt x="3970" y="9318"/>
                  </a:cubicBezTo>
                  <a:cubicBezTo>
                    <a:pt x="4259" y="9318"/>
                    <a:pt x="4548" y="9274"/>
                    <a:pt x="4837" y="9185"/>
                  </a:cubicBezTo>
                  <a:cubicBezTo>
                    <a:pt x="5237" y="9085"/>
                    <a:pt x="5637" y="8884"/>
                    <a:pt x="5971" y="8651"/>
                  </a:cubicBezTo>
                  <a:cubicBezTo>
                    <a:pt x="6405" y="8351"/>
                    <a:pt x="6738" y="7950"/>
                    <a:pt x="7005" y="7483"/>
                  </a:cubicBezTo>
                  <a:cubicBezTo>
                    <a:pt x="7038" y="7383"/>
                    <a:pt x="7105" y="7250"/>
                    <a:pt x="7172" y="7150"/>
                  </a:cubicBezTo>
                  <a:cubicBezTo>
                    <a:pt x="7305" y="6783"/>
                    <a:pt x="7539" y="6483"/>
                    <a:pt x="7839" y="6249"/>
                  </a:cubicBezTo>
                  <a:cubicBezTo>
                    <a:pt x="8106" y="6049"/>
                    <a:pt x="8373" y="5916"/>
                    <a:pt x="8706" y="5816"/>
                  </a:cubicBezTo>
                  <a:cubicBezTo>
                    <a:pt x="8806" y="5782"/>
                    <a:pt x="8940" y="5749"/>
                    <a:pt x="9073" y="5715"/>
                  </a:cubicBezTo>
                  <a:lnTo>
                    <a:pt x="9240" y="5682"/>
                  </a:lnTo>
                  <a:cubicBezTo>
                    <a:pt x="9385" y="5671"/>
                    <a:pt x="9529" y="5664"/>
                    <a:pt x="9672" y="5664"/>
                  </a:cubicBezTo>
                  <a:cubicBezTo>
                    <a:pt x="9959" y="5664"/>
                    <a:pt x="10241" y="5693"/>
                    <a:pt x="10508" y="5782"/>
                  </a:cubicBezTo>
                  <a:cubicBezTo>
                    <a:pt x="10841" y="5882"/>
                    <a:pt x="11175" y="6049"/>
                    <a:pt x="11475" y="6283"/>
                  </a:cubicBezTo>
                  <a:cubicBezTo>
                    <a:pt x="11542" y="6316"/>
                    <a:pt x="11608" y="6383"/>
                    <a:pt x="11675" y="6449"/>
                  </a:cubicBezTo>
                  <a:lnTo>
                    <a:pt x="11842" y="6616"/>
                  </a:lnTo>
                  <a:cubicBezTo>
                    <a:pt x="12075" y="6983"/>
                    <a:pt x="12275" y="7383"/>
                    <a:pt x="12342" y="7850"/>
                  </a:cubicBezTo>
                  <a:cubicBezTo>
                    <a:pt x="12442" y="8417"/>
                    <a:pt x="12409" y="9051"/>
                    <a:pt x="12242" y="9618"/>
                  </a:cubicBezTo>
                  <a:lnTo>
                    <a:pt x="12242" y="9652"/>
                  </a:lnTo>
                  <a:cubicBezTo>
                    <a:pt x="12242" y="9685"/>
                    <a:pt x="12242" y="9685"/>
                    <a:pt x="12242" y="9718"/>
                  </a:cubicBezTo>
                  <a:cubicBezTo>
                    <a:pt x="12075" y="10252"/>
                    <a:pt x="11775" y="10752"/>
                    <a:pt x="11341" y="11153"/>
                  </a:cubicBezTo>
                  <a:lnTo>
                    <a:pt x="11275" y="11186"/>
                  </a:lnTo>
                  <a:lnTo>
                    <a:pt x="11175" y="11253"/>
                  </a:lnTo>
                  <a:cubicBezTo>
                    <a:pt x="11008" y="11353"/>
                    <a:pt x="10808" y="11453"/>
                    <a:pt x="10641" y="11520"/>
                  </a:cubicBezTo>
                  <a:cubicBezTo>
                    <a:pt x="10485" y="11559"/>
                    <a:pt x="10317" y="11575"/>
                    <a:pt x="10151" y="11575"/>
                  </a:cubicBezTo>
                  <a:cubicBezTo>
                    <a:pt x="10034" y="11575"/>
                    <a:pt x="9918" y="11567"/>
                    <a:pt x="9807" y="11553"/>
                  </a:cubicBezTo>
                  <a:lnTo>
                    <a:pt x="9640" y="11553"/>
                  </a:lnTo>
                  <a:cubicBezTo>
                    <a:pt x="9575" y="11542"/>
                    <a:pt x="9511" y="11537"/>
                    <a:pt x="9450" y="11537"/>
                  </a:cubicBezTo>
                  <a:cubicBezTo>
                    <a:pt x="8358" y="11537"/>
                    <a:pt x="7970" y="13147"/>
                    <a:pt x="9107" y="13621"/>
                  </a:cubicBezTo>
                  <a:cubicBezTo>
                    <a:pt x="9307" y="13688"/>
                    <a:pt x="9507" y="13755"/>
                    <a:pt x="9740" y="13821"/>
                  </a:cubicBezTo>
                  <a:cubicBezTo>
                    <a:pt x="10107" y="13888"/>
                    <a:pt x="10441" y="13955"/>
                    <a:pt x="10808" y="13955"/>
                  </a:cubicBezTo>
                  <a:lnTo>
                    <a:pt x="11175" y="13955"/>
                  </a:lnTo>
                  <a:cubicBezTo>
                    <a:pt x="11675" y="13921"/>
                    <a:pt x="12175" y="13788"/>
                    <a:pt x="12642" y="13588"/>
                  </a:cubicBezTo>
                  <a:cubicBezTo>
                    <a:pt x="13209" y="13321"/>
                    <a:pt x="13710" y="12954"/>
                    <a:pt x="14143" y="12554"/>
                  </a:cubicBezTo>
                  <a:cubicBezTo>
                    <a:pt x="14377" y="12320"/>
                    <a:pt x="14610" y="12087"/>
                    <a:pt x="14777" y="11820"/>
                  </a:cubicBezTo>
                  <a:cubicBezTo>
                    <a:pt x="14944" y="11620"/>
                    <a:pt x="15111" y="11386"/>
                    <a:pt x="15244" y="11153"/>
                  </a:cubicBezTo>
                  <a:cubicBezTo>
                    <a:pt x="15411" y="10886"/>
                    <a:pt x="15578" y="10552"/>
                    <a:pt x="15711" y="10252"/>
                  </a:cubicBezTo>
                  <a:cubicBezTo>
                    <a:pt x="15778" y="10052"/>
                    <a:pt x="15878" y="9818"/>
                    <a:pt x="15945" y="9585"/>
                  </a:cubicBezTo>
                  <a:cubicBezTo>
                    <a:pt x="16112" y="9018"/>
                    <a:pt x="16245" y="8451"/>
                    <a:pt x="16278" y="7850"/>
                  </a:cubicBezTo>
                  <a:cubicBezTo>
                    <a:pt x="16345" y="6983"/>
                    <a:pt x="16278" y="6149"/>
                    <a:pt x="16045" y="5315"/>
                  </a:cubicBezTo>
                  <a:cubicBezTo>
                    <a:pt x="15911" y="4915"/>
                    <a:pt x="15778" y="4515"/>
                    <a:pt x="15578" y="4148"/>
                  </a:cubicBezTo>
                  <a:cubicBezTo>
                    <a:pt x="15411" y="3781"/>
                    <a:pt x="15178" y="3447"/>
                    <a:pt x="14944" y="3114"/>
                  </a:cubicBezTo>
                  <a:cubicBezTo>
                    <a:pt x="14377" y="2380"/>
                    <a:pt x="13676" y="1746"/>
                    <a:pt x="12909" y="1279"/>
                  </a:cubicBezTo>
                  <a:cubicBezTo>
                    <a:pt x="12576" y="1079"/>
                    <a:pt x="12242" y="912"/>
                    <a:pt x="11909" y="745"/>
                  </a:cubicBezTo>
                  <a:cubicBezTo>
                    <a:pt x="11175" y="412"/>
                    <a:pt x="10441" y="212"/>
                    <a:pt x="9674" y="111"/>
                  </a:cubicBezTo>
                  <a:cubicBezTo>
                    <a:pt x="9540" y="78"/>
                    <a:pt x="9373" y="45"/>
                    <a:pt x="9240" y="45"/>
                  </a:cubicBezTo>
                  <a:cubicBezTo>
                    <a:pt x="8929" y="16"/>
                    <a:pt x="8615" y="1"/>
                    <a:pt x="83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3682025" y="2637650"/>
              <a:ext cx="38375" cy="68400"/>
            </a:xfrm>
            <a:custGeom>
              <a:avLst/>
              <a:gdLst/>
              <a:ahLst/>
              <a:cxnLst/>
              <a:rect l="l" t="t" r="r" b="b"/>
              <a:pathLst>
                <a:path w="1535" h="2736" extrusionOk="0">
                  <a:moveTo>
                    <a:pt x="1535" y="0"/>
                  </a:moveTo>
                  <a:lnTo>
                    <a:pt x="1435" y="67"/>
                  </a:lnTo>
                  <a:cubicBezTo>
                    <a:pt x="1268" y="201"/>
                    <a:pt x="1068" y="267"/>
                    <a:pt x="901" y="334"/>
                  </a:cubicBezTo>
                  <a:cubicBezTo>
                    <a:pt x="745" y="373"/>
                    <a:pt x="577" y="389"/>
                    <a:pt x="411" y="389"/>
                  </a:cubicBezTo>
                  <a:cubicBezTo>
                    <a:pt x="294" y="389"/>
                    <a:pt x="178" y="381"/>
                    <a:pt x="67" y="367"/>
                  </a:cubicBezTo>
                  <a:lnTo>
                    <a:pt x="0" y="2602"/>
                  </a:lnTo>
                  <a:cubicBezTo>
                    <a:pt x="367" y="2702"/>
                    <a:pt x="701" y="2736"/>
                    <a:pt x="1068" y="2736"/>
                  </a:cubicBezTo>
                  <a:lnTo>
                    <a:pt x="1435" y="2736"/>
                  </a:lnTo>
                  <a:lnTo>
                    <a:pt x="15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3536925" y="2359950"/>
              <a:ext cx="302725" cy="292725"/>
            </a:xfrm>
            <a:custGeom>
              <a:avLst/>
              <a:gdLst/>
              <a:ahLst/>
              <a:cxnLst/>
              <a:rect l="l" t="t" r="r" b="b"/>
              <a:pathLst>
                <a:path w="12109" h="11709" extrusionOk="0">
                  <a:moveTo>
                    <a:pt x="5738" y="0"/>
                  </a:moveTo>
                  <a:lnTo>
                    <a:pt x="5337" y="5604"/>
                  </a:lnTo>
                  <a:cubicBezTo>
                    <a:pt x="5482" y="5593"/>
                    <a:pt x="5623" y="5586"/>
                    <a:pt x="5762" y="5586"/>
                  </a:cubicBezTo>
                  <a:cubicBezTo>
                    <a:pt x="6042" y="5586"/>
                    <a:pt x="6316" y="5616"/>
                    <a:pt x="6605" y="5705"/>
                  </a:cubicBezTo>
                  <a:cubicBezTo>
                    <a:pt x="6938" y="5805"/>
                    <a:pt x="7272" y="5971"/>
                    <a:pt x="7572" y="6205"/>
                  </a:cubicBezTo>
                  <a:lnTo>
                    <a:pt x="7973" y="634"/>
                  </a:lnTo>
                  <a:cubicBezTo>
                    <a:pt x="7272" y="301"/>
                    <a:pt x="6505" y="101"/>
                    <a:pt x="5738" y="0"/>
                  </a:cubicBezTo>
                  <a:close/>
                  <a:moveTo>
                    <a:pt x="2102" y="167"/>
                  </a:moveTo>
                  <a:cubicBezTo>
                    <a:pt x="1868" y="234"/>
                    <a:pt x="1601" y="334"/>
                    <a:pt x="1368" y="401"/>
                  </a:cubicBezTo>
                  <a:cubicBezTo>
                    <a:pt x="901" y="568"/>
                    <a:pt x="434" y="801"/>
                    <a:pt x="0" y="1035"/>
                  </a:cubicBezTo>
                  <a:lnTo>
                    <a:pt x="3069" y="7439"/>
                  </a:lnTo>
                  <a:cubicBezTo>
                    <a:pt x="3136" y="7306"/>
                    <a:pt x="3202" y="7172"/>
                    <a:pt x="3236" y="7072"/>
                  </a:cubicBezTo>
                  <a:cubicBezTo>
                    <a:pt x="3403" y="6705"/>
                    <a:pt x="3636" y="6405"/>
                    <a:pt x="3936" y="6172"/>
                  </a:cubicBezTo>
                  <a:cubicBezTo>
                    <a:pt x="4170" y="5971"/>
                    <a:pt x="4470" y="5838"/>
                    <a:pt x="4770" y="5738"/>
                  </a:cubicBezTo>
                  <a:lnTo>
                    <a:pt x="2102" y="167"/>
                  </a:lnTo>
                  <a:close/>
                  <a:moveTo>
                    <a:pt x="11008" y="3003"/>
                  </a:moveTo>
                  <a:lnTo>
                    <a:pt x="7906" y="6538"/>
                  </a:lnTo>
                  <a:cubicBezTo>
                    <a:pt x="8173" y="6905"/>
                    <a:pt x="8339" y="7306"/>
                    <a:pt x="8440" y="7773"/>
                  </a:cubicBezTo>
                  <a:cubicBezTo>
                    <a:pt x="8506" y="8340"/>
                    <a:pt x="8473" y="8974"/>
                    <a:pt x="8306" y="9541"/>
                  </a:cubicBezTo>
                  <a:lnTo>
                    <a:pt x="12109" y="5204"/>
                  </a:lnTo>
                  <a:cubicBezTo>
                    <a:pt x="11975" y="4804"/>
                    <a:pt x="11842" y="4404"/>
                    <a:pt x="11642" y="4037"/>
                  </a:cubicBezTo>
                  <a:cubicBezTo>
                    <a:pt x="11475" y="3670"/>
                    <a:pt x="11242" y="3336"/>
                    <a:pt x="11008" y="3003"/>
                  </a:cubicBezTo>
                  <a:close/>
                  <a:moveTo>
                    <a:pt x="8306" y="9641"/>
                  </a:moveTo>
                  <a:cubicBezTo>
                    <a:pt x="8139" y="10174"/>
                    <a:pt x="7839" y="10675"/>
                    <a:pt x="7405" y="11075"/>
                  </a:cubicBezTo>
                  <a:lnTo>
                    <a:pt x="7239" y="11175"/>
                  </a:lnTo>
                  <a:lnTo>
                    <a:pt x="10841" y="11709"/>
                  </a:lnTo>
                  <a:cubicBezTo>
                    <a:pt x="11008" y="11509"/>
                    <a:pt x="11175" y="11275"/>
                    <a:pt x="11308" y="11042"/>
                  </a:cubicBezTo>
                  <a:cubicBezTo>
                    <a:pt x="11475" y="10775"/>
                    <a:pt x="11642" y="10441"/>
                    <a:pt x="11775" y="10141"/>
                  </a:cubicBezTo>
                  <a:lnTo>
                    <a:pt x="8306" y="96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3450200" y="2426675"/>
              <a:ext cx="138450" cy="164600"/>
            </a:xfrm>
            <a:custGeom>
              <a:avLst/>
              <a:gdLst/>
              <a:ahLst/>
              <a:cxnLst/>
              <a:rect l="l" t="t" r="r" b="b"/>
              <a:pathLst>
                <a:path w="5538" h="6584" extrusionOk="0">
                  <a:moveTo>
                    <a:pt x="1401" y="0"/>
                  </a:moveTo>
                  <a:lnTo>
                    <a:pt x="1334" y="67"/>
                  </a:lnTo>
                  <a:lnTo>
                    <a:pt x="1134" y="300"/>
                  </a:lnTo>
                  <a:lnTo>
                    <a:pt x="801" y="634"/>
                  </a:lnTo>
                  <a:cubicBezTo>
                    <a:pt x="534" y="934"/>
                    <a:pt x="334" y="1268"/>
                    <a:pt x="167" y="1668"/>
                  </a:cubicBezTo>
                  <a:cubicBezTo>
                    <a:pt x="100" y="1801"/>
                    <a:pt x="67" y="1968"/>
                    <a:pt x="0" y="2135"/>
                  </a:cubicBezTo>
                  <a:lnTo>
                    <a:pt x="3102" y="6571"/>
                  </a:lnTo>
                  <a:cubicBezTo>
                    <a:pt x="3205" y="6579"/>
                    <a:pt x="3307" y="6583"/>
                    <a:pt x="3409" y="6583"/>
                  </a:cubicBezTo>
                  <a:cubicBezTo>
                    <a:pt x="3739" y="6583"/>
                    <a:pt x="4064" y="6540"/>
                    <a:pt x="4370" y="6438"/>
                  </a:cubicBezTo>
                  <a:cubicBezTo>
                    <a:pt x="4803" y="6338"/>
                    <a:pt x="5170" y="6138"/>
                    <a:pt x="5537" y="5904"/>
                  </a:cubicBezTo>
                  <a:lnTo>
                    <a:pt x="14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3240875" y="2366625"/>
              <a:ext cx="158475" cy="157625"/>
            </a:xfrm>
            <a:custGeom>
              <a:avLst/>
              <a:gdLst/>
              <a:ahLst/>
              <a:cxnLst/>
              <a:rect l="l" t="t" r="r" b="b"/>
              <a:pathLst>
                <a:path w="6339" h="6305" extrusionOk="0">
                  <a:moveTo>
                    <a:pt x="0" y="0"/>
                  </a:moveTo>
                  <a:lnTo>
                    <a:pt x="0" y="6305"/>
                  </a:lnTo>
                  <a:lnTo>
                    <a:pt x="6338" y="6305"/>
                  </a:lnTo>
                  <a:lnTo>
                    <a:pt x="63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3240875" y="2466700"/>
              <a:ext cx="158475" cy="57550"/>
            </a:xfrm>
            <a:custGeom>
              <a:avLst/>
              <a:gdLst/>
              <a:ahLst/>
              <a:cxnLst/>
              <a:rect l="l" t="t" r="r" b="b"/>
              <a:pathLst>
                <a:path w="6339" h="2302" extrusionOk="0">
                  <a:moveTo>
                    <a:pt x="0" y="0"/>
                  </a:moveTo>
                  <a:lnTo>
                    <a:pt x="0" y="2302"/>
                  </a:lnTo>
                  <a:lnTo>
                    <a:pt x="6338" y="2302"/>
                  </a:lnTo>
                  <a:lnTo>
                    <a:pt x="63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3320100" y="2050550"/>
              <a:ext cx="157625" cy="158475"/>
            </a:xfrm>
            <a:custGeom>
              <a:avLst/>
              <a:gdLst/>
              <a:ahLst/>
              <a:cxnLst/>
              <a:rect l="l" t="t" r="r" b="b"/>
              <a:pathLst>
                <a:path w="6305" h="6339" extrusionOk="0">
                  <a:moveTo>
                    <a:pt x="0" y="1"/>
                  </a:moveTo>
                  <a:lnTo>
                    <a:pt x="0" y="6339"/>
                  </a:lnTo>
                  <a:lnTo>
                    <a:pt x="6305" y="6339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3320100" y="2150625"/>
              <a:ext cx="157625" cy="58400"/>
            </a:xfrm>
            <a:custGeom>
              <a:avLst/>
              <a:gdLst/>
              <a:ahLst/>
              <a:cxnLst/>
              <a:rect l="l" t="t" r="r" b="b"/>
              <a:pathLst>
                <a:path w="6305" h="2336" extrusionOk="0">
                  <a:moveTo>
                    <a:pt x="0" y="1"/>
                  </a:moveTo>
                  <a:lnTo>
                    <a:pt x="0" y="2336"/>
                  </a:lnTo>
                  <a:lnTo>
                    <a:pt x="6305" y="2336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3083250" y="2171475"/>
              <a:ext cx="157650" cy="157650"/>
            </a:xfrm>
            <a:custGeom>
              <a:avLst/>
              <a:gdLst/>
              <a:ahLst/>
              <a:cxnLst/>
              <a:rect l="l" t="t" r="r" b="b"/>
              <a:pathLst>
                <a:path w="6306" h="6306" extrusionOk="0">
                  <a:moveTo>
                    <a:pt x="1" y="1"/>
                  </a:moveTo>
                  <a:lnTo>
                    <a:pt x="1" y="6305"/>
                  </a:lnTo>
                  <a:lnTo>
                    <a:pt x="6305" y="6305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3083250" y="2271550"/>
              <a:ext cx="157650" cy="57575"/>
            </a:xfrm>
            <a:custGeom>
              <a:avLst/>
              <a:gdLst/>
              <a:ahLst/>
              <a:cxnLst/>
              <a:rect l="l" t="t" r="r" b="b"/>
              <a:pathLst>
                <a:path w="6306" h="2303" extrusionOk="0">
                  <a:moveTo>
                    <a:pt x="1" y="1"/>
                  </a:moveTo>
                  <a:lnTo>
                    <a:pt x="1" y="2302"/>
                  </a:lnTo>
                  <a:lnTo>
                    <a:pt x="6305" y="2302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083250" y="2328250"/>
              <a:ext cx="157650" cy="158475"/>
            </a:xfrm>
            <a:custGeom>
              <a:avLst/>
              <a:gdLst/>
              <a:ahLst/>
              <a:cxnLst/>
              <a:rect l="l" t="t" r="r" b="b"/>
              <a:pathLst>
                <a:path w="6306" h="6339" extrusionOk="0">
                  <a:moveTo>
                    <a:pt x="1" y="1"/>
                  </a:moveTo>
                  <a:lnTo>
                    <a:pt x="1" y="6339"/>
                  </a:lnTo>
                  <a:lnTo>
                    <a:pt x="6305" y="6339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3083250" y="2428325"/>
              <a:ext cx="157650" cy="57575"/>
            </a:xfrm>
            <a:custGeom>
              <a:avLst/>
              <a:gdLst/>
              <a:ahLst/>
              <a:cxnLst/>
              <a:rect l="l" t="t" r="r" b="b"/>
              <a:pathLst>
                <a:path w="6306" h="2303" extrusionOk="0">
                  <a:moveTo>
                    <a:pt x="1" y="1"/>
                  </a:moveTo>
                  <a:lnTo>
                    <a:pt x="1" y="2302"/>
                  </a:lnTo>
                  <a:lnTo>
                    <a:pt x="6305" y="2302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3162475" y="2050550"/>
              <a:ext cx="157650" cy="158475"/>
            </a:xfrm>
            <a:custGeom>
              <a:avLst/>
              <a:gdLst/>
              <a:ahLst/>
              <a:cxnLst/>
              <a:rect l="l" t="t" r="r" b="b"/>
              <a:pathLst>
                <a:path w="6306" h="6339" extrusionOk="0">
                  <a:moveTo>
                    <a:pt x="1" y="1"/>
                  </a:moveTo>
                  <a:lnTo>
                    <a:pt x="1" y="6339"/>
                  </a:lnTo>
                  <a:lnTo>
                    <a:pt x="6305" y="6339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62475" y="2150625"/>
              <a:ext cx="157650" cy="58400"/>
            </a:xfrm>
            <a:custGeom>
              <a:avLst/>
              <a:gdLst/>
              <a:ahLst/>
              <a:cxnLst/>
              <a:rect l="l" t="t" r="r" b="b"/>
              <a:pathLst>
                <a:path w="6306" h="2336" extrusionOk="0">
                  <a:moveTo>
                    <a:pt x="1" y="1"/>
                  </a:moveTo>
                  <a:lnTo>
                    <a:pt x="1" y="2336"/>
                  </a:lnTo>
                  <a:lnTo>
                    <a:pt x="6305" y="2336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3240875" y="2208175"/>
              <a:ext cx="158475" cy="158475"/>
            </a:xfrm>
            <a:custGeom>
              <a:avLst/>
              <a:gdLst/>
              <a:ahLst/>
              <a:cxnLst/>
              <a:rect l="l" t="t" r="r" b="b"/>
              <a:pathLst>
                <a:path w="6339" h="6339" extrusionOk="0">
                  <a:moveTo>
                    <a:pt x="0" y="0"/>
                  </a:moveTo>
                  <a:lnTo>
                    <a:pt x="0" y="6338"/>
                  </a:lnTo>
                  <a:lnTo>
                    <a:pt x="6338" y="6338"/>
                  </a:lnTo>
                  <a:lnTo>
                    <a:pt x="63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3240875" y="2308250"/>
              <a:ext cx="158475" cy="58400"/>
            </a:xfrm>
            <a:custGeom>
              <a:avLst/>
              <a:gdLst/>
              <a:ahLst/>
              <a:cxnLst/>
              <a:rect l="l" t="t" r="r" b="b"/>
              <a:pathLst>
                <a:path w="6339" h="2336" extrusionOk="0">
                  <a:moveTo>
                    <a:pt x="0" y="0"/>
                  </a:moveTo>
                  <a:lnTo>
                    <a:pt x="0" y="2335"/>
                  </a:lnTo>
                  <a:lnTo>
                    <a:pt x="6338" y="2335"/>
                  </a:lnTo>
                  <a:lnTo>
                    <a:pt x="63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3240875" y="2524225"/>
              <a:ext cx="158475" cy="157650"/>
            </a:xfrm>
            <a:custGeom>
              <a:avLst/>
              <a:gdLst/>
              <a:ahLst/>
              <a:cxnLst/>
              <a:rect l="l" t="t" r="r" b="b"/>
              <a:pathLst>
                <a:path w="6339" h="6306" extrusionOk="0">
                  <a:moveTo>
                    <a:pt x="0" y="1"/>
                  </a:moveTo>
                  <a:lnTo>
                    <a:pt x="0" y="6305"/>
                  </a:lnTo>
                  <a:lnTo>
                    <a:pt x="6338" y="6305"/>
                  </a:lnTo>
                  <a:lnTo>
                    <a:pt x="63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3240875" y="2624300"/>
              <a:ext cx="158475" cy="57575"/>
            </a:xfrm>
            <a:custGeom>
              <a:avLst/>
              <a:gdLst/>
              <a:ahLst/>
              <a:cxnLst/>
              <a:rect l="l" t="t" r="r" b="b"/>
              <a:pathLst>
                <a:path w="6339" h="2303" extrusionOk="0">
                  <a:moveTo>
                    <a:pt x="0" y="1"/>
                  </a:moveTo>
                  <a:lnTo>
                    <a:pt x="0" y="2302"/>
                  </a:lnTo>
                  <a:lnTo>
                    <a:pt x="6338" y="2302"/>
                  </a:lnTo>
                  <a:lnTo>
                    <a:pt x="63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3083250" y="2485875"/>
              <a:ext cx="157650" cy="157625"/>
            </a:xfrm>
            <a:custGeom>
              <a:avLst/>
              <a:gdLst/>
              <a:ahLst/>
              <a:cxnLst/>
              <a:rect l="l" t="t" r="r" b="b"/>
              <a:pathLst>
                <a:path w="6306" h="6305" extrusionOk="0">
                  <a:moveTo>
                    <a:pt x="1" y="0"/>
                  </a:moveTo>
                  <a:lnTo>
                    <a:pt x="1" y="6305"/>
                  </a:lnTo>
                  <a:lnTo>
                    <a:pt x="6305" y="6305"/>
                  </a:lnTo>
                  <a:lnTo>
                    <a:pt x="63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5"/>
            <p:cNvSpPr/>
            <p:nvPr/>
          </p:nvSpPr>
          <p:spPr>
            <a:xfrm>
              <a:off x="3083250" y="2585950"/>
              <a:ext cx="157650" cy="58400"/>
            </a:xfrm>
            <a:custGeom>
              <a:avLst/>
              <a:gdLst/>
              <a:ahLst/>
              <a:cxnLst/>
              <a:rect l="l" t="t" r="r" b="b"/>
              <a:pathLst>
                <a:path w="6306" h="2336" extrusionOk="0">
                  <a:moveTo>
                    <a:pt x="1" y="0"/>
                  </a:moveTo>
                  <a:lnTo>
                    <a:pt x="1" y="2335"/>
                  </a:lnTo>
                  <a:lnTo>
                    <a:pt x="6305" y="2335"/>
                  </a:lnTo>
                  <a:lnTo>
                    <a:pt x="63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3440175" y="1851850"/>
              <a:ext cx="155975" cy="211875"/>
            </a:xfrm>
            <a:custGeom>
              <a:avLst/>
              <a:gdLst/>
              <a:ahLst/>
              <a:cxnLst/>
              <a:rect l="l" t="t" r="r" b="b"/>
              <a:pathLst>
                <a:path w="6239" h="8475" extrusionOk="0">
                  <a:moveTo>
                    <a:pt x="2522" y="0"/>
                  </a:moveTo>
                  <a:cubicBezTo>
                    <a:pt x="2090" y="0"/>
                    <a:pt x="1663" y="126"/>
                    <a:pt x="1302" y="377"/>
                  </a:cubicBezTo>
                  <a:cubicBezTo>
                    <a:pt x="1202" y="444"/>
                    <a:pt x="1135" y="477"/>
                    <a:pt x="1068" y="544"/>
                  </a:cubicBezTo>
                  <a:cubicBezTo>
                    <a:pt x="968" y="644"/>
                    <a:pt x="868" y="744"/>
                    <a:pt x="768" y="877"/>
                  </a:cubicBezTo>
                  <a:cubicBezTo>
                    <a:pt x="701" y="944"/>
                    <a:pt x="635" y="1044"/>
                    <a:pt x="601" y="1111"/>
                  </a:cubicBezTo>
                  <a:cubicBezTo>
                    <a:pt x="568" y="1211"/>
                    <a:pt x="501" y="1278"/>
                    <a:pt x="468" y="1378"/>
                  </a:cubicBezTo>
                  <a:cubicBezTo>
                    <a:pt x="434" y="1444"/>
                    <a:pt x="401" y="1478"/>
                    <a:pt x="401" y="1511"/>
                  </a:cubicBezTo>
                  <a:cubicBezTo>
                    <a:pt x="334" y="1711"/>
                    <a:pt x="301" y="1911"/>
                    <a:pt x="268" y="2145"/>
                  </a:cubicBezTo>
                  <a:cubicBezTo>
                    <a:pt x="1" y="3312"/>
                    <a:pt x="101" y="4513"/>
                    <a:pt x="601" y="5614"/>
                  </a:cubicBezTo>
                  <a:lnTo>
                    <a:pt x="601" y="5647"/>
                  </a:lnTo>
                  <a:cubicBezTo>
                    <a:pt x="701" y="5881"/>
                    <a:pt x="801" y="6081"/>
                    <a:pt x="935" y="6314"/>
                  </a:cubicBezTo>
                  <a:lnTo>
                    <a:pt x="1235" y="6948"/>
                  </a:lnTo>
                  <a:lnTo>
                    <a:pt x="1335" y="6882"/>
                  </a:lnTo>
                  <a:cubicBezTo>
                    <a:pt x="1335" y="6915"/>
                    <a:pt x="1368" y="6948"/>
                    <a:pt x="1402" y="6982"/>
                  </a:cubicBezTo>
                  <a:cubicBezTo>
                    <a:pt x="1435" y="7048"/>
                    <a:pt x="1468" y="7082"/>
                    <a:pt x="1502" y="7115"/>
                  </a:cubicBezTo>
                  <a:lnTo>
                    <a:pt x="2036" y="7682"/>
                  </a:lnTo>
                  <a:cubicBezTo>
                    <a:pt x="2302" y="7982"/>
                    <a:pt x="2603" y="8216"/>
                    <a:pt x="2970" y="8349"/>
                  </a:cubicBezTo>
                  <a:cubicBezTo>
                    <a:pt x="3070" y="8383"/>
                    <a:pt x="3170" y="8416"/>
                    <a:pt x="3270" y="8416"/>
                  </a:cubicBezTo>
                  <a:lnTo>
                    <a:pt x="3336" y="8449"/>
                  </a:lnTo>
                  <a:lnTo>
                    <a:pt x="3503" y="8449"/>
                  </a:lnTo>
                  <a:cubicBezTo>
                    <a:pt x="3587" y="8466"/>
                    <a:pt x="3662" y="8474"/>
                    <a:pt x="3737" y="8474"/>
                  </a:cubicBezTo>
                  <a:cubicBezTo>
                    <a:pt x="3812" y="8474"/>
                    <a:pt x="3887" y="8466"/>
                    <a:pt x="3970" y="8449"/>
                  </a:cubicBezTo>
                  <a:cubicBezTo>
                    <a:pt x="3803" y="8383"/>
                    <a:pt x="3637" y="8283"/>
                    <a:pt x="3503" y="8149"/>
                  </a:cubicBezTo>
                  <a:lnTo>
                    <a:pt x="3070" y="7615"/>
                  </a:lnTo>
                  <a:cubicBezTo>
                    <a:pt x="2136" y="6548"/>
                    <a:pt x="1869" y="5080"/>
                    <a:pt x="2302" y="3746"/>
                  </a:cubicBezTo>
                  <a:cubicBezTo>
                    <a:pt x="2336" y="3646"/>
                    <a:pt x="2402" y="3546"/>
                    <a:pt x="2469" y="3446"/>
                  </a:cubicBezTo>
                  <a:cubicBezTo>
                    <a:pt x="2669" y="3212"/>
                    <a:pt x="2936" y="3045"/>
                    <a:pt x="3203" y="3012"/>
                  </a:cubicBezTo>
                  <a:lnTo>
                    <a:pt x="3437" y="3012"/>
                  </a:lnTo>
                  <a:cubicBezTo>
                    <a:pt x="3703" y="3012"/>
                    <a:pt x="3937" y="3112"/>
                    <a:pt x="4137" y="3279"/>
                  </a:cubicBezTo>
                  <a:cubicBezTo>
                    <a:pt x="4170" y="3312"/>
                    <a:pt x="4204" y="3379"/>
                    <a:pt x="4270" y="3412"/>
                  </a:cubicBezTo>
                  <a:lnTo>
                    <a:pt x="4704" y="3946"/>
                  </a:lnTo>
                  <a:cubicBezTo>
                    <a:pt x="4804" y="4046"/>
                    <a:pt x="4904" y="4180"/>
                    <a:pt x="5004" y="4313"/>
                  </a:cubicBezTo>
                  <a:cubicBezTo>
                    <a:pt x="5638" y="5314"/>
                    <a:pt x="5838" y="6515"/>
                    <a:pt x="5505" y="7649"/>
                  </a:cubicBezTo>
                  <a:lnTo>
                    <a:pt x="5538" y="7615"/>
                  </a:lnTo>
                  <a:lnTo>
                    <a:pt x="5571" y="7549"/>
                  </a:lnTo>
                  <a:cubicBezTo>
                    <a:pt x="5705" y="7382"/>
                    <a:pt x="5772" y="7215"/>
                    <a:pt x="5838" y="7015"/>
                  </a:cubicBezTo>
                  <a:cubicBezTo>
                    <a:pt x="6205" y="5948"/>
                    <a:pt x="6239" y="4780"/>
                    <a:pt x="5938" y="3679"/>
                  </a:cubicBezTo>
                  <a:lnTo>
                    <a:pt x="6038" y="3646"/>
                  </a:lnTo>
                  <a:lnTo>
                    <a:pt x="5872" y="3412"/>
                  </a:lnTo>
                  <a:cubicBezTo>
                    <a:pt x="5838" y="3312"/>
                    <a:pt x="5805" y="3246"/>
                    <a:pt x="5805" y="3146"/>
                  </a:cubicBezTo>
                  <a:cubicBezTo>
                    <a:pt x="5571" y="2512"/>
                    <a:pt x="5204" y="1945"/>
                    <a:pt x="4771" y="1444"/>
                  </a:cubicBezTo>
                  <a:lnTo>
                    <a:pt x="4204" y="777"/>
                  </a:lnTo>
                  <a:cubicBezTo>
                    <a:pt x="4204" y="777"/>
                    <a:pt x="4204" y="744"/>
                    <a:pt x="4170" y="744"/>
                  </a:cubicBezTo>
                  <a:cubicBezTo>
                    <a:pt x="4137" y="710"/>
                    <a:pt x="4104" y="677"/>
                    <a:pt x="4104" y="644"/>
                  </a:cubicBezTo>
                  <a:cubicBezTo>
                    <a:pt x="4070" y="644"/>
                    <a:pt x="4037" y="610"/>
                    <a:pt x="4037" y="610"/>
                  </a:cubicBezTo>
                  <a:lnTo>
                    <a:pt x="4037" y="577"/>
                  </a:lnTo>
                  <a:cubicBezTo>
                    <a:pt x="3970" y="544"/>
                    <a:pt x="3937" y="510"/>
                    <a:pt x="3904" y="477"/>
                  </a:cubicBezTo>
                  <a:cubicBezTo>
                    <a:pt x="3497" y="159"/>
                    <a:pt x="3007" y="0"/>
                    <a:pt x="2522" y="0"/>
                  </a:cubicBezTo>
                  <a:close/>
                </a:path>
              </a:pathLst>
            </a:custGeom>
            <a:solidFill>
              <a:srgbClr val="7D9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5"/>
            <p:cNvSpPr/>
            <p:nvPr/>
          </p:nvSpPr>
          <p:spPr>
            <a:xfrm>
              <a:off x="3577775" y="204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5"/>
            <p:cNvSpPr/>
            <p:nvPr/>
          </p:nvSpPr>
          <p:spPr>
            <a:xfrm>
              <a:off x="3440175" y="1851850"/>
              <a:ext cx="155975" cy="211875"/>
            </a:xfrm>
            <a:custGeom>
              <a:avLst/>
              <a:gdLst/>
              <a:ahLst/>
              <a:cxnLst/>
              <a:rect l="l" t="t" r="r" b="b"/>
              <a:pathLst>
                <a:path w="6239" h="8475" extrusionOk="0">
                  <a:moveTo>
                    <a:pt x="2535" y="0"/>
                  </a:moveTo>
                  <a:cubicBezTo>
                    <a:pt x="2107" y="0"/>
                    <a:pt x="1678" y="126"/>
                    <a:pt x="1302" y="377"/>
                  </a:cubicBezTo>
                  <a:cubicBezTo>
                    <a:pt x="1202" y="444"/>
                    <a:pt x="1135" y="477"/>
                    <a:pt x="1068" y="544"/>
                  </a:cubicBezTo>
                  <a:cubicBezTo>
                    <a:pt x="968" y="644"/>
                    <a:pt x="868" y="744"/>
                    <a:pt x="768" y="877"/>
                  </a:cubicBezTo>
                  <a:cubicBezTo>
                    <a:pt x="701" y="944"/>
                    <a:pt x="668" y="1044"/>
                    <a:pt x="601" y="1111"/>
                  </a:cubicBezTo>
                  <a:cubicBezTo>
                    <a:pt x="568" y="1211"/>
                    <a:pt x="501" y="1278"/>
                    <a:pt x="468" y="1378"/>
                  </a:cubicBezTo>
                  <a:lnTo>
                    <a:pt x="434" y="1511"/>
                  </a:lnTo>
                  <a:cubicBezTo>
                    <a:pt x="368" y="1711"/>
                    <a:pt x="301" y="1945"/>
                    <a:pt x="268" y="2145"/>
                  </a:cubicBezTo>
                  <a:cubicBezTo>
                    <a:pt x="1" y="3312"/>
                    <a:pt x="134" y="4513"/>
                    <a:pt x="601" y="5614"/>
                  </a:cubicBezTo>
                  <a:lnTo>
                    <a:pt x="601" y="5647"/>
                  </a:lnTo>
                  <a:cubicBezTo>
                    <a:pt x="701" y="5881"/>
                    <a:pt x="801" y="6081"/>
                    <a:pt x="935" y="6314"/>
                  </a:cubicBezTo>
                  <a:lnTo>
                    <a:pt x="1268" y="6948"/>
                  </a:lnTo>
                  <a:lnTo>
                    <a:pt x="1335" y="6882"/>
                  </a:lnTo>
                  <a:cubicBezTo>
                    <a:pt x="1368" y="6915"/>
                    <a:pt x="1368" y="6948"/>
                    <a:pt x="1402" y="6982"/>
                  </a:cubicBezTo>
                  <a:cubicBezTo>
                    <a:pt x="1435" y="7048"/>
                    <a:pt x="1468" y="7082"/>
                    <a:pt x="1502" y="7115"/>
                  </a:cubicBezTo>
                  <a:lnTo>
                    <a:pt x="2036" y="7682"/>
                  </a:lnTo>
                  <a:cubicBezTo>
                    <a:pt x="2302" y="7982"/>
                    <a:pt x="2603" y="8216"/>
                    <a:pt x="2970" y="8349"/>
                  </a:cubicBezTo>
                  <a:cubicBezTo>
                    <a:pt x="3070" y="8383"/>
                    <a:pt x="3170" y="8416"/>
                    <a:pt x="3270" y="8416"/>
                  </a:cubicBezTo>
                  <a:lnTo>
                    <a:pt x="3336" y="8449"/>
                  </a:lnTo>
                  <a:lnTo>
                    <a:pt x="3503" y="8449"/>
                  </a:lnTo>
                  <a:cubicBezTo>
                    <a:pt x="3587" y="8466"/>
                    <a:pt x="3662" y="8474"/>
                    <a:pt x="3737" y="8474"/>
                  </a:cubicBezTo>
                  <a:cubicBezTo>
                    <a:pt x="3812" y="8474"/>
                    <a:pt x="3887" y="8466"/>
                    <a:pt x="3970" y="8449"/>
                  </a:cubicBezTo>
                  <a:cubicBezTo>
                    <a:pt x="3803" y="8383"/>
                    <a:pt x="3637" y="8283"/>
                    <a:pt x="3503" y="8149"/>
                  </a:cubicBezTo>
                  <a:lnTo>
                    <a:pt x="3070" y="7615"/>
                  </a:lnTo>
                  <a:cubicBezTo>
                    <a:pt x="2136" y="6548"/>
                    <a:pt x="1869" y="5080"/>
                    <a:pt x="2302" y="3746"/>
                  </a:cubicBezTo>
                  <a:cubicBezTo>
                    <a:pt x="2336" y="3646"/>
                    <a:pt x="2402" y="3546"/>
                    <a:pt x="2469" y="3446"/>
                  </a:cubicBezTo>
                  <a:cubicBezTo>
                    <a:pt x="2669" y="3212"/>
                    <a:pt x="2936" y="3045"/>
                    <a:pt x="3203" y="3012"/>
                  </a:cubicBezTo>
                  <a:lnTo>
                    <a:pt x="3437" y="3012"/>
                  </a:lnTo>
                  <a:cubicBezTo>
                    <a:pt x="3703" y="3012"/>
                    <a:pt x="3937" y="3112"/>
                    <a:pt x="4137" y="3279"/>
                  </a:cubicBezTo>
                  <a:cubicBezTo>
                    <a:pt x="4170" y="3312"/>
                    <a:pt x="4204" y="3379"/>
                    <a:pt x="4270" y="3412"/>
                  </a:cubicBezTo>
                  <a:lnTo>
                    <a:pt x="4704" y="3946"/>
                  </a:lnTo>
                  <a:cubicBezTo>
                    <a:pt x="4804" y="4046"/>
                    <a:pt x="4904" y="4180"/>
                    <a:pt x="5004" y="4313"/>
                  </a:cubicBezTo>
                  <a:cubicBezTo>
                    <a:pt x="5638" y="5314"/>
                    <a:pt x="5838" y="6515"/>
                    <a:pt x="5505" y="7649"/>
                  </a:cubicBezTo>
                  <a:lnTo>
                    <a:pt x="5538" y="7615"/>
                  </a:lnTo>
                  <a:lnTo>
                    <a:pt x="5571" y="7549"/>
                  </a:lnTo>
                  <a:cubicBezTo>
                    <a:pt x="5705" y="7382"/>
                    <a:pt x="5772" y="7215"/>
                    <a:pt x="5838" y="7015"/>
                  </a:cubicBezTo>
                  <a:cubicBezTo>
                    <a:pt x="6205" y="5948"/>
                    <a:pt x="6239" y="4780"/>
                    <a:pt x="5972" y="3679"/>
                  </a:cubicBezTo>
                  <a:lnTo>
                    <a:pt x="6038" y="3646"/>
                  </a:lnTo>
                  <a:lnTo>
                    <a:pt x="5872" y="3412"/>
                  </a:lnTo>
                  <a:cubicBezTo>
                    <a:pt x="5872" y="3312"/>
                    <a:pt x="5838" y="3246"/>
                    <a:pt x="5805" y="3146"/>
                  </a:cubicBezTo>
                  <a:cubicBezTo>
                    <a:pt x="5571" y="2512"/>
                    <a:pt x="5204" y="1945"/>
                    <a:pt x="4771" y="1444"/>
                  </a:cubicBezTo>
                  <a:lnTo>
                    <a:pt x="4204" y="777"/>
                  </a:lnTo>
                  <a:cubicBezTo>
                    <a:pt x="4204" y="777"/>
                    <a:pt x="4204" y="744"/>
                    <a:pt x="4170" y="744"/>
                  </a:cubicBezTo>
                  <a:cubicBezTo>
                    <a:pt x="4137" y="710"/>
                    <a:pt x="4137" y="677"/>
                    <a:pt x="4104" y="644"/>
                  </a:cubicBezTo>
                  <a:cubicBezTo>
                    <a:pt x="4070" y="644"/>
                    <a:pt x="4070" y="610"/>
                    <a:pt x="4070" y="610"/>
                  </a:cubicBezTo>
                  <a:lnTo>
                    <a:pt x="4037" y="577"/>
                  </a:lnTo>
                  <a:cubicBezTo>
                    <a:pt x="3970" y="544"/>
                    <a:pt x="3937" y="510"/>
                    <a:pt x="3904" y="477"/>
                  </a:cubicBezTo>
                  <a:cubicBezTo>
                    <a:pt x="3497" y="159"/>
                    <a:pt x="3016" y="0"/>
                    <a:pt x="2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5"/>
            <p:cNvSpPr/>
            <p:nvPr/>
          </p:nvSpPr>
          <p:spPr>
            <a:xfrm>
              <a:off x="3460200" y="1892125"/>
              <a:ext cx="156800" cy="212850"/>
            </a:xfrm>
            <a:custGeom>
              <a:avLst/>
              <a:gdLst/>
              <a:ahLst/>
              <a:cxnLst/>
              <a:rect l="l" t="t" r="r" b="b"/>
              <a:pathLst>
                <a:path w="6272" h="8514" extrusionOk="0">
                  <a:moveTo>
                    <a:pt x="2636" y="1434"/>
                  </a:moveTo>
                  <a:cubicBezTo>
                    <a:pt x="2902" y="1434"/>
                    <a:pt x="3136" y="1535"/>
                    <a:pt x="3336" y="1701"/>
                  </a:cubicBezTo>
                  <a:cubicBezTo>
                    <a:pt x="3369" y="1735"/>
                    <a:pt x="3403" y="1801"/>
                    <a:pt x="3469" y="1835"/>
                  </a:cubicBezTo>
                  <a:lnTo>
                    <a:pt x="3903" y="2368"/>
                  </a:lnTo>
                  <a:cubicBezTo>
                    <a:pt x="4003" y="2502"/>
                    <a:pt x="4103" y="2602"/>
                    <a:pt x="4203" y="2735"/>
                  </a:cubicBezTo>
                  <a:cubicBezTo>
                    <a:pt x="4870" y="3736"/>
                    <a:pt x="5037" y="4937"/>
                    <a:pt x="4704" y="6071"/>
                  </a:cubicBezTo>
                  <a:lnTo>
                    <a:pt x="4704" y="6038"/>
                  </a:lnTo>
                  <a:cubicBezTo>
                    <a:pt x="4704" y="6071"/>
                    <a:pt x="4670" y="6138"/>
                    <a:pt x="4670" y="6171"/>
                  </a:cubicBezTo>
                  <a:cubicBezTo>
                    <a:pt x="4485" y="6674"/>
                    <a:pt x="4027" y="6966"/>
                    <a:pt x="3547" y="6966"/>
                  </a:cubicBezTo>
                  <a:cubicBezTo>
                    <a:pt x="3421" y="6966"/>
                    <a:pt x="3294" y="6946"/>
                    <a:pt x="3169" y="6905"/>
                  </a:cubicBezTo>
                  <a:cubicBezTo>
                    <a:pt x="3002" y="6805"/>
                    <a:pt x="2836" y="6705"/>
                    <a:pt x="2702" y="6571"/>
                  </a:cubicBezTo>
                  <a:lnTo>
                    <a:pt x="2269" y="6038"/>
                  </a:lnTo>
                  <a:cubicBezTo>
                    <a:pt x="1335" y="4970"/>
                    <a:pt x="1068" y="3503"/>
                    <a:pt x="1501" y="2168"/>
                  </a:cubicBezTo>
                  <a:cubicBezTo>
                    <a:pt x="1535" y="2068"/>
                    <a:pt x="1601" y="1968"/>
                    <a:pt x="1668" y="1868"/>
                  </a:cubicBezTo>
                  <a:cubicBezTo>
                    <a:pt x="1868" y="1635"/>
                    <a:pt x="2135" y="1468"/>
                    <a:pt x="2435" y="1434"/>
                  </a:cubicBezTo>
                  <a:close/>
                  <a:moveTo>
                    <a:pt x="2569" y="0"/>
                  </a:moveTo>
                  <a:cubicBezTo>
                    <a:pt x="2402" y="0"/>
                    <a:pt x="2235" y="33"/>
                    <a:pt x="2068" y="33"/>
                  </a:cubicBezTo>
                  <a:cubicBezTo>
                    <a:pt x="1968" y="67"/>
                    <a:pt x="1902" y="100"/>
                    <a:pt x="1802" y="100"/>
                  </a:cubicBezTo>
                  <a:cubicBezTo>
                    <a:pt x="1768" y="134"/>
                    <a:pt x="1735" y="134"/>
                    <a:pt x="1702" y="167"/>
                  </a:cubicBezTo>
                  <a:lnTo>
                    <a:pt x="1601" y="200"/>
                  </a:lnTo>
                  <a:lnTo>
                    <a:pt x="1501" y="234"/>
                  </a:lnTo>
                  <a:lnTo>
                    <a:pt x="1435" y="267"/>
                  </a:lnTo>
                  <a:cubicBezTo>
                    <a:pt x="1401" y="300"/>
                    <a:pt x="1368" y="300"/>
                    <a:pt x="1335" y="334"/>
                  </a:cubicBezTo>
                  <a:cubicBezTo>
                    <a:pt x="1268" y="367"/>
                    <a:pt x="1201" y="434"/>
                    <a:pt x="1134" y="467"/>
                  </a:cubicBezTo>
                  <a:cubicBezTo>
                    <a:pt x="1101" y="500"/>
                    <a:pt x="1034" y="534"/>
                    <a:pt x="1001" y="567"/>
                  </a:cubicBezTo>
                  <a:cubicBezTo>
                    <a:pt x="1001" y="601"/>
                    <a:pt x="968" y="601"/>
                    <a:pt x="968" y="634"/>
                  </a:cubicBezTo>
                  <a:lnTo>
                    <a:pt x="934" y="667"/>
                  </a:lnTo>
                  <a:cubicBezTo>
                    <a:pt x="868" y="701"/>
                    <a:pt x="834" y="767"/>
                    <a:pt x="801" y="801"/>
                  </a:cubicBezTo>
                  <a:cubicBezTo>
                    <a:pt x="768" y="867"/>
                    <a:pt x="734" y="901"/>
                    <a:pt x="701" y="934"/>
                  </a:cubicBezTo>
                  <a:cubicBezTo>
                    <a:pt x="701" y="934"/>
                    <a:pt x="667" y="967"/>
                    <a:pt x="667" y="1001"/>
                  </a:cubicBezTo>
                  <a:cubicBezTo>
                    <a:pt x="634" y="1034"/>
                    <a:pt x="601" y="1068"/>
                    <a:pt x="601" y="1068"/>
                  </a:cubicBezTo>
                  <a:cubicBezTo>
                    <a:pt x="534" y="1201"/>
                    <a:pt x="467" y="1368"/>
                    <a:pt x="401" y="1501"/>
                  </a:cubicBezTo>
                  <a:cubicBezTo>
                    <a:pt x="0" y="2769"/>
                    <a:pt x="0" y="4136"/>
                    <a:pt x="467" y="5371"/>
                  </a:cubicBezTo>
                  <a:cubicBezTo>
                    <a:pt x="701" y="6004"/>
                    <a:pt x="1068" y="6571"/>
                    <a:pt x="1501" y="7105"/>
                  </a:cubicBezTo>
                  <a:lnTo>
                    <a:pt x="2035" y="7739"/>
                  </a:lnTo>
                  <a:cubicBezTo>
                    <a:pt x="2494" y="8266"/>
                    <a:pt x="3117" y="8513"/>
                    <a:pt x="3734" y="8513"/>
                  </a:cubicBezTo>
                  <a:cubicBezTo>
                    <a:pt x="4641" y="8513"/>
                    <a:pt x="5534" y="7978"/>
                    <a:pt x="5871" y="7005"/>
                  </a:cubicBezTo>
                  <a:cubicBezTo>
                    <a:pt x="6271" y="5771"/>
                    <a:pt x="6238" y="4470"/>
                    <a:pt x="5804" y="3269"/>
                  </a:cubicBezTo>
                  <a:cubicBezTo>
                    <a:pt x="5771" y="3169"/>
                    <a:pt x="5738" y="3102"/>
                    <a:pt x="5704" y="3036"/>
                  </a:cubicBezTo>
                  <a:cubicBezTo>
                    <a:pt x="5704" y="3002"/>
                    <a:pt x="5704" y="2969"/>
                    <a:pt x="5671" y="2936"/>
                  </a:cubicBezTo>
                  <a:cubicBezTo>
                    <a:pt x="5671" y="2902"/>
                    <a:pt x="5638" y="2835"/>
                    <a:pt x="5638" y="2802"/>
                  </a:cubicBezTo>
                  <a:cubicBezTo>
                    <a:pt x="5604" y="2735"/>
                    <a:pt x="5604" y="2735"/>
                    <a:pt x="5571" y="2702"/>
                  </a:cubicBezTo>
                  <a:cubicBezTo>
                    <a:pt x="5571" y="2669"/>
                    <a:pt x="5538" y="2602"/>
                    <a:pt x="5504" y="2569"/>
                  </a:cubicBezTo>
                  <a:cubicBezTo>
                    <a:pt x="5471" y="2502"/>
                    <a:pt x="5438" y="2435"/>
                    <a:pt x="5404" y="2368"/>
                  </a:cubicBezTo>
                  <a:cubicBezTo>
                    <a:pt x="5371" y="2302"/>
                    <a:pt x="5337" y="2235"/>
                    <a:pt x="5304" y="2168"/>
                  </a:cubicBezTo>
                  <a:cubicBezTo>
                    <a:pt x="5271" y="2135"/>
                    <a:pt x="5271" y="2102"/>
                    <a:pt x="5237" y="2068"/>
                  </a:cubicBezTo>
                  <a:cubicBezTo>
                    <a:pt x="5204" y="2002"/>
                    <a:pt x="5137" y="1901"/>
                    <a:pt x="5071" y="1835"/>
                  </a:cubicBezTo>
                  <a:cubicBezTo>
                    <a:pt x="4971" y="1668"/>
                    <a:pt x="4870" y="1535"/>
                    <a:pt x="4737" y="1401"/>
                  </a:cubicBezTo>
                  <a:lnTo>
                    <a:pt x="4170" y="734"/>
                  </a:lnTo>
                  <a:cubicBezTo>
                    <a:pt x="4103" y="634"/>
                    <a:pt x="3970" y="534"/>
                    <a:pt x="3870" y="434"/>
                  </a:cubicBezTo>
                  <a:lnTo>
                    <a:pt x="3803" y="400"/>
                  </a:lnTo>
                  <a:lnTo>
                    <a:pt x="3736" y="367"/>
                  </a:lnTo>
                  <a:cubicBezTo>
                    <a:pt x="3736" y="334"/>
                    <a:pt x="3703" y="334"/>
                    <a:pt x="3703" y="334"/>
                  </a:cubicBezTo>
                  <a:lnTo>
                    <a:pt x="3603" y="267"/>
                  </a:lnTo>
                  <a:lnTo>
                    <a:pt x="3570" y="267"/>
                  </a:lnTo>
                  <a:lnTo>
                    <a:pt x="3469" y="200"/>
                  </a:lnTo>
                  <a:cubicBezTo>
                    <a:pt x="3369" y="167"/>
                    <a:pt x="3303" y="134"/>
                    <a:pt x="3236" y="100"/>
                  </a:cubicBezTo>
                  <a:lnTo>
                    <a:pt x="3136" y="67"/>
                  </a:lnTo>
                  <a:cubicBezTo>
                    <a:pt x="3069" y="67"/>
                    <a:pt x="3002" y="33"/>
                    <a:pt x="2936" y="33"/>
                  </a:cubicBezTo>
                  <a:cubicBezTo>
                    <a:pt x="2902" y="33"/>
                    <a:pt x="2869" y="0"/>
                    <a:pt x="28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5"/>
            <p:cNvSpPr/>
            <p:nvPr/>
          </p:nvSpPr>
          <p:spPr>
            <a:xfrm>
              <a:off x="3539425" y="2064750"/>
              <a:ext cx="1675" cy="25"/>
            </a:xfrm>
            <a:custGeom>
              <a:avLst/>
              <a:gdLst/>
              <a:ahLst/>
              <a:cxnLst/>
              <a:rect l="l" t="t" r="r" b="b"/>
              <a:pathLst>
                <a:path w="67" h="1" extrusionOk="0">
                  <a:moveTo>
                    <a:pt x="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5"/>
            <p:cNvSpPr/>
            <p:nvPr/>
          </p:nvSpPr>
          <p:spPr>
            <a:xfrm>
              <a:off x="3577775" y="2043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5"/>
            <p:cNvSpPr/>
            <p:nvPr/>
          </p:nvSpPr>
          <p:spPr>
            <a:xfrm>
              <a:off x="3228375" y="1937150"/>
              <a:ext cx="212675" cy="144275"/>
            </a:xfrm>
            <a:custGeom>
              <a:avLst/>
              <a:gdLst/>
              <a:ahLst/>
              <a:cxnLst/>
              <a:rect l="l" t="t" r="r" b="b"/>
              <a:pathLst>
                <a:path w="8507" h="5771" extrusionOk="0">
                  <a:moveTo>
                    <a:pt x="2669" y="0"/>
                  </a:moveTo>
                  <a:lnTo>
                    <a:pt x="2669" y="100"/>
                  </a:lnTo>
                  <a:lnTo>
                    <a:pt x="2535" y="100"/>
                  </a:lnTo>
                  <a:lnTo>
                    <a:pt x="2368" y="134"/>
                  </a:lnTo>
                  <a:lnTo>
                    <a:pt x="1534" y="334"/>
                  </a:lnTo>
                  <a:cubicBezTo>
                    <a:pt x="1168" y="434"/>
                    <a:pt x="834" y="601"/>
                    <a:pt x="534" y="868"/>
                  </a:cubicBezTo>
                  <a:cubicBezTo>
                    <a:pt x="467" y="934"/>
                    <a:pt x="400" y="1001"/>
                    <a:pt x="334" y="1101"/>
                  </a:cubicBezTo>
                  <a:lnTo>
                    <a:pt x="300" y="1168"/>
                  </a:lnTo>
                  <a:lnTo>
                    <a:pt x="200" y="1301"/>
                  </a:lnTo>
                  <a:cubicBezTo>
                    <a:pt x="100" y="1435"/>
                    <a:pt x="33" y="1568"/>
                    <a:pt x="0" y="1702"/>
                  </a:cubicBezTo>
                  <a:cubicBezTo>
                    <a:pt x="133" y="1568"/>
                    <a:pt x="300" y="1501"/>
                    <a:pt x="500" y="1435"/>
                  </a:cubicBezTo>
                  <a:lnTo>
                    <a:pt x="1168" y="1301"/>
                  </a:lnTo>
                  <a:cubicBezTo>
                    <a:pt x="1483" y="1224"/>
                    <a:pt x="1803" y="1186"/>
                    <a:pt x="2119" y="1186"/>
                  </a:cubicBezTo>
                  <a:cubicBezTo>
                    <a:pt x="3173" y="1186"/>
                    <a:pt x="4193" y="1607"/>
                    <a:pt x="4937" y="2402"/>
                  </a:cubicBezTo>
                  <a:cubicBezTo>
                    <a:pt x="5037" y="2469"/>
                    <a:pt x="5104" y="2569"/>
                    <a:pt x="5137" y="2702"/>
                  </a:cubicBezTo>
                  <a:cubicBezTo>
                    <a:pt x="5270" y="2969"/>
                    <a:pt x="5304" y="3269"/>
                    <a:pt x="5204" y="3536"/>
                  </a:cubicBezTo>
                  <a:cubicBezTo>
                    <a:pt x="5170" y="3603"/>
                    <a:pt x="5137" y="3670"/>
                    <a:pt x="5104" y="3736"/>
                  </a:cubicBezTo>
                  <a:cubicBezTo>
                    <a:pt x="5004" y="3970"/>
                    <a:pt x="4803" y="4137"/>
                    <a:pt x="4570" y="4237"/>
                  </a:cubicBezTo>
                  <a:cubicBezTo>
                    <a:pt x="4503" y="4270"/>
                    <a:pt x="4437" y="4303"/>
                    <a:pt x="4403" y="4303"/>
                  </a:cubicBezTo>
                  <a:lnTo>
                    <a:pt x="3736" y="4470"/>
                  </a:lnTo>
                  <a:cubicBezTo>
                    <a:pt x="3569" y="4504"/>
                    <a:pt x="3402" y="4537"/>
                    <a:pt x="3236" y="4570"/>
                  </a:cubicBezTo>
                  <a:cubicBezTo>
                    <a:pt x="3111" y="4581"/>
                    <a:pt x="2986" y="4586"/>
                    <a:pt x="2861" y="4586"/>
                  </a:cubicBezTo>
                  <a:cubicBezTo>
                    <a:pt x="1822" y="4586"/>
                    <a:pt x="811" y="4214"/>
                    <a:pt x="67" y="3470"/>
                  </a:cubicBezTo>
                  <a:lnTo>
                    <a:pt x="67" y="3470"/>
                  </a:lnTo>
                  <a:cubicBezTo>
                    <a:pt x="67" y="3503"/>
                    <a:pt x="67" y="3536"/>
                    <a:pt x="100" y="3536"/>
                  </a:cubicBezTo>
                  <a:lnTo>
                    <a:pt x="133" y="3603"/>
                  </a:lnTo>
                  <a:cubicBezTo>
                    <a:pt x="234" y="3770"/>
                    <a:pt x="334" y="3937"/>
                    <a:pt x="467" y="4070"/>
                  </a:cubicBezTo>
                  <a:cubicBezTo>
                    <a:pt x="1268" y="4871"/>
                    <a:pt x="2268" y="5404"/>
                    <a:pt x="3369" y="5638"/>
                  </a:cubicBezTo>
                  <a:lnTo>
                    <a:pt x="3369" y="5738"/>
                  </a:lnTo>
                  <a:lnTo>
                    <a:pt x="3636" y="5704"/>
                  </a:lnTo>
                  <a:lnTo>
                    <a:pt x="3669" y="5704"/>
                  </a:lnTo>
                  <a:lnTo>
                    <a:pt x="3936" y="5738"/>
                  </a:lnTo>
                  <a:cubicBezTo>
                    <a:pt x="4147" y="5759"/>
                    <a:pt x="4362" y="5770"/>
                    <a:pt x="4577" y="5770"/>
                  </a:cubicBezTo>
                  <a:cubicBezTo>
                    <a:pt x="5040" y="5770"/>
                    <a:pt x="5505" y="5718"/>
                    <a:pt x="5938" y="5604"/>
                  </a:cubicBezTo>
                  <a:lnTo>
                    <a:pt x="6772" y="5404"/>
                  </a:lnTo>
                  <a:lnTo>
                    <a:pt x="6838" y="5404"/>
                  </a:lnTo>
                  <a:lnTo>
                    <a:pt x="6972" y="5371"/>
                  </a:lnTo>
                  <a:lnTo>
                    <a:pt x="7038" y="5371"/>
                  </a:lnTo>
                  <a:cubicBezTo>
                    <a:pt x="7105" y="5338"/>
                    <a:pt x="7138" y="5338"/>
                    <a:pt x="7205" y="5304"/>
                  </a:cubicBezTo>
                  <a:cubicBezTo>
                    <a:pt x="7505" y="5171"/>
                    <a:pt x="7806" y="4937"/>
                    <a:pt x="8006" y="4670"/>
                  </a:cubicBezTo>
                  <a:cubicBezTo>
                    <a:pt x="8173" y="4437"/>
                    <a:pt x="8306" y="4170"/>
                    <a:pt x="8406" y="3903"/>
                  </a:cubicBezTo>
                  <a:cubicBezTo>
                    <a:pt x="8506" y="3536"/>
                    <a:pt x="8506" y="3136"/>
                    <a:pt x="8439" y="2736"/>
                  </a:cubicBezTo>
                  <a:cubicBezTo>
                    <a:pt x="8406" y="2602"/>
                    <a:pt x="8339" y="2469"/>
                    <a:pt x="8273" y="2335"/>
                  </a:cubicBezTo>
                  <a:cubicBezTo>
                    <a:pt x="8239" y="2235"/>
                    <a:pt x="8173" y="2169"/>
                    <a:pt x="8139" y="2069"/>
                  </a:cubicBezTo>
                  <a:cubicBezTo>
                    <a:pt x="8072" y="2002"/>
                    <a:pt x="8039" y="1902"/>
                    <a:pt x="7972" y="1835"/>
                  </a:cubicBezTo>
                  <a:cubicBezTo>
                    <a:pt x="7939" y="1802"/>
                    <a:pt x="7906" y="1768"/>
                    <a:pt x="7872" y="1735"/>
                  </a:cubicBezTo>
                  <a:cubicBezTo>
                    <a:pt x="7706" y="1568"/>
                    <a:pt x="7572" y="1435"/>
                    <a:pt x="7405" y="1301"/>
                  </a:cubicBezTo>
                  <a:cubicBezTo>
                    <a:pt x="6471" y="534"/>
                    <a:pt x="5337" y="100"/>
                    <a:pt x="4136" y="0"/>
                  </a:cubicBezTo>
                  <a:close/>
                </a:path>
              </a:pathLst>
            </a:custGeom>
            <a:solidFill>
              <a:srgbClr val="7D9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5"/>
            <p:cNvSpPr/>
            <p:nvPr/>
          </p:nvSpPr>
          <p:spPr>
            <a:xfrm>
              <a:off x="3230025" y="2023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5"/>
            <p:cNvSpPr/>
            <p:nvPr/>
          </p:nvSpPr>
          <p:spPr>
            <a:xfrm>
              <a:off x="3228375" y="1936525"/>
              <a:ext cx="212675" cy="144900"/>
            </a:xfrm>
            <a:custGeom>
              <a:avLst/>
              <a:gdLst/>
              <a:ahLst/>
              <a:cxnLst/>
              <a:rect l="l" t="t" r="r" b="b"/>
              <a:pathLst>
                <a:path w="8507" h="5796" extrusionOk="0">
                  <a:moveTo>
                    <a:pt x="3736" y="0"/>
                  </a:moveTo>
                  <a:cubicBezTo>
                    <a:pt x="3611" y="0"/>
                    <a:pt x="3486" y="9"/>
                    <a:pt x="3369" y="25"/>
                  </a:cubicBezTo>
                  <a:lnTo>
                    <a:pt x="2669" y="25"/>
                  </a:lnTo>
                  <a:lnTo>
                    <a:pt x="2669" y="125"/>
                  </a:lnTo>
                  <a:lnTo>
                    <a:pt x="2535" y="125"/>
                  </a:lnTo>
                  <a:lnTo>
                    <a:pt x="2368" y="159"/>
                  </a:lnTo>
                  <a:lnTo>
                    <a:pt x="1534" y="359"/>
                  </a:lnTo>
                  <a:cubicBezTo>
                    <a:pt x="1168" y="459"/>
                    <a:pt x="834" y="626"/>
                    <a:pt x="534" y="893"/>
                  </a:cubicBezTo>
                  <a:cubicBezTo>
                    <a:pt x="467" y="959"/>
                    <a:pt x="400" y="1026"/>
                    <a:pt x="334" y="1126"/>
                  </a:cubicBezTo>
                  <a:lnTo>
                    <a:pt x="300" y="1193"/>
                  </a:lnTo>
                  <a:lnTo>
                    <a:pt x="200" y="1326"/>
                  </a:lnTo>
                  <a:cubicBezTo>
                    <a:pt x="133" y="1460"/>
                    <a:pt x="33" y="1593"/>
                    <a:pt x="0" y="1727"/>
                  </a:cubicBezTo>
                  <a:cubicBezTo>
                    <a:pt x="133" y="1593"/>
                    <a:pt x="300" y="1526"/>
                    <a:pt x="500" y="1460"/>
                  </a:cubicBezTo>
                  <a:lnTo>
                    <a:pt x="1168" y="1326"/>
                  </a:lnTo>
                  <a:cubicBezTo>
                    <a:pt x="1483" y="1249"/>
                    <a:pt x="1803" y="1211"/>
                    <a:pt x="2119" y="1211"/>
                  </a:cubicBezTo>
                  <a:cubicBezTo>
                    <a:pt x="3173" y="1211"/>
                    <a:pt x="4193" y="1632"/>
                    <a:pt x="4937" y="2427"/>
                  </a:cubicBezTo>
                  <a:cubicBezTo>
                    <a:pt x="5037" y="2494"/>
                    <a:pt x="5104" y="2594"/>
                    <a:pt x="5137" y="2727"/>
                  </a:cubicBezTo>
                  <a:cubicBezTo>
                    <a:pt x="5270" y="2994"/>
                    <a:pt x="5304" y="3294"/>
                    <a:pt x="5204" y="3561"/>
                  </a:cubicBezTo>
                  <a:cubicBezTo>
                    <a:pt x="5170" y="3628"/>
                    <a:pt x="5137" y="3695"/>
                    <a:pt x="5104" y="3761"/>
                  </a:cubicBezTo>
                  <a:cubicBezTo>
                    <a:pt x="5004" y="3995"/>
                    <a:pt x="4803" y="4162"/>
                    <a:pt x="4570" y="4262"/>
                  </a:cubicBezTo>
                  <a:cubicBezTo>
                    <a:pt x="4503" y="4295"/>
                    <a:pt x="4437" y="4328"/>
                    <a:pt x="4403" y="4328"/>
                  </a:cubicBezTo>
                  <a:lnTo>
                    <a:pt x="3736" y="4495"/>
                  </a:lnTo>
                  <a:cubicBezTo>
                    <a:pt x="3569" y="4529"/>
                    <a:pt x="3402" y="4562"/>
                    <a:pt x="3236" y="4595"/>
                  </a:cubicBezTo>
                  <a:cubicBezTo>
                    <a:pt x="3111" y="4606"/>
                    <a:pt x="2986" y="4611"/>
                    <a:pt x="2861" y="4611"/>
                  </a:cubicBezTo>
                  <a:cubicBezTo>
                    <a:pt x="1822" y="4611"/>
                    <a:pt x="811" y="4239"/>
                    <a:pt x="67" y="3495"/>
                  </a:cubicBezTo>
                  <a:lnTo>
                    <a:pt x="67" y="3495"/>
                  </a:lnTo>
                  <a:cubicBezTo>
                    <a:pt x="67" y="3528"/>
                    <a:pt x="67" y="3561"/>
                    <a:pt x="100" y="3561"/>
                  </a:cubicBezTo>
                  <a:lnTo>
                    <a:pt x="133" y="3628"/>
                  </a:lnTo>
                  <a:cubicBezTo>
                    <a:pt x="234" y="3795"/>
                    <a:pt x="334" y="3962"/>
                    <a:pt x="467" y="4095"/>
                  </a:cubicBezTo>
                  <a:cubicBezTo>
                    <a:pt x="1268" y="4896"/>
                    <a:pt x="2268" y="5429"/>
                    <a:pt x="3369" y="5663"/>
                  </a:cubicBezTo>
                  <a:lnTo>
                    <a:pt x="3369" y="5729"/>
                  </a:lnTo>
                  <a:lnTo>
                    <a:pt x="3636" y="5696"/>
                  </a:lnTo>
                  <a:lnTo>
                    <a:pt x="3669" y="5696"/>
                  </a:lnTo>
                  <a:lnTo>
                    <a:pt x="3936" y="5763"/>
                  </a:lnTo>
                  <a:cubicBezTo>
                    <a:pt x="4147" y="5784"/>
                    <a:pt x="4359" y="5795"/>
                    <a:pt x="4570" y="5795"/>
                  </a:cubicBezTo>
                  <a:cubicBezTo>
                    <a:pt x="5026" y="5795"/>
                    <a:pt x="5482" y="5743"/>
                    <a:pt x="5938" y="5629"/>
                  </a:cubicBezTo>
                  <a:lnTo>
                    <a:pt x="6772" y="5429"/>
                  </a:lnTo>
                  <a:lnTo>
                    <a:pt x="6838" y="5429"/>
                  </a:lnTo>
                  <a:lnTo>
                    <a:pt x="6938" y="5396"/>
                  </a:lnTo>
                  <a:lnTo>
                    <a:pt x="7038" y="5396"/>
                  </a:lnTo>
                  <a:cubicBezTo>
                    <a:pt x="7105" y="5363"/>
                    <a:pt x="7138" y="5363"/>
                    <a:pt x="7205" y="5329"/>
                  </a:cubicBezTo>
                  <a:cubicBezTo>
                    <a:pt x="7505" y="5162"/>
                    <a:pt x="7806" y="4962"/>
                    <a:pt x="8006" y="4695"/>
                  </a:cubicBezTo>
                  <a:cubicBezTo>
                    <a:pt x="8173" y="4462"/>
                    <a:pt x="8306" y="4195"/>
                    <a:pt x="8406" y="3928"/>
                  </a:cubicBezTo>
                  <a:cubicBezTo>
                    <a:pt x="8506" y="3561"/>
                    <a:pt x="8506" y="3161"/>
                    <a:pt x="8406" y="2761"/>
                  </a:cubicBezTo>
                  <a:cubicBezTo>
                    <a:pt x="8373" y="2627"/>
                    <a:pt x="8339" y="2494"/>
                    <a:pt x="8273" y="2360"/>
                  </a:cubicBezTo>
                  <a:cubicBezTo>
                    <a:pt x="8239" y="2260"/>
                    <a:pt x="8173" y="2194"/>
                    <a:pt x="8139" y="2094"/>
                  </a:cubicBezTo>
                  <a:cubicBezTo>
                    <a:pt x="8072" y="2027"/>
                    <a:pt x="8006" y="1927"/>
                    <a:pt x="7939" y="1860"/>
                  </a:cubicBezTo>
                  <a:lnTo>
                    <a:pt x="7839" y="1760"/>
                  </a:lnTo>
                  <a:cubicBezTo>
                    <a:pt x="7706" y="1593"/>
                    <a:pt x="7539" y="1460"/>
                    <a:pt x="7405" y="1326"/>
                  </a:cubicBezTo>
                  <a:cubicBezTo>
                    <a:pt x="6471" y="559"/>
                    <a:pt x="5337" y="125"/>
                    <a:pt x="4136" y="25"/>
                  </a:cubicBezTo>
                  <a:lnTo>
                    <a:pt x="4103" y="25"/>
                  </a:lnTo>
                  <a:cubicBezTo>
                    <a:pt x="3986" y="9"/>
                    <a:pt x="3861" y="0"/>
                    <a:pt x="37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5"/>
            <p:cNvSpPr/>
            <p:nvPr/>
          </p:nvSpPr>
          <p:spPr>
            <a:xfrm>
              <a:off x="3166650" y="1937600"/>
              <a:ext cx="229350" cy="143850"/>
            </a:xfrm>
            <a:custGeom>
              <a:avLst/>
              <a:gdLst/>
              <a:ahLst/>
              <a:cxnLst/>
              <a:rect l="l" t="t" r="r" b="b"/>
              <a:pathLst>
                <a:path w="9174" h="5754" extrusionOk="0">
                  <a:moveTo>
                    <a:pt x="4579" y="1172"/>
                  </a:moveTo>
                  <a:cubicBezTo>
                    <a:pt x="5636" y="1172"/>
                    <a:pt x="6689" y="1607"/>
                    <a:pt x="7439" y="2384"/>
                  </a:cubicBezTo>
                  <a:cubicBezTo>
                    <a:pt x="7506" y="2484"/>
                    <a:pt x="7573" y="2584"/>
                    <a:pt x="7639" y="2684"/>
                  </a:cubicBezTo>
                  <a:cubicBezTo>
                    <a:pt x="7773" y="2951"/>
                    <a:pt x="7773" y="3285"/>
                    <a:pt x="7706" y="3552"/>
                  </a:cubicBezTo>
                  <a:cubicBezTo>
                    <a:pt x="7673" y="3618"/>
                    <a:pt x="7639" y="3685"/>
                    <a:pt x="7606" y="3752"/>
                  </a:cubicBezTo>
                  <a:cubicBezTo>
                    <a:pt x="7473" y="3952"/>
                    <a:pt x="7272" y="4119"/>
                    <a:pt x="7039" y="4219"/>
                  </a:cubicBezTo>
                  <a:cubicBezTo>
                    <a:pt x="6972" y="4252"/>
                    <a:pt x="6906" y="4252"/>
                    <a:pt x="6839" y="4285"/>
                  </a:cubicBezTo>
                  <a:lnTo>
                    <a:pt x="6172" y="4452"/>
                  </a:lnTo>
                  <a:cubicBezTo>
                    <a:pt x="6005" y="4452"/>
                    <a:pt x="5871" y="4486"/>
                    <a:pt x="5705" y="4519"/>
                  </a:cubicBezTo>
                  <a:cubicBezTo>
                    <a:pt x="5556" y="4536"/>
                    <a:pt x="5408" y="4544"/>
                    <a:pt x="5261" y="4544"/>
                  </a:cubicBezTo>
                  <a:cubicBezTo>
                    <a:pt x="4246" y="4544"/>
                    <a:pt x="3264" y="4150"/>
                    <a:pt x="2536" y="3452"/>
                  </a:cubicBezTo>
                  <a:cubicBezTo>
                    <a:pt x="2502" y="3418"/>
                    <a:pt x="2469" y="3385"/>
                    <a:pt x="2436" y="3351"/>
                  </a:cubicBezTo>
                  <a:cubicBezTo>
                    <a:pt x="1969" y="2884"/>
                    <a:pt x="2002" y="2151"/>
                    <a:pt x="2469" y="1717"/>
                  </a:cubicBezTo>
                  <a:lnTo>
                    <a:pt x="2469" y="1750"/>
                  </a:lnTo>
                  <a:lnTo>
                    <a:pt x="2502" y="1717"/>
                  </a:lnTo>
                  <a:cubicBezTo>
                    <a:pt x="2636" y="1584"/>
                    <a:pt x="2803" y="1483"/>
                    <a:pt x="2969" y="1450"/>
                  </a:cubicBezTo>
                  <a:lnTo>
                    <a:pt x="3670" y="1283"/>
                  </a:lnTo>
                  <a:cubicBezTo>
                    <a:pt x="3969" y="1209"/>
                    <a:pt x="4274" y="1172"/>
                    <a:pt x="4579" y="1172"/>
                  </a:cubicBezTo>
                  <a:close/>
                  <a:moveTo>
                    <a:pt x="4438" y="1"/>
                  </a:moveTo>
                  <a:cubicBezTo>
                    <a:pt x="3996" y="1"/>
                    <a:pt x="3559" y="60"/>
                    <a:pt x="3136" y="149"/>
                  </a:cubicBezTo>
                  <a:lnTo>
                    <a:pt x="2302" y="349"/>
                  </a:lnTo>
                  <a:cubicBezTo>
                    <a:pt x="601" y="750"/>
                    <a:pt x="1" y="2851"/>
                    <a:pt x="1201" y="4085"/>
                  </a:cubicBezTo>
                  <a:cubicBezTo>
                    <a:pt x="2102" y="4986"/>
                    <a:pt x="3270" y="5553"/>
                    <a:pt x="4537" y="5720"/>
                  </a:cubicBezTo>
                  <a:lnTo>
                    <a:pt x="4771" y="5753"/>
                  </a:lnTo>
                  <a:lnTo>
                    <a:pt x="5838" y="5753"/>
                  </a:lnTo>
                  <a:cubicBezTo>
                    <a:pt x="5938" y="5753"/>
                    <a:pt x="6038" y="5753"/>
                    <a:pt x="6138" y="5720"/>
                  </a:cubicBezTo>
                  <a:cubicBezTo>
                    <a:pt x="6305" y="5686"/>
                    <a:pt x="6505" y="5653"/>
                    <a:pt x="6672" y="5620"/>
                  </a:cubicBezTo>
                  <a:lnTo>
                    <a:pt x="7506" y="5420"/>
                  </a:lnTo>
                  <a:cubicBezTo>
                    <a:pt x="7673" y="5386"/>
                    <a:pt x="7806" y="5320"/>
                    <a:pt x="7940" y="5286"/>
                  </a:cubicBezTo>
                  <a:cubicBezTo>
                    <a:pt x="7973" y="5253"/>
                    <a:pt x="8006" y="5253"/>
                    <a:pt x="8006" y="5219"/>
                  </a:cubicBezTo>
                  <a:cubicBezTo>
                    <a:pt x="8040" y="5219"/>
                    <a:pt x="8040" y="5219"/>
                    <a:pt x="8073" y="5186"/>
                  </a:cubicBezTo>
                  <a:lnTo>
                    <a:pt x="8140" y="5186"/>
                  </a:lnTo>
                  <a:cubicBezTo>
                    <a:pt x="8140" y="5153"/>
                    <a:pt x="8173" y="5153"/>
                    <a:pt x="8206" y="5119"/>
                  </a:cubicBezTo>
                  <a:lnTo>
                    <a:pt x="8240" y="5119"/>
                  </a:lnTo>
                  <a:lnTo>
                    <a:pt x="8373" y="5019"/>
                  </a:lnTo>
                  <a:cubicBezTo>
                    <a:pt x="8407" y="4986"/>
                    <a:pt x="8473" y="4953"/>
                    <a:pt x="8540" y="4886"/>
                  </a:cubicBezTo>
                  <a:lnTo>
                    <a:pt x="8607" y="4786"/>
                  </a:lnTo>
                  <a:cubicBezTo>
                    <a:pt x="8673" y="4752"/>
                    <a:pt x="8707" y="4719"/>
                    <a:pt x="8740" y="4652"/>
                  </a:cubicBezTo>
                  <a:cubicBezTo>
                    <a:pt x="8774" y="4652"/>
                    <a:pt x="8774" y="4619"/>
                    <a:pt x="8807" y="4586"/>
                  </a:cubicBezTo>
                  <a:cubicBezTo>
                    <a:pt x="8807" y="4586"/>
                    <a:pt x="8807" y="4552"/>
                    <a:pt x="8807" y="4552"/>
                  </a:cubicBezTo>
                  <a:cubicBezTo>
                    <a:pt x="8840" y="4486"/>
                    <a:pt x="8874" y="4419"/>
                    <a:pt x="8907" y="4386"/>
                  </a:cubicBezTo>
                  <a:cubicBezTo>
                    <a:pt x="9007" y="4219"/>
                    <a:pt x="9074" y="4052"/>
                    <a:pt x="9107" y="3885"/>
                  </a:cubicBezTo>
                  <a:cubicBezTo>
                    <a:pt x="9107" y="3818"/>
                    <a:pt x="9174" y="3718"/>
                    <a:pt x="9174" y="3652"/>
                  </a:cubicBezTo>
                  <a:cubicBezTo>
                    <a:pt x="9174" y="3618"/>
                    <a:pt x="9174" y="3552"/>
                    <a:pt x="9174" y="3518"/>
                  </a:cubicBezTo>
                  <a:cubicBezTo>
                    <a:pt x="9174" y="3485"/>
                    <a:pt x="9174" y="3452"/>
                    <a:pt x="9174" y="3418"/>
                  </a:cubicBezTo>
                  <a:cubicBezTo>
                    <a:pt x="9174" y="3385"/>
                    <a:pt x="9174" y="3351"/>
                    <a:pt x="9174" y="3318"/>
                  </a:cubicBezTo>
                  <a:lnTo>
                    <a:pt x="9174" y="3251"/>
                  </a:lnTo>
                  <a:cubicBezTo>
                    <a:pt x="9174" y="3218"/>
                    <a:pt x="9174" y="3185"/>
                    <a:pt x="9174" y="3151"/>
                  </a:cubicBezTo>
                  <a:cubicBezTo>
                    <a:pt x="9174" y="3051"/>
                    <a:pt x="9174" y="2951"/>
                    <a:pt x="9140" y="2884"/>
                  </a:cubicBezTo>
                  <a:cubicBezTo>
                    <a:pt x="9140" y="2818"/>
                    <a:pt x="9107" y="2751"/>
                    <a:pt x="9107" y="2718"/>
                  </a:cubicBezTo>
                  <a:cubicBezTo>
                    <a:pt x="9107" y="2684"/>
                    <a:pt x="9107" y="2651"/>
                    <a:pt x="9107" y="2651"/>
                  </a:cubicBezTo>
                  <a:lnTo>
                    <a:pt x="9107" y="2618"/>
                  </a:lnTo>
                  <a:cubicBezTo>
                    <a:pt x="9074" y="2551"/>
                    <a:pt x="9074" y="2484"/>
                    <a:pt x="9040" y="2417"/>
                  </a:cubicBezTo>
                  <a:cubicBezTo>
                    <a:pt x="9007" y="2384"/>
                    <a:pt x="8974" y="2351"/>
                    <a:pt x="8974" y="2284"/>
                  </a:cubicBezTo>
                  <a:cubicBezTo>
                    <a:pt x="8940" y="2251"/>
                    <a:pt x="8940" y="2217"/>
                    <a:pt x="8940" y="2217"/>
                  </a:cubicBezTo>
                  <a:cubicBezTo>
                    <a:pt x="8907" y="2184"/>
                    <a:pt x="8907" y="2151"/>
                    <a:pt x="8874" y="2117"/>
                  </a:cubicBezTo>
                  <a:cubicBezTo>
                    <a:pt x="8807" y="1984"/>
                    <a:pt x="8707" y="1884"/>
                    <a:pt x="8573" y="1750"/>
                  </a:cubicBezTo>
                  <a:cubicBezTo>
                    <a:pt x="7673" y="816"/>
                    <a:pt x="6439" y="183"/>
                    <a:pt x="5104" y="49"/>
                  </a:cubicBezTo>
                  <a:cubicBezTo>
                    <a:pt x="4882" y="16"/>
                    <a:pt x="4660" y="1"/>
                    <a:pt x="44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5"/>
            <p:cNvSpPr/>
            <p:nvPr/>
          </p:nvSpPr>
          <p:spPr>
            <a:xfrm>
              <a:off x="3227525" y="1980500"/>
              <a:ext cx="875" cy="875"/>
            </a:xfrm>
            <a:custGeom>
              <a:avLst/>
              <a:gdLst/>
              <a:ahLst/>
              <a:cxnLst/>
              <a:rect l="l" t="t" r="r" b="b"/>
              <a:pathLst>
                <a:path w="35" h="35" extrusionOk="0">
                  <a:moveTo>
                    <a:pt x="1" y="34"/>
                  </a:move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5"/>
            <p:cNvSpPr/>
            <p:nvPr/>
          </p:nvSpPr>
          <p:spPr>
            <a:xfrm>
              <a:off x="3230025" y="2023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5"/>
            <p:cNvSpPr/>
            <p:nvPr/>
          </p:nvSpPr>
          <p:spPr>
            <a:xfrm>
              <a:off x="3646150" y="1895650"/>
              <a:ext cx="183500" cy="192475"/>
            </a:xfrm>
            <a:custGeom>
              <a:avLst/>
              <a:gdLst/>
              <a:ahLst/>
              <a:cxnLst/>
              <a:rect l="l" t="t" r="r" b="b"/>
              <a:pathLst>
                <a:path w="7340" h="7699" extrusionOk="0">
                  <a:moveTo>
                    <a:pt x="5121" y="1"/>
                  </a:moveTo>
                  <a:cubicBezTo>
                    <a:pt x="5071" y="1"/>
                    <a:pt x="5021" y="9"/>
                    <a:pt x="4971" y="26"/>
                  </a:cubicBezTo>
                  <a:lnTo>
                    <a:pt x="4704" y="26"/>
                  </a:lnTo>
                  <a:lnTo>
                    <a:pt x="4538" y="59"/>
                  </a:lnTo>
                  <a:cubicBezTo>
                    <a:pt x="4337" y="126"/>
                    <a:pt x="4137" y="193"/>
                    <a:pt x="3937" y="259"/>
                  </a:cubicBezTo>
                  <a:cubicBezTo>
                    <a:pt x="2803" y="660"/>
                    <a:pt x="1836" y="1427"/>
                    <a:pt x="1168" y="2394"/>
                  </a:cubicBezTo>
                  <a:lnTo>
                    <a:pt x="1135" y="2428"/>
                  </a:lnTo>
                  <a:cubicBezTo>
                    <a:pt x="1002" y="2628"/>
                    <a:pt x="868" y="2828"/>
                    <a:pt x="768" y="3061"/>
                  </a:cubicBezTo>
                  <a:lnTo>
                    <a:pt x="401" y="3662"/>
                  </a:lnTo>
                  <a:lnTo>
                    <a:pt x="468" y="3695"/>
                  </a:lnTo>
                  <a:cubicBezTo>
                    <a:pt x="468" y="3729"/>
                    <a:pt x="435" y="3795"/>
                    <a:pt x="435" y="3829"/>
                  </a:cubicBezTo>
                  <a:cubicBezTo>
                    <a:pt x="401" y="3862"/>
                    <a:pt x="401" y="3929"/>
                    <a:pt x="401" y="3962"/>
                  </a:cubicBezTo>
                  <a:lnTo>
                    <a:pt x="134" y="4796"/>
                  </a:lnTo>
                  <a:cubicBezTo>
                    <a:pt x="34" y="5163"/>
                    <a:pt x="1" y="5563"/>
                    <a:pt x="101" y="5930"/>
                  </a:cubicBezTo>
                  <a:cubicBezTo>
                    <a:pt x="101" y="6030"/>
                    <a:pt x="134" y="6130"/>
                    <a:pt x="168" y="6197"/>
                  </a:cubicBezTo>
                  <a:cubicBezTo>
                    <a:pt x="168" y="6230"/>
                    <a:pt x="168" y="6264"/>
                    <a:pt x="201" y="6297"/>
                  </a:cubicBezTo>
                  <a:cubicBezTo>
                    <a:pt x="234" y="6330"/>
                    <a:pt x="234" y="6397"/>
                    <a:pt x="268" y="6430"/>
                  </a:cubicBezTo>
                  <a:cubicBezTo>
                    <a:pt x="335" y="6597"/>
                    <a:pt x="401" y="6731"/>
                    <a:pt x="535" y="6864"/>
                  </a:cubicBezTo>
                  <a:cubicBezTo>
                    <a:pt x="468" y="6664"/>
                    <a:pt x="501" y="6464"/>
                    <a:pt x="535" y="6297"/>
                  </a:cubicBezTo>
                  <a:lnTo>
                    <a:pt x="768" y="5630"/>
                  </a:lnTo>
                  <a:cubicBezTo>
                    <a:pt x="1168" y="4296"/>
                    <a:pt x="2269" y="3262"/>
                    <a:pt x="3637" y="2928"/>
                  </a:cubicBezTo>
                  <a:cubicBezTo>
                    <a:pt x="3737" y="2895"/>
                    <a:pt x="3870" y="2895"/>
                    <a:pt x="3970" y="2895"/>
                  </a:cubicBezTo>
                  <a:cubicBezTo>
                    <a:pt x="4271" y="2928"/>
                    <a:pt x="4571" y="3061"/>
                    <a:pt x="4738" y="3295"/>
                  </a:cubicBezTo>
                  <a:cubicBezTo>
                    <a:pt x="4804" y="3362"/>
                    <a:pt x="4838" y="3395"/>
                    <a:pt x="4871" y="3462"/>
                  </a:cubicBezTo>
                  <a:cubicBezTo>
                    <a:pt x="5005" y="3695"/>
                    <a:pt x="5038" y="3962"/>
                    <a:pt x="5005" y="4196"/>
                  </a:cubicBezTo>
                  <a:cubicBezTo>
                    <a:pt x="5005" y="4262"/>
                    <a:pt x="5005" y="4329"/>
                    <a:pt x="4971" y="4362"/>
                  </a:cubicBezTo>
                  <a:lnTo>
                    <a:pt x="4771" y="5029"/>
                  </a:lnTo>
                  <a:cubicBezTo>
                    <a:pt x="4738" y="5196"/>
                    <a:pt x="4671" y="5363"/>
                    <a:pt x="4604" y="5496"/>
                  </a:cubicBezTo>
                  <a:cubicBezTo>
                    <a:pt x="4137" y="6564"/>
                    <a:pt x="3203" y="7364"/>
                    <a:pt x="2069" y="7698"/>
                  </a:cubicBezTo>
                  <a:lnTo>
                    <a:pt x="2203" y="7698"/>
                  </a:lnTo>
                  <a:cubicBezTo>
                    <a:pt x="2403" y="7698"/>
                    <a:pt x="2603" y="7665"/>
                    <a:pt x="2803" y="7631"/>
                  </a:cubicBezTo>
                  <a:cubicBezTo>
                    <a:pt x="3904" y="7364"/>
                    <a:pt x="4904" y="6764"/>
                    <a:pt x="5672" y="5930"/>
                  </a:cubicBezTo>
                  <a:lnTo>
                    <a:pt x="5772" y="5963"/>
                  </a:lnTo>
                  <a:lnTo>
                    <a:pt x="5872" y="5697"/>
                  </a:lnTo>
                  <a:lnTo>
                    <a:pt x="6039" y="5496"/>
                  </a:lnTo>
                  <a:cubicBezTo>
                    <a:pt x="6439" y="4963"/>
                    <a:pt x="6772" y="4362"/>
                    <a:pt x="6973" y="3729"/>
                  </a:cubicBezTo>
                  <a:lnTo>
                    <a:pt x="7206" y="2895"/>
                  </a:lnTo>
                  <a:cubicBezTo>
                    <a:pt x="7206" y="2861"/>
                    <a:pt x="7206" y="2828"/>
                    <a:pt x="7206" y="2828"/>
                  </a:cubicBezTo>
                  <a:cubicBezTo>
                    <a:pt x="7239" y="2795"/>
                    <a:pt x="7239" y="2761"/>
                    <a:pt x="7239" y="2694"/>
                  </a:cubicBezTo>
                  <a:cubicBezTo>
                    <a:pt x="7239" y="2694"/>
                    <a:pt x="7239" y="2661"/>
                    <a:pt x="7239" y="2661"/>
                  </a:cubicBezTo>
                  <a:lnTo>
                    <a:pt x="7239" y="2628"/>
                  </a:lnTo>
                  <a:lnTo>
                    <a:pt x="7273" y="2428"/>
                  </a:lnTo>
                  <a:cubicBezTo>
                    <a:pt x="7340" y="1794"/>
                    <a:pt x="7106" y="1160"/>
                    <a:pt x="6672" y="693"/>
                  </a:cubicBezTo>
                  <a:cubicBezTo>
                    <a:pt x="6472" y="493"/>
                    <a:pt x="6239" y="326"/>
                    <a:pt x="5972" y="193"/>
                  </a:cubicBezTo>
                  <a:cubicBezTo>
                    <a:pt x="5872" y="159"/>
                    <a:pt x="5772" y="126"/>
                    <a:pt x="5705" y="93"/>
                  </a:cubicBezTo>
                  <a:cubicBezTo>
                    <a:pt x="5572" y="59"/>
                    <a:pt x="5405" y="26"/>
                    <a:pt x="5271" y="26"/>
                  </a:cubicBezTo>
                  <a:cubicBezTo>
                    <a:pt x="5221" y="9"/>
                    <a:pt x="5171" y="1"/>
                    <a:pt x="5121" y="1"/>
                  </a:cubicBezTo>
                  <a:close/>
                </a:path>
              </a:pathLst>
            </a:custGeom>
            <a:solidFill>
              <a:srgbClr val="7D9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5"/>
            <p:cNvSpPr/>
            <p:nvPr/>
          </p:nvSpPr>
          <p:spPr>
            <a:xfrm>
              <a:off x="3697875" y="2087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2542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5"/>
            <p:cNvSpPr/>
            <p:nvPr/>
          </p:nvSpPr>
          <p:spPr>
            <a:xfrm>
              <a:off x="3646150" y="1896275"/>
              <a:ext cx="183500" cy="191850"/>
            </a:xfrm>
            <a:custGeom>
              <a:avLst/>
              <a:gdLst/>
              <a:ahLst/>
              <a:cxnLst/>
              <a:rect l="l" t="t" r="r" b="b"/>
              <a:pathLst>
                <a:path w="7340" h="7674" extrusionOk="0">
                  <a:moveTo>
                    <a:pt x="5005" y="1"/>
                  </a:moveTo>
                  <a:cubicBezTo>
                    <a:pt x="4904" y="1"/>
                    <a:pt x="4804" y="1"/>
                    <a:pt x="4704" y="34"/>
                  </a:cubicBezTo>
                  <a:lnTo>
                    <a:pt x="4538" y="68"/>
                  </a:lnTo>
                  <a:cubicBezTo>
                    <a:pt x="3170" y="401"/>
                    <a:pt x="1969" y="1235"/>
                    <a:pt x="1168" y="2403"/>
                  </a:cubicBezTo>
                  <a:lnTo>
                    <a:pt x="1135" y="2436"/>
                  </a:lnTo>
                  <a:cubicBezTo>
                    <a:pt x="1002" y="2636"/>
                    <a:pt x="868" y="2836"/>
                    <a:pt x="768" y="3036"/>
                  </a:cubicBezTo>
                  <a:lnTo>
                    <a:pt x="401" y="3637"/>
                  </a:lnTo>
                  <a:lnTo>
                    <a:pt x="468" y="3670"/>
                  </a:lnTo>
                  <a:cubicBezTo>
                    <a:pt x="468" y="3737"/>
                    <a:pt x="435" y="3770"/>
                    <a:pt x="435" y="3804"/>
                  </a:cubicBezTo>
                  <a:cubicBezTo>
                    <a:pt x="401" y="3870"/>
                    <a:pt x="401" y="3904"/>
                    <a:pt x="401" y="3937"/>
                  </a:cubicBezTo>
                  <a:lnTo>
                    <a:pt x="134" y="4771"/>
                  </a:lnTo>
                  <a:cubicBezTo>
                    <a:pt x="34" y="5171"/>
                    <a:pt x="1" y="5538"/>
                    <a:pt x="101" y="5938"/>
                  </a:cubicBezTo>
                  <a:cubicBezTo>
                    <a:pt x="101" y="6005"/>
                    <a:pt x="134" y="6105"/>
                    <a:pt x="168" y="6205"/>
                  </a:cubicBezTo>
                  <a:cubicBezTo>
                    <a:pt x="168" y="6239"/>
                    <a:pt x="168" y="6239"/>
                    <a:pt x="201" y="6272"/>
                  </a:cubicBezTo>
                  <a:cubicBezTo>
                    <a:pt x="234" y="6339"/>
                    <a:pt x="234" y="6372"/>
                    <a:pt x="268" y="6439"/>
                  </a:cubicBezTo>
                  <a:cubicBezTo>
                    <a:pt x="335" y="6572"/>
                    <a:pt x="435" y="6706"/>
                    <a:pt x="535" y="6839"/>
                  </a:cubicBezTo>
                  <a:cubicBezTo>
                    <a:pt x="468" y="6639"/>
                    <a:pt x="501" y="6439"/>
                    <a:pt x="535" y="6272"/>
                  </a:cubicBezTo>
                  <a:lnTo>
                    <a:pt x="768" y="5605"/>
                  </a:lnTo>
                  <a:cubicBezTo>
                    <a:pt x="1168" y="4271"/>
                    <a:pt x="2269" y="3237"/>
                    <a:pt x="3637" y="2903"/>
                  </a:cubicBezTo>
                  <a:cubicBezTo>
                    <a:pt x="3737" y="2870"/>
                    <a:pt x="3870" y="2870"/>
                    <a:pt x="3970" y="2870"/>
                  </a:cubicBezTo>
                  <a:cubicBezTo>
                    <a:pt x="4271" y="2903"/>
                    <a:pt x="4571" y="3036"/>
                    <a:pt x="4738" y="3270"/>
                  </a:cubicBezTo>
                  <a:cubicBezTo>
                    <a:pt x="4804" y="3337"/>
                    <a:pt x="4838" y="3370"/>
                    <a:pt x="4871" y="3437"/>
                  </a:cubicBezTo>
                  <a:cubicBezTo>
                    <a:pt x="5005" y="3670"/>
                    <a:pt x="5038" y="3937"/>
                    <a:pt x="5005" y="4171"/>
                  </a:cubicBezTo>
                  <a:cubicBezTo>
                    <a:pt x="5005" y="4237"/>
                    <a:pt x="5005" y="4304"/>
                    <a:pt x="4971" y="4337"/>
                  </a:cubicBezTo>
                  <a:lnTo>
                    <a:pt x="4771" y="5004"/>
                  </a:lnTo>
                  <a:cubicBezTo>
                    <a:pt x="4738" y="5171"/>
                    <a:pt x="4671" y="5338"/>
                    <a:pt x="4604" y="5471"/>
                  </a:cubicBezTo>
                  <a:cubicBezTo>
                    <a:pt x="4137" y="6539"/>
                    <a:pt x="3203" y="7339"/>
                    <a:pt x="2069" y="7673"/>
                  </a:cubicBezTo>
                  <a:lnTo>
                    <a:pt x="2203" y="7673"/>
                  </a:lnTo>
                  <a:cubicBezTo>
                    <a:pt x="2403" y="7673"/>
                    <a:pt x="2603" y="7640"/>
                    <a:pt x="2803" y="7606"/>
                  </a:cubicBezTo>
                  <a:cubicBezTo>
                    <a:pt x="3904" y="7339"/>
                    <a:pt x="4904" y="6739"/>
                    <a:pt x="5705" y="5905"/>
                  </a:cubicBezTo>
                  <a:lnTo>
                    <a:pt x="5772" y="5938"/>
                  </a:lnTo>
                  <a:lnTo>
                    <a:pt x="5872" y="5705"/>
                  </a:lnTo>
                  <a:lnTo>
                    <a:pt x="6039" y="5505"/>
                  </a:lnTo>
                  <a:cubicBezTo>
                    <a:pt x="6472" y="4971"/>
                    <a:pt x="6772" y="4337"/>
                    <a:pt x="6973" y="3704"/>
                  </a:cubicBezTo>
                  <a:lnTo>
                    <a:pt x="7206" y="2870"/>
                  </a:lnTo>
                  <a:cubicBezTo>
                    <a:pt x="7206" y="2870"/>
                    <a:pt x="7206" y="2836"/>
                    <a:pt x="7206" y="2803"/>
                  </a:cubicBezTo>
                  <a:cubicBezTo>
                    <a:pt x="7239" y="2770"/>
                    <a:pt x="7239" y="2736"/>
                    <a:pt x="7239" y="2703"/>
                  </a:cubicBezTo>
                  <a:cubicBezTo>
                    <a:pt x="7239" y="2669"/>
                    <a:pt x="7239" y="2669"/>
                    <a:pt x="7239" y="2636"/>
                  </a:cubicBezTo>
                  <a:lnTo>
                    <a:pt x="7239" y="2603"/>
                  </a:lnTo>
                  <a:lnTo>
                    <a:pt x="7273" y="2436"/>
                  </a:lnTo>
                  <a:cubicBezTo>
                    <a:pt x="7340" y="1802"/>
                    <a:pt x="7106" y="1168"/>
                    <a:pt x="6672" y="701"/>
                  </a:cubicBezTo>
                  <a:cubicBezTo>
                    <a:pt x="6472" y="468"/>
                    <a:pt x="6239" y="301"/>
                    <a:pt x="5972" y="168"/>
                  </a:cubicBezTo>
                  <a:cubicBezTo>
                    <a:pt x="5872" y="134"/>
                    <a:pt x="5772" y="101"/>
                    <a:pt x="5705" y="68"/>
                  </a:cubicBezTo>
                  <a:cubicBezTo>
                    <a:pt x="5572" y="34"/>
                    <a:pt x="5405" y="34"/>
                    <a:pt x="52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5"/>
            <p:cNvSpPr/>
            <p:nvPr/>
          </p:nvSpPr>
          <p:spPr>
            <a:xfrm>
              <a:off x="3616650" y="1934850"/>
              <a:ext cx="188825" cy="192375"/>
            </a:xfrm>
            <a:custGeom>
              <a:avLst/>
              <a:gdLst/>
              <a:ahLst/>
              <a:cxnLst/>
              <a:rect l="l" t="t" r="r" b="b"/>
              <a:pathLst>
                <a:path w="7553" h="7695" extrusionOk="0">
                  <a:moveTo>
                    <a:pt x="5184" y="1327"/>
                  </a:moveTo>
                  <a:cubicBezTo>
                    <a:pt x="5451" y="1360"/>
                    <a:pt x="5751" y="1493"/>
                    <a:pt x="5951" y="1727"/>
                  </a:cubicBezTo>
                  <a:cubicBezTo>
                    <a:pt x="5984" y="1760"/>
                    <a:pt x="6018" y="1827"/>
                    <a:pt x="6051" y="1894"/>
                  </a:cubicBezTo>
                  <a:cubicBezTo>
                    <a:pt x="6185" y="2127"/>
                    <a:pt x="6251" y="2361"/>
                    <a:pt x="6185" y="2628"/>
                  </a:cubicBezTo>
                  <a:cubicBezTo>
                    <a:pt x="6185" y="2694"/>
                    <a:pt x="6185" y="2728"/>
                    <a:pt x="6151" y="2794"/>
                  </a:cubicBezTo>
                  <a:lnTo>
                    <a:pt x="5951" y="3461"/>
                  </a:lnTo>
                  <a:cubicBezTo>
                    <a:pt x="5918" y="3628"/>
                    <a:pt x="5851" y="3762"/>
                    <a:pt x="5784" y="3928"/>
                  </a:cubicBezTo>
                  <a:cubicBezTo>
                    <a:pt x="5317" y="4996"/>
                    <a:pt x="4383" y="5796"/>
                    <a:pt x="3249" y="6097"/>
                  </a:cubicBezTo>
                  <a:cubicBezTo>
                    <a:pt x="3182" y="6130"/>
                    <a:pt x="3149" y="6130"/>
                    <a:pt x="3082" y="6163"/>
                  </a:cubicBezTo>
                  <a:cubicBezTo>
                    <a:pt x="3000" y="6181"/>
                    <a:pt x="2918" y="6189"/>
                    <a:pt x="2838" y="6189"/>
                  </a:cubicBezTo>
                  <a:cubicBezTo>
                    <a:pt x="2301" y="6189"/>
                    <a:pt x="1831" y="5814"/>
                    <a:pt x="1715" y="5263"/>
                  </a:cubicBezTo>
                  <a:cubicBezTo>
                    <a:pt x="1681" y="5096"/>
                    <a:pt x="1681" y="4896"/>
                    <a:pt x="1748" y="4729"/>
                  </a:cubicBezTo>
                  <a:lnTo>
                    <a:pt x="1948" y="4062"/>
                  </a:lnTo>
                  <a:cubicBezTo>
                    <a:pt x="2348" y="2694"/>
                    <a:pt x="3449" y="1694"/>
                    <a:pt x="4817" y="1360"/>
                  </a:cubicBezTo>
                  <a:cubicBezTo>
                    <a:pt x="4917" y="1327"/>
                    <a:pt x="5050" y="1327"/>
                    <a:pt x="5184" y="1327"/>
                  </a:cubicBezTo>
                  <a:close/>
                  <a:moveTo>
                    <a:pt x="5367" y="1"/>
                  </a:moveTo>
                  <a:cubicBezTo>
                    <a:pt x="5351" y="1"/>
                    <a:pt x="5334" y="9"/>
                    <a:pt x="5317" y="26"/>
                  </a:cubicBezTo>
                  <a:cubicBezTo>
                    <a:pt x="5150" y="26"/>
                    <a:pt x="5017" y="26"/>
                    <a:pt x="4850" y="59"/>
                  </a:cubicBezTo>
                  <a:cubicBezTo>
                    <a:pt x="3549" y="393"/>
                    <a:pt x="2415" y="1126"/>
                    <a:pt x="1615" y="2194"/>
                  </a:cubicBezTo>
                  <a:cubicBezTo>
                    <a:pt x="1214" y="2728"/>
                    <a:pt x="914" y="3328"/>
                    <a:pt x="714" y="3962"/>
                  </a:cubicBezTo>
                  <a:lnTo>
                    <a:pt x="447" y="4796"/>
                  </a:lnTo>
                  <a:cubicBezTo>
                    <a:pt x="0" y="6285"/>
                    <a:pt x="1123" y="7694"/>
                    <a:pt x="2579" y="7694"/>
                  </a:cubicBezTo>
                  <a:cubicBezTo>
                    <a:pt x="2754" y="7694"/>
                    <a:pt x="2933" y="7674"/>
                    <a:pt x="3116" y="7631"/>
                  </a:cubicBezTo>
                  <a:cubicBezTo>
                    <a:pt x="4317" y="7298"/>
                    <a:pt x="5417" y="6564"/>
                    <a:pt x="6185" y="5563"/>
                  </a:cubicBezTo>
                  <a:lnTo>
                    <a:pt x="6351" y="5363"/>
                  </a:lnTo>
                  <a:cubicBezTo>
                    <a:pt x="6351" y="5329"/>
                    <a:pt x="6385" y="5296"/>
                    <a:pt x="6385" y="5296"/>
                  </a:cubicBezTo>
                  <a:lnTo>
                    <a:pt x="6485" y="5163"/>
                  </a:lnTo>
                  <a:cubicBezTo>
                    <a:pt x="6518" y="5129"/>
                    <a:pt x="6518" y="5096"/>
                    <a:pt x="6551" y="5063"/>
                  </a:cubicBezTo>
                  <a:cubicBezTo>
                    <a:pt x="6585" y="5029"/>
                    <a:pt x="6585" y="4996"/>
                    <a:pt x="6618" y="4963"/>
                  </a:cubicBezTo>
                  <a:cubicBezTo>
                    <a:pt x="6652" y="4896"/>
                    <a:pt x="6685" y="4829"/>
                    <a:pt x="6718" y="4762"/>
                  </a:cubicBezTo>
                  <a:cubicBezTo>
                    <a:pt x="6785" y="4662"/>
                    <a:pt x="6818" y="4629"/>
                    <a:pt x="6852" y="4529"/>
                  </a:cubicBezTo>
                  <a:cubicBezTo>
                    <a:pt x="6852" y="4496"/>
                    <a:pt x="6885" y="4496"/>
                    <a:pt x="6885" y="4462"/>
                  </a:cubicBezTo>
                  <a:cubicBezTo>
                    <a:pt x="6918" y="4362"/>
                    <a:pt x="6985" y="4262"/>
                    <a:pt x="7018" y="4162"/>
                  </a:cubicBezTo>
                  <a:cubicBezTo>
                    <a:pt x="7085" y="3995"/>
                    <a:pt x="7152" y="3828"/>
                    <a:pt x="7219" y="3662"/>
                  </a:cubicBezTo>
                  <a:lnTo>
                    <a:pt x="7452" y="2828"/>
                  </a:lnTo>
                  <a:cubicBezTo>
                    <a:pt x="7485" y="2694"/>
                    <a:pt x="7519" y="2527"/>
                    <a:pt x="7552" y="2394"/>
                  </a:cubicBezTo>
                  <a:cubicBezTo>
                    <a:pt x="7552" y="2361"/>
                    <a:pt x="7552" y="2327"/>
                    <a:pt x="7552" y="2294"/>
                  </a:cubicBezTo>
                  <a:lnTo>
                    <a:pt x="7552" y="2227"/>
                  </a:lnTo>
                  <a:cubicBezTo>
                    <a:pt x="7552" y="2227"/>
                    <a:pt x="7552" y="2194"/>
                    <a:pt x="7552" y="2194"/>
                  </a:cubicBezTo>
                  <a:lnTo>
                    <a:pt x="7552" y="2060"/>
                  </a:lnTo>
                  <a:lnTo>
                    <a:pt x="7552" y="1894"/>
                  </a:lnTo>
                  <a:cubicBezTo>
                    <a:pt x="7519" y="1827"/>
                    <a:pt x="7519" y="1760"/>
                    <a:pt x="7485" y="1694"/>
                  </a:cubicBezTo>
                  <a:cubicBezTo>
                    <a:pt x="7485" y="1627"/>
                    <a:pt x="7485" y="1593"/>
                    <a:pt x="7452" y="1560"/>
                  </a:cubicBezTo>
                  <a:cubicBezTo>
                    <a:pt x="7452" y="1493"/>
                    <a:pt x="7452" y="1460"/>
                    <a:pt x="7419" y="1393"/>
                  </a:cubicBezTo>
                  <a:cubicBezTo>
                    <a:pt x="7419" y="1360"/>
                    <a:pt x="7385" y="1327"/>
                    <a:pt x="7385" y="1293"/>
                  </a:cubicBezTo>
                  <a:lnTo>
                    <a:pt x="7385" y="1260"/>
                  </a:lnTo>
                  <a:cubicBezTo>
                    <a:pt x="7352" y="1193"/>
                    <a:pt x="7319" y="1126"/>
                    <a:pt x="7285" y="1060"/>
                  </a:cubicBezTo>
                  <a:cubicBezTo>
                    <a:pt x="7185" y="926"/>
                    <a:pt x="7085" y="793"/>
                    <a:pt x="6985" y="659"/>
                  </a:cubicBezTo>
                  <a:cubicBezTo>
                    <a:pt x="6918" y="593"/>
                    <a:pt x="6852" y="526"/>
                    <a:pt x="6785" y="493"/>
                  </a:cubicBezTo>
                  <a:cubicBezTo>
                    <a:pt x="6752" y="459"/>
                    <a:pt x="6718" y="426"/>
                    <a:pt x="6685" y="393"/>
                  </a:cubicBezTo>
                  <a:lnTo>
                    <a:pt x="6585" y="326"/>
                  </a:lnTo>
                  <a:cubicBezTo>
                    <a:pt x="6585" y="326"/>
                    <a:pt x="6551" y="293"/>
                    <a:pt x="6518" y="293"/>
                  </a:cubicBezTo>
                  <a:cubicBezTo>
                    <a:pt x="6518" y="293"/>
                    <a:pt x="6485" y="259"/>
                    <a:pt x="6451" y="259"/>
                  </a:cubicBezTo>
                  <a:lnTo>
                    <a:pt x="6351" y="192"/>
                  </a:lnTo>
                  <a:cubicBezTo>
                    <a:pt x="6285" y="159"/>
                    <a:pt x="6218" y="126"/>
                    <a:pt x="6118" y="92"/>
                  </a:cubicBezTo>
                  <a:cubicBezTo>
                    <a:pt x="6051" y="92"/>
                    <a:pt x="6018" y="59"/>
                    <a:pt x="5951" y="59"/>
                  </a:cubicBezTo>
                  <a:lnTo>
                    <a:pt x="5851" y="59"/>
                  </a:lnTo>
                  <a:cubicBezTo>
                    <a:pt x="5784" y="26"/>
                    <a:pt x="5718" y="26"/>
                    <a:pt x="5651" y="26"/>
                  </a:cubicBezTo>
                  <a:cubicBezTo>
                    <a:pt x="5634" y="9"/>
                    <a:pt x="5609" y="1"/>
                    <a:pt x="5584" y="1"/>
                  </a:cubicBezTo>
                  <a:cubicBezTo>
                    <a:pt x="5559" y="1"/>
                    <a:pt x="5534" y="9"/>
                    <a:pt x="5517" y="26"/>
                  </a:cubicBezTo>
                  <a:lnTo>
                    <a:pt x="5417" y="26"/>
                  </a:lnTo>
                  <a:cubicBezTo>
                    <a:pt x="5401" y="9"/>
                    <a:pt x="5384" y="1"/>
                    <a:pt x="53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5"/>
            <p:cNvSpPr/>
            <p:nvPr/>
          </p:nvSpPr>
          <p:spPr>
            <a:xfrm>
              <a:off x="3659500" y="2066400"/>
              <a:ext cx="875" cy="1700"/>
            </a:xfrm>
            <a:custGeom>
              <a:avLst/>
              <a:gdLst/>
              <a:ahLst/>
              <a:cxnLst/>
              <a:rect l="l" t="t" r="r" b="b"/>
              <a:pathLst>
                <a:path w="35" h="68" extrusionOk="0">
                  <a:moveTo>
                    <a:pt x="34" y="67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5"/>
            <p:cNvSpPr/>
            <p:nvPr/>
          </p:nvSpPr>
          <p:spPr>
            <a:xfrm>
              <a:off x="3697875" y="2087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99CA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1" name="Google Shape;1271;p35"/>
          <p:cNvSpPr/>
          <p:nvPr/>
        </p:nvSpPr>
        <p:spPr>
          <a:xfrm>
            <a:off x="3240900" y="4303725"/>
            <a:ext cx="302725" cy="301900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0"/>
                </a:moveTo>
                <a:lnTo>
                  <a:pt x="5504" y="2302"/>
                </a:lnTo>
                <a:cubicBezTo>
                  <a:pt x="5137" y="3870"/>
                  <a:pt x="3903" y="5104"/>
                  <a:pt x="2335" y="5471"/>
                </a:cubicBezTo>
                <a:lnTo>
                  <a:pt x="0" y="6005"/>
                </a:lnTo>
                <a:lnTo>
                  <a:pt x="2335" y="6572"/>
                </a:lnTo>
                <a:cubicBezTo>
                  <a:pt x="3903" y="6939"/>
                  <a:pt x="5137" y="8173"/>
                  <a:pt x="5504" y="9741"/>
                </a:cubicBezTo>
                <a:lnTo>
                  <a:pt x="6038" y="12076"/>
                </a:lnTo>
                <a:lnTo>
                  <a:pt x="6605" y="9741"/>
                </a:lnTo>
                <a:cubicBezTo>
                  <a:pt x="6972" y="8173"/>
                  <a:pt x="8206" y="6939"/>
                  <a:pt x="9774" y="6572"/>
                </a:cubicBezTo>
                <a:lnTo>
                  <a:pt x="12109" y="6038"/>
                </a:lnTo>
                <a:lnTo>
                  <a:pt x="9774" y="5471"/>
                </a:lnTo>
                <a:cubicBezTo>
                  <a:pt x="8206" y="5104"/>
                  <a:pt x="6972" y="3870"/>
                  <a:pt x="6605" y="2302"/>
                </a:cubicBezTo>
                <a:lnTo>
                  <a:pt x="6071" y="0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35"/>
          <p:cNvSpPr/>
          <p:nvPr/>
        </p:nvSpPr>
        <p:spPr>
          <a:xfrm>
            <a:off x="3240900" y="537850"/>
            <a:ext cx="302725" cy="301900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1"/>
                </a:moveTo>
                <a:lnTo>
                  <a:pt x="5504" y="2336"/>
                </a:lnTo>
                <a:cubicBezTo>
                  <a:pt x="5137" y="3903"/>
                  <a:pt x="3903" y="5138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37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109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71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37"/>
          <p:cNvSpPr/>
          <p:nvPr/>
        </p:nvSpPr>
        <p:spPr>
          <a:xfrm>
            <a:off x="5366850" y="1400825"/>
            <a:ext cx="3054900" cy="30549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37"/>
          <p:cNvSpPr txBox="1">
            <a:spLocks noGrp="1"/>
          </p:cNvSpPr>
          <p:nvPr>
            <p:ph type="body" idx="1"/>
          </p:nvPr>
        </p:nvSpPr>
        <p:spPr>
          <a:xfrm>
            <a:off x="349733" y="1400825"/>
            <a:ext cx="4956541" cy="30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0988" indent="-239713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Promosi</a:t>
            </a:r>
            <a:r>
              <a:rPr lang="en-US" sz="1600" dirty="0"/>
              <a:t> </a:t>
            </a:r>
            <a:r>
              <a:rPr lang="en-US" sz="1600" dirty="0" err="1"/>
              <a:t>usaha</a:t>
            </a:r>
            <a:r>
              <a:rPr lang="en-US" sz="1600" dirty="0"/>
              <a:t> </a:t>
            </a:r>
            <a:r>
              <a:rPr lang="en-US" sz="1600" dirty="0" err="1"/>
              <a:t>masih</a:t>
            </a:r>
            <a:r>
              <a:rPr lang="en-US" sz="1600" dirty="0"/>
              <a:t> </a:t>
            </a:r>
            <a:r>
              <a:rPr lang="en-US" sz="1600" dirty="0" err="1"/>
              <a:t>terbatas</a:t>
            </a:r>
            <a:r>
              <a:rPr lang="en-US" sz="1600" dirty="0"/>
              <a:t> pada </a:t>
            </a:r>
            <a:r>
              <a:rPr lang="en-US" sz="1600" dirty="0" err="1"/>
              <a:t>lingkungan</a:t>
            </a:r>
            <a:r>
              <a:rPr lang="en-US" sz="1600" dirty="0"/>
              <a:t> </a:t>
            </a:r>
            <a:r>
              <a:rPr lang="en-US" sz="1600" dirty="0" err="1"/>
              <a:t>sekitar</a:t>
            </a:r>
            <a:r>
              <a:rPr lang="en-US" sz="1600" dirty="0"/>
              <a:t>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jangkauan</a:t>
            </a:r>
            <a:r>
              <a:rPr lang="en-US" sz="1600" dirty="0"/>
              <a:t> </a:t>
            </a:r>
            <a:r>
              <a:rPr lang="en-US" sz="1600" dirty="0" err="1"/>
              <a:t>pelanggan</a:t>
            </a:r>
            <a:r>
              <a:rPr lang="en-US" sz="1600" dirty="0"/>
              <a:t>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luas</a:t>
            </a:r>
            <a:r>
              <a:rPr lang="en-US" sz="1600" dirty="0"/>
              <a:t>.</a:t>
            </a:r>
          </a:p>
          <a:p>
            <a:pPr marL="280988" indent="-239713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Proses </a:t>
            </a:r>
            <a:r>
              <a:rPr lang="en-US" sz="1600" dirty="0" err="1"/>
              <a:t>pemesanan</a:t>
            </a:r>
            <a:r>
              <a:rPr lang="en-US" sz="1600" dirty="0"/>
              <a:t> </a:t>
            </a:r>
            <a:r>
              <a:rPr lang="en-US" sz="1600" dirty="0" err="1"/>
              <a:t>dilakukan</a:t>
            </a:r>
            <a:r>
              <a:rPr lang="en-US" sz="1600" dirty="0"/>
              <a:t> secara manual </a:t>
            </a:r>
            <a:r>
              <a:rPr lang="en-US" sz="1600" dirty="0" err="1"/>
              <a:t>melalui</a:t>
            </a:r>
            <a:r>
              <a:rPr lang="en-US" sz="1600" dirty="0"/>
              <a:t> chat,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berpotensi</a:t>
            </a:r>
            <a:r>
              <a:rPr lang="en-US" sz="1600" dirty="0"/>
              <a:t>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miskomunikasi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keterlambatan</a:t>
            </a:r>
            <a:r>
              <a:rPr lang="en-US" sz="1600" dirty="0"/>
              <a:t> </a:t>
            </a:r>
            <a:r>
              <a:rPr lang="en-US" sz="1600" dirty="0" err="1"/>
              <a:t>respons</a:t>
            </a:r>
            <a:r>
              <a:rPr lang="en-US" sz="1600" dirty="0"/>
              <a:t>.</a:t>
            </a:r>
          </a:p>
          <a:p>
            <a:pPr marL="280988" indent="-239713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Informasi</a:t>
            </a:r>
            <a:r>
              <a:rPr lang="en-US" sz="1600" dirty="0"/>
              <a:t> menu dan </a:t>
            </a:r>
            <a:r>
              <a:rPr lang="en-US" sz="1600" dirty="0" err="1"/>
              <a:t>harga</a:t>
            </a:r>
            <a:r>
              <a:rPr lang="en-US" sz="1600" dirty="0"/>
              <a:t>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tersaji</a:t>
            </a:r>
            <a:r>
              <a:rPr lang="en-US" sz="1600" dirty="0"/>
              <a:t> secara </a:t>
            </a:r>
            <a:r>
              <a:rPr lang="en-US" sz="1600" dirty="0" err="1"/>
              <a:t>terstruktur</a:t>
            </a:r>
            <a:r>
              <a:rPr lang="en-US" sz="1600" dirty="0"/>
              <a:t>,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pelanggan</a:t>
            </a:r>
            <a:r>
              <a:rPr lang="en-US" sz="1600" dirty="0"/>
              <a:t> </a:t>
            </a:r>
            <a:r>
              <a:rPr lang="en-US" sz="1600" dirty="0" err="1"/>
              <a:t>perlu</a:t>
            </a:r>
            <a:r>
              <a:rPr lang="en-US" sz="1600" dirty="0"/>
              <a:t> </a:t>
            </a:r>
            <a:r>
              <a:rPr lang="en-US" sz="1600" dirty="0" err="1"/>
              <a:t>bertanya</a:t>
            </a:r>
            <a:r>
              <a:rPr lang="en-US" sz="1600" dirty="0"/>
              <a:t> </a:t>
            </a:r>
            <a:r>
              <a:rPr lang="en-US" sz="1600" dirty="0" err="1"/>
              <a:t>langsung</a:t>
            </a:r>
            <a:r>
              <a:rPr lang="en-US" sz="1600" dirty="0"/>
              <a:t>.</a:t>
            </a:r>
          </a:p>
          <a:p>
            <a:pPr marL="280988" indent="-239713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Pencatatan</a:t>
            </a:r>
            <a:r>
              <a:rPr lang="en-US" sz="1600" dirty="0"/>
              <a:t> </a:t>
            </a:r>
            <a:r>
              <a:rPr lang="en-US" sz="1600" dirty="0" err="1"/>
              <a:t>pesanan</a:t>
            </a:r>
            <a:r>
              <a:rPr lang="en-US" sz="1600" dirty="0"/>
              <a:t> dan data </a:t>
            </a:r>
            <a:r>
              <a:rPr lang="en-US" sz="1600" dirty="0" err="1"/>
              <a:t>pelanggan</a:t>
            </a:r>
            <a:r>
              <a:rPr lang="en-US" sz="1600" dirty="0"/>
              <a:t>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terdigitalisasi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baik</a:t>
            </a:r>
            <a:r>
              <a:rPr lang="en-US" sz="1600" dirty="0"/>
              <a:t>.</a:t>
            </a:r>
          </a:p>
        </p:txBody>
      </p:sp>
      <p:sp>
        <p:nvSpPr>
          <p:cNvPr id="1346" name="Google Shape;1346;p37"/>
          <p:cNvSpPr txBox="1">
            <a:spLocks noGrp="1"/>
          </p:cNvSpPr>
          <p:nvPr>
            <p:ph type="title"/>
          </p:nvPr>
        </p:nvSpPr>
        <p:spPr>
          <a:xfrm>
            <a:off x="649661" y="446825"/>
            <a:ext cx="57813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/>
              <a:t>Identifikasi</a:t>
            </a:r>
            <a:r>
              <a:rPr lang="en-US" sz="3600" dirty="0"/>
              <a:t> </a:t>
            </a:r>
            <a:r>
              <a:rPr lang="en-US" sz="3600" dirty="0" err="1"/>
              <a:t>Masalah</a:t>
            </a:r>
            <a:endParaRPr sz="3600" dirty="0"/>
          </a:p>
        </p:txBody>
      </p:sp>
      <p:pic>
        <p:nvPicPr>
          <p:cNvPr id="1347" name="Google Shape;1347;p37"/>
          <p:cNvPicPr preferRelativeResize="0"/>
          <p:nvPr/>
        </p:nvPicPr>
        <p:blipFill rotWithShape="1">
          <a:blip r:embed="rId3">
            <a:alphaModFix/>
          </a:blip>
          <a:srcRect l="20380" t="4883" r="9942" b="8069"/>
          <a:stretch/>
        </p:blipFill>
        <p:spPr>
          <a:xfrm>
            <a:off x="5497350" y="1532225"/>
            <a:ext cx="2793900" cy="27921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48" name="Google Shape;1348;p37"/>
          <p:cNvGrpSpPr/>
          <p:nvPr/>
        </p:nvGrpSpPr>
        <p:grpSpPr>
          <a:xfrm>
            <a:off x="5306275" y="1341688"/>
            <a:ext cx="3176049" cy="3174686"/>
            <a:chOff x="5306275" y="1341688"/>
            <a:chExt cx="3176049" cy="3174686"/>
          </a:xfrm>
        </p:grpSpPr>
        <p:sp>
          <p:nvSpPr>
            <p:cNvPr id="1349" name="Google Shape;1349;p37"/>
            <p:cNvSpPr/>
            <p:nvPr/>
          </p:nvSpPr>
          <p:spPr>
            <a:xfrm>
              <a:off x="8239788" y="4273858"/>
              <a:ext cx="242536" cy="242516"/>
            </a:xfrm>
            <a:custGeom>
              <a:avLst/>
              <a:gdLst/>
              <a:ahLst/>
              <a:cxnLst/>
              <a:rect l="l" t="t" r="r" b="b"/>
              <a:pathLst>
                <a:path w="12077" h="12076" extrusionOk="0">
                  <a:moveTo>
                    <a:pt x="6039" y="0"/>
                  </a:moveTo>
                  <a:lnTo>
                    <a:pt x="5472" y="2302"/>
                  </a:lnTo>
                  <a:cubicBezTo>
                    <a:pt x="5105" y="3870"/>
                    <a:pt x="3870" y="5104"/>
                    <a:pt x="2303" y="5471"/>
                  </a:cubicBezTo>
                  <a:lnTo>
                    <a:pt x="1" y="6005"/>
                  </a:lnTo>
                  <a:lnTo>
                    <a:pt x="2303" y="6572"/>
                  </a:lnTo>
                  <a:cubicBezTo>
                    <a:pt x="3870" y="6939"/>
                    <a:pt x="5105" y="8173"/>
                    <a:pt x="5472" y="9741"/>
                  </a:cubicBezTo>
                  <a:lnTo>
                    <a:pt x="6039" y="12076"/>
                  </a:lnTo>
                  <a:lnTo>
                    <a:pt x="6572" y="9741"/>
                  </a:lnTo>
                  <a:cubicBezTo>
                    <a:pt x="6973" y="8173"/>
                    <a:pt x="8173" y="6939"/>
                    <a:pt x="9775" y="6572"/>
                  </a:cubicBezTo>
                  <a:lnTo>
                    <a:pt x="12076" y="6038"/>
                  </a:lnTo>
                  <a:lnTo>
                    <a:pt x="9775" y="5471"/>
                  </a:lnTo>
                  <a:cubicBezTo>
                    <a:pt x="8173" y="5104"/>
                    <a:pt x="6973" y="3870"/>
                    <a:pt x="6572" y="2302"/>
                  </a:cubicBezTo>
                  <a:lnTo>
                    <a:pt x="6039" y="0"/>
                  </a:lnTo>
                  <a:close/>
                </a:path>
              </a:pathLst>
            </a:custGeom>
            <a:solidFill>
              <a:srgbClr val="F1E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7"/>
            <p:cNvSpPr/>
            <p:nvPr/>
          </p:nvSpPr>
          <p:spPr>
            <a:xfrm>
              <a:off x="5306275" y="1341688"/>
              <a:ext cx="242546" cy="242546"/>
            </a:xfrm>
            <a:custGeom>
              <a:avLst/>
              <a:gdLst/>
              <a:ahLst/>
              <a:cxnLst/>
              <a:rect l="l" t="t" r="r" b="b"/>
              <a:pathLst>
                <a:path w="12076" h="12076" extrusionOk="0">
                  <a:moveTo>
                    <a:pt x="6038" y="1"/>
                  </a:moveTo>
                  <a:lnTo>
                    <a:pt x="5504" y="2336"/>
                  </a:lnTo>
                  <a:cubicBezTo>
                    <a:pt x="5104" y="3903"/>
                    <a:pt x="3903" y="5104"/>
                    <a:pt x="2335" y="5505"/>
                  </a:cubicBezTo>
                  <a:lnTo>
                    <a:pt x="0" y="6038"/>
                  </a:lnTo>
                  <a:lnTo>
                    <a:pt x="2335" y="6605"/>
                  </a:lnTo>
                  <a:cubicBezTo>
                    <a:pt x="3903" y="6972"/>
                    <a:pt x="5104" y="8207"/>
                    <a:pt x="5504" y="9774"/>
                  </a:cubicBezTo>
                  <a:lnTo>
                    <a:pt x="6038" y="12076"/>
                  </a:lnTo>
                  <a:lnTo>
                    <a:pt x="6605" y="9774"/>
                  </a:lnTo>
                  <a:cubicBezTo>
                    <a:pt x="6972" y="8207"/>
                    <a:pt x="8206" y="6972"/>
                    <a:pt x="9774" y="6605"/>
                  </a:cubicBezTo>
                  <a:lnTo>
                    <a:pt x="12075" y="6038"/>
                  </a:lnTo>
                  <a:lnTo>
                    <a:pt x="9774" y="5505"/>
                  </a:lnTo>
                  <a:cubicBezTo>
                    <a:pt x="8206" y="5104"/>
                    <a:pt x="6972" y="3903"/>
                    <a:pt x="6605" y="2336"/>
                  </a:cubicBezTo>
                  <a:lnTo>
                    <a:pt x="6038" y="1"/>
                  </a:lnTo>
                  <a:close/>
                </a:path>
              </a:pathLst>
            </a:custGeom>
            <a:solidFill>
              <a:srgbClr val="F1E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1271;p35">
            <a:extLst>
              <a:ext uri="{FF2B5EF4-FFF2-40B4-BE49-F238E27FC236}">
                <a16:creationId xmlns:a16="http://schemas.microsoft.com/office/drawing/2014/main" id="{0B0A5912-845F-43DA-BB8A-02308EAAA826}"/>
              </a:ext>
            </a:extLst>
          </p:cNvPr>
          <p:cNvSpPr/>
          <p:nvPr/>
        </p:nvSpPr>
        <p:spPr>
          <a:xfrm>
            <a:off x="8239789" y="4272346"/>
            <a:ext cx="242536" cy="241004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0"/>
                </a:moveTo>
                <a:lnTo>
                  <a:pt x="5504" y="2302"/>
                </a:lnTo>
                <a:cubicBezTo>
                  <a:pt x="5137" y="3870"/>
                  <a:pt x="3903" y="5104"/>
                  <a:pt x="2335" y="5471"/>
                </a:cubicBezTo>
                <a:lnTo>
                  <a:pt x="0" y="6005"/>
                </a:lnTo>
                <a:lnTo>
                  <a:pt x="2335" y="6572"/>
                </a:lnTo>
                <a:cubicBezTo>
                  <a:pt x="3903" y="6939"/>
                  <a:pt x="5137" y="8173"/>
                  <a:pt x="5504" y="9741"/>
                </a:cubicBezTo>
                <a:lnTo>
                  <a:pt x="6038" y="12076"/>
                </a:lnTo>
                <a:lnTo>
                  <a:pt x="6605" y="9741"/>
                </a:lnTo>
                <a:cubicBezTo>
                  <a:pt x="6972" y="8173"/>
                  <a:pt x="8206" y="6939"/>
                  <a:pt x="9774" y="6572"/>
                </a:cubicBezTo>
                <a:lnTo>
                  <a:pt x="12109" y="6038"/>
                </a:lnTo>
                <a:lnTo>
                  <a:pt x="9774" y="5471"/>
                </a:lnTo>
                <a:cubicBezTo>
                  <a:pt x="8206" y="5104"/>
                  <a:pt x="6972" y="3870"/>
                  <a:pt x="6605" y="2302"/>
                </a:cubicBezTo>
                <a:lnTo>
                  <a:pt x="6071" y="0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272;p35">
            <a:extLst>
              <a:ext uri="{FF2B5EF4-FFF2-40B4-BE49-F238E27FC236}">
                <a16:creationId xmlns:a16="http://schemas.microsoft.com/office/drawing/2014/main" id="{A38D8686-F394-4096-B543-AE7418E279F2}"/>
              </a:ext>
            </a:extLst>
          </p:cNvPr>
          <p:cNvSpPr/>
          <p:nvPr/>
        </p:nvSpPr>
        <p:spPr>
          <a:xfrm>
            <a:off x="5306276" y="1340176"/>
            <a:ext cx="242545" cy="244058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1"/>
                </a:moveTo>
                <a:lnTo>
                  <a:pt x="5504" y="2336"/>
                </a:lnTo>
                <a:cubicBezTo>
                  <a:pt x="5137" y="3903"/>
                  <a:pt x="3903" y="5138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37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109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71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41"/>
          <p:cNvSpPr txBox="1">
            <a:spLocks noGrp="1"/>
          </p:cNvSpPr>
          <p:nvPr>
            <p:ph type="title"/>
          </p:nvPr>
        </p:nvSpPr>
        <p:spPr>
          <a:xfrm>
            <a:off x="4295061" y="1229176"/>
            <a:ext cx="4380089" cy="4634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Solusi</a:t>
            </a:r>
          </a:p>
        </p:txBody>
      </p:sp>
      <p:sp>
        <p:nvSpPr>
          <p:cNvPr id="1405" name="Google Shape;1405;p41"/>
          <p:cNvSpPr txBox="1">
            <a:spLocks noGrp="1"/>
          </p:cNvSpPr>
          <p:nvPr>
            <p:ph type="subTitle" idx="1"/>
          </p:nvPr>
        </p:nvSpPr>
        <p:spPr>
          <a:xfrm>
            <a:off x="4295061" y="1692659"/>
            <a:ext cx="4380089" cy="27269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Untuk </a:t>
            </a:r>
            <a:r>
              <a:rPr lang="en-US" sz="1600" dirty="0" err="1"/>
              <a:t>membantu</a:t>
            </a:r>
            <a:r>
              <a:rPr lang="en-US" sz="1600" dirty="0"/>
              <a:t> </a:t>
            </a:r>
            <a:r>
              <a:rPr lang="en-US" sz="1600" dirty="0" err="1"/>
              <a:t>Dapur</a:t>
            </a:r>
            <a:r>
              <a:rPr lang="en-US" sz="1600" dirty="0"/>
              <a:t> UNI </a:t>
            </a:r>
            <a:r>
              <a:rPr lang="en-US" sz="1600" dirty="0" err="1"/>
              <a:t>memperluas</a:t>
            </a:r>
            <a:r>
              <a:rPr lang="en-US" sz="1600" dirty="0"/>
              <a:t> </a:t>
            </a:r>
            <a:r>
              <a:rPr lang="en-US" sz="1600" dirty="0" err="1"/>
              <a:t>jangkauan</a:t>
            </a:r>
            <a:r>
              <a:rPr lang="en-US" sz="1600" dirty="0"/>
              <a:t> </a:t>
            </a:r>
            <a:r>
              <a:rPr lang="en-US" sz="1600" dirty="0" err="1"/>
              <a:t>pelanggan</a:t>
            </a:r>
            <a:r>
              <a:rPr lang="en-US" sz="1600" dirty="0"/>
              <a:t> dan </a:t>
            </a:r>
            <a:r>
              <a:rPr lang="en-US" sz="1600" dirty="0" err="1"/>
              <a:t>mempermudah</a:t>
            </a:r>
            <a:r>
              <a:rPr lang="en-US" sz="1600" dirty="0"/>
              <a:t> proses </a:t>
            </a:r>
            <a:r>
              <a:rPr lang="en-US" sz="1600" dirty="0" err="1"/>
              <a:t>pemesanan</a:t>
            </a:r>
            <a:r>
              <a:rPr lang="en-US" sz="1600" dirty="0"/>
              <a:t>, </a:t>
            </a:r>
            <a:r>
              <a:rPr lang="en-US" sz="1600" dirty="0" err="1"/>
              <a:t>tim</a:t>
            </a:r>
            <a:r>
              <a:rPr lang="en-US" sz="1600" dirty="0"/>
              <a:t> kami </a:t>
            </a:r>
            <a:r>
              <a:rPr lang="en-US" sz="1600" dirty="0" err="1"/>
              <a:t>mengusulkan</a:t>
            </a:r>
            <a:r>
              <a:rPr lang="en-US" sz="1600" dirty="0"/>
              <a:t> </a:t>
            </a:r>
            <a:r>
              <a:rPr lang="en-US" sz="1600" dirty="0" err="1"/>
              <a:t>pengembangan</a:t>
            </a:r>
            <a:r>
              <a:rPr lang="en-US" sz="1600" dirty="0"/>
              <a:t> Website </a:t>
            </a:r>
            <a:r>
              <a:rPr lang="en-US" sz="1600" dirty="0" err="1"/>
              <a:t>Promosi</a:t>
            </a:r>
            <a:r>
              <a:rPr lang="en-US" sz="1600" dirty="0"/>
              <a:t> dan </a:t>
            </a:r>
            <a:r>
              <a:rPr lang="en-US" sz="1600" dirty="0" err="1"/>
              <a:t>Katalog</a:t>
            </a:r>
            <a:r>
              <a:rPr lang="en-US" sz="1600" dirty="0"/>
              <a:t> Menu. Website ini </a:t>
            </a:r>
            <a:r>
              <a:rPr lang="en-US" sz="1600" dirty="0" err="1"/>
              <a:t>berfungsi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media </a:t>
            </a:r>
            <a:r>
              <a:rPr lang="en-US" sz="1600" dirty="0" err="1"/>
              <a:t>informasi</a:t>
            </a:r>
            <a:r>
              <a:rPr lang="en-US" sz="1600" dirty="0"/>
              <a:t> dan </a:t>
            </a:r>
            <a:r>
              <a:rPr lang="en-US" sz="1600" dirty="0" err="1"/>
              <a:t>pemesanan</a:t>
            </a:r>
            <a:r>
              <a:rPr lang="en-US" sz="1600" dirty="0"/>
              <a:t> </a:t>
            </a:r>
            <a:r>
              <a:rPr lang="en-US" sz="1600" dirty="0" err="1"/>
              <a:t>sederhana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WhatsApp </a:t>
            </a:r>
            <a:r>
              <a:rPr lang="en-US" sz="1600" dirty="0" err="1"/>
              <a:t>dengan</a:t>
            </a:r>
            <a:r>
              <a:rPr lang="en-US" sz="1600" dirty="0"/>
              <a:t> format </a:t>
            </a:r>
            <a:r>
              <a:rPr lang="en-US" sz="1600" dirty="0" err="1"/>
              <a:t>pesan</a:t>
            </a:r>
            <a:r>
              <a:rPr lang="en-US" sz="1600" dirty="0"/>
              <a:t> </a:t>
            </a:r>
            <a:r>
              <a:rPr lang="en-US" sz="1600" dirty="0" err="1"/>
              <a:t>otomatis</a:t>
            </a:r>
            <a:r>
              <a:rPr lang="en-US" sz="1600" dirty="0"/>
              <a:t>,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pelanggan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berinteraksi</a:t>
            </a:r>
            <a:r>
              <a:rPr lang="en-US" sz="1600" dirty="0"/>
              <a:t> </a:t>
            </a:r>
            <a:r>
              <a:rPr lang="en-US" sz="1600" dirty="0" err="1"/>
              <a:t>langsung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pemilik</a:t>
            </a:r>
            <a:r>
              <a:rPr lang="en-US" sz="1600" dirty="0"/>
              <a:t> </a:t>
            </a:r>
            <a:r>
              <a:rPr lang="en-US" sz="1600" dirty="0" err="1"/>
              <a:t>usaha</a:t>
            </a:r>
            <a:r>
              <a:rPr lang="en-US" sz="1600" dirty="0"/>
              <a:t> secara </a:t>
            </a:r>
            <a:r>
              <a:rPr lang="en-US" sz="1600" dirty="0" err="1"/>
              <a:t>praktis</a:t>
            </a:r>
            <a:r>
              <a:rPr lang="en-US" sz="1600" dirty="0"/>
              <a:t>.</a:t>
            </a:r>
            <a:endParaRPr sz="1600" dirty="0"/>
          </a:p>
        </p:txBody>
      </p:sp>
      <p:sp>
        <p:nvSpPr>
          <p:cNvPr id="1407" name="Google Shape;1407;p41"/>
          <p:cNvSpPr/>
          <p:nvPr/>
        </p:nvSpPr>
        <p:spPr>
          <a:xfrm>
            <a:off x="1109663" y="1043538"/>
            <a:ext cx="3054900" cy="30549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8" name="Google Shape;1408;p41"/>
          <p:cNvPicPr preferRelativeResize="0"/>
          <p:nvPr/>
        </p:nvPicPr>
        <p:blipFill rotWithShape="1">
          <a:blip r:embed="rId3">
            <a:alphaModFix/>
          </a:blip>
          <a:srcRect t="25748" b="7544"/>
          <a:stretch/>
        </p:blipFill>
        <p:spPr>
          <a:xfrm>
            <a:off x="1240163" y="1174938"/>
            <a:ext cx="2793900" cy="27921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409" name="Google Shape;1409;p41"/>
          <p:cNvGrpSpPr/>
          <p:nvPr/>
        </p:nvGrpSpPr>
        <p:grpSpPr>
          <a:xfrm>
            <a:off x="1049088" y="984400"/>
            <a:ext cx="3176049" cy="3174686"/>
            <a:chOff x="5306275" y="1341688"/>
            <a:chExt cx="3176049" cy="3174686"/>
          </a:xfrm>
        </p:grpSpPr>
        <p:sp>
          <p:nvSpPr>
            <p:cNvPr id="1410" name="Google Shape;1410;p41"/>
            <p:cNvSpPr/>
            <p:nvPr/>
          </p:nvSpPr>
          <p:spPr>
            <a:xfrm>
              <a:off x="8239788" y="4273858"/>
              <a:ext cx="242536" cy="242516"/>
            </a:xfrm>
            <a:custGeom>
              <a:avLst/>
              <a:gdLst/>
              <a:ahLst/>
              <a:cxnLst/>
              <a:rect l="l" t="t" r="r" b="b"/>
              <a:pathLst>
                <a:path w="12077" h="12076" extrusionOk="0">
                  <a:moveTo>
                    <a:pt x="6039" y="0"/>
                  </a:moveTo>
                  <a:lnTo>
                    <a:pt x="5472" y="2302"/>
                  </a:lnTo>
                  <a:cubicBezTo>
                    <a:pt x="5105" y="3870"/>
                    <a:pt x="3870" y="5104"/>
                    <a:pt x="2303" y="5471"/>
                  </a:cubicBezTo>
                  <a:lnTo>
                    <a:pt x="1" y="6005"/>
                  </a:lnTo>
                  <a:lnTo>
                    <a:pt x="2303" y="6572"/>
                  </a:lnTo>
                  <a:cubicBezTo>
                    <a:pt x="3870" y="6939"/>
                    <a:pt x="5105" y="8173"/>
                    <a:pt x="5472" y="9741"/>
                  </a:cubicBezTo>
                  <a:lnTo>
                    <a:pt x="6039" y="12076"/>
                  </a:lnTo>
                  <a:lnTo>
                    <a:pt x="6572" y="9741"/>
                  </a:lnTo>
                  <a:cubicBezTo>
                    <a:pt x="6973" y="8173"/>
                    <a:pt x="8173" y="6939"/>
                    <a:pt x="9775" y="6572"/>
                  </a:cubicBezTo>
                  <a:lnTo>
                    <a:pt x="12076" y="6038"/>
                  </a:lnTo>
                  <a:lnTo>
                    <a:pt x="9775" y="5471"/>
                  </a:lnTo>
                  <a:cubicBezTo>
                    <a:pt x="8173" y="5104"/>
                    <a:pt x="6973" y="3870"/>
                    <a:pt x="6572" y="2302"/>
                  </a:cubicBezTo>
                  <a:lnTo>
                    <a:pt x="6039" y="0"/>
                  </a:lnTo>
                  <a:close/>
                </a:path>
              </a:pathLst>
            </a:custGeom>
            <a:solidFill>
              <a:srgbClr val="F1E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5306275" y="1341688"/>
              <a:ext cx="242546" cy="242546"/>
            </a:xfrm>
            <a:custGeom>
              <a:avLst/>
              <a:gdLst/>
              <a:ahLst/>
              <a:cxnLst/>
              <a:rect l="l" t="t" r="r" b="b"/>
              <a:pathLst>
                <a:path w="12076" h="12076" extrusionOk="0">
                  <a:moveTo>
                    <a:pt x="6038" y="1"/>
                  </a:moveTo>
                  <a:lnTo>
                    <a:pt x="5504" y="2336"/>
                  </a:lnTo>
                  <a:cubicBezTo>
                    <a:pt x="5104" y="3903"/>
                    <a:pt x="3903" y="5104"/>
                    <a:pt x="2335" y="5505"/>
                  </a:cubicBezTo>
                  <a:lnTo>
                    <a:pt x="0" y="6038"/>
                  </a:lnTo>
                  <a:lnTo>
                    <a:pt x="2335" y="6605"/>
                  </a:lnTo>
                  <a:cubicBezTo>
                    <a:pt x="3903" y="6972"/>
                    <a:pt x="5104" y="8207"/>
                    <a:pt x="5504" y="9774"/>
                  </a:cubicBezTo>
                  <a:lnTo>
                    <a:pt x="6038" y="12076"/>
                  </a:lnTo>
                  <a:lnTo>
                    <a:pt x="6605" y="9774"/>
                  </a:lnTo>
                  <a:cubicBezTo>
                    <a:pt x="6972" y="8207"/>
                    <a:pt x="8206" y="6972"/>
                    <a:pt x="9774" y="6605"/>
                  </a:cubicBezTo>
                  <a:lnTo>
                    <a:pt x="12075" y="6038"/>
                  </a:lnTo>
                  <a:lnTo>
                    <a:pt x="9774" y="5505"/>
                  </a:lnTo>
                  <a:cubicBezTo>
                    <a:pt x="8206" y="5104"/>
                    <a:pt x="6972" y="3903"/>
                    <a:pt x="6605" y="2336"/>
                  </a:cubicBezTo>
                  <a:lnTo>
                    <a:pt x="6038" y="1"/>
                  </a:lnTo>
                  <a:close/>
                </a:path>
              </a:pathLst>
            </a:custGeom>
            <a:solidFill>
              <a:srgbClr val="F1E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39"/>
          <p:cNvSpPr txBox="1">
            <a:spLocks noGrp="1"/>
          </p:cNvSpPr>
          <p:nvPr>
            <p:ph type="subTitle" idx="1"/>
          </p:nvPr>
        </p:nvSpPr>
        <p:spPr>
          <a:xfrm>
            <a:off x="558170" y="1541838"/>
            <a:ext cx="4282895" cy="26880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Tujuan</a:t>
            </a:r>
            <a:r>
              <a:rPr lang="en-US" sz="1600" dirty="0"/>
              <a:t> </a:t>
            </a:r>
            <a:r>
              <a:rPr lang="en-US" sz="1600" dirty="0" err="1"/>
              <a:t>proyek</a:t>
            </a:r>
            <a:r>
              <a:rPr lang="en-US" sz="1600" dirty="0"/>
              <a:t> ini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membantu</a:t>
            </a:r>
            <a:r>
              <a:rPr lang="en-US" sz="1600" dirty="0"/>
              <a:t> </a:t>
            </a:r>
            <a:r>
              <a:rPr lang="en-US" sz="1600" dirty="0" err="1"/>
              <a:t>Dapur</a:t>
            </a:r>
            <a:r>
              <a:rPr lang="en-US" sz="1600" dirty="0"/>
              <a:t> UNI </a:t>
            </a:r>
            <a:r>
              <a:rPr lang="en-US" sz="1600" dirty="0" err="1"/>
              <a:t>mempromosikan</a:t>
            </a:r>
            <a:r>
              <a:rPr lang="en-US" sz="1600" dirty="0"/>
              <a:t> </a:t>
            </a:r>
            <a:r>
              <a:rPr lang="en-US" sz="1600" dirty="0" err="1"/>
              <a:t>usahanya</a:t>
            </a:r>
            <a:r>
              <a:rPr lang="en-US" sz="1600" dirty="0"/>
              <a:t> secara online, </a:t>
            </a:r>
            <a:r>
              <a:rPr lang="en-US" sz="1600" dirty="0" err="1"/>
              <a:t>serta</a:t>
            </a:r>
            <a:r>
              <a:rPr lang="en-US" sz="1600" dirty="0"/>
              <a:t> </a:t>
            </a:r>
            <a:r>
              <a:rPr lang="en-US" sz="1600" dirty="0" err="1"/>
              <a:t>mempermudah</a:t>
            </a:r>
            <a:r>
              <a:rPr lang="en-US" sz="1600" dirty="0"/>
              <a:t> </a:t>
            </a:r>
            <a:r>
              <a:rPr lang="en-US" sz="1600" dirty="0" err="1"/>
              <a:t>pelanggan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melihat</a:t>
            </a:r>
            <a:r>
              <a:rPr lang="en-US" sz="1600" dirty="0"/>
              <a:t> menu dan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pemesanan</a:t>
            </a:r>
            <a:r>
              <a:rPr lang="en-US" sz="1600" dirty="0"/>
              <a:t>. </a:t>
            </a:r>
            <a:r>
              <a:rPr lang="en-US" sz="1600" dirty="0" err="1"/>
              <a:t>Melalui</a:t>
            </a:r>
            <a:r>
              <a:rPr lang="en-US" sz="1600" dirty="0"/>
              <a:t> website ini, </a:t>
            </a:r>
            <a:r>
              <a:rPr lang="en-US" sz="1600" dirty="0" err="1"/>
              <a:t>pelanggan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langsung</a:t>
            </a:r>
            <a:r>
              <a:rPr lang="en-US" sz="1600" dirty="0"/>
              <a:t> </a:t>
            </a:r>
            <a:r>
              <a:rPr lang="en-US" sz="1600" dirty="0" err="1"/>
              <a:t>memesan</a:t>
            </a:r>
            <a:r>
              <a:rPr lang="en-US" sz="1600" dirty="0"/>
              <a:t> via WhatsApp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pesan</a:t>
            </a:r>
            <a:r>
              <a:rPr lang="en-US" sz="1600" dirty="0"/>
              <a:t> </a:t>
            </a:r>
            <a:r>
              <a:rPr lang="en-US" sz="1600" dirty="0" err="1"/>
              <a:t>otomatis</a:t>
            </a:r>
            <a:r>
              <a:rPr lang="en-US" sz="1600" dirty="0"/>
              <a:t>, </a:t>
            </a:r>
            <a:r>
              <a:rPr lang="en-US" sz="1600" dirty="0" err="1"/>
              <a:t>sementara</a:t>
            </a:r>
            <a:r>
              <a:rPr lang="en-US" sz="1600" dirty="0"/>
              <a:t> </a:t>
            </a:r>
            <a:r>
              <a:rPr lang="en-US" sz="1600" dirty="0" err="1"/>
              <a:t>pemilik</a:t>
            </a:r>
            <a:r>
              <a:rPr lang="en-US" sz="1600" dirty="0"/>
              <a:t> </a:t>
            </a:r>
            <a:r>
              <a:rPr lang="en-US" sz="1600" dirty="0" err="1"/>
              <a:t>usaha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mengatur</a:t>
            </a:r>
            <a:r>
              <a:rPr lang="en-US" sz="1600" dirty="0"/>
              <a:t> </a:t>
            </a:r>
            <a:r>
              <a:rPr lang="en-US" sz="1600" dirty="0" err="1"/>
              <a:t>pesanan</a:t>
            </a:r>
            <a:r>
              <a:rPr lang="en-US" sz="1600" dirty="0"/>
              <a:t> dan </a:t>
            </a:r>
            <a:r>
              <a:rPr lang="en-US" sz="1600" dirty="0" err="1"/>
              <a:t>jadwal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mudah</a:t>
            </a:r>
            <a:r>
              <a:rPr lang="en-US" sz="1600" dirty="0"/>
              <a:t> </a:t>
            </a:r>
            <a:r>
              <a:rPr lang="en-US" sz="1600" dirty="0" err="1"/>
              <a:t>tanpa</a:t>
            </a:r>
            <a:r>
              <a:rPr lang="en-US" sz="1600" dirty="0"/>
              <a:t> </a:t>
            </a:r>
            <a:r>
              <a:rPr lang="en-US" sz="1600" dirty="0" err="1"/>
              <a:t>sistem</a:t>
            </a:r>
            <a:r>
              <a:rPr lang="en-US" sz="1600" dirty="0"/>
              <a:t> yang </a:t>
            </a:r>
            <a:r>
              <a:rPr lang="en-US" sz="1600" dirty="0" err="1"/>
              <a:t>kompleks</a:t>
            </a:r>
            <a:r>
              <a:rPr lang="en-US" sz="1600" dirty="0"/>
              <a:t>.</a:t>
            </a:r>
            <a:endParaRPr sz="1600" dirty="0"/>
          </a:p>
        </p:txBody>
      </p:sp>
      <p:sp>
        <p:nvSpPr>
          <p:cNvPr id="1386" name="Google Shape;1386;p39"/>
          <p:cNvSpPr txBox="1">
            <a:spLocks noGrp="1"/>
          </p:cNvSpPr>
          <p:nvPr>
            <p:ph type="title"/>
          </p:nvPr>
        </p:nvSpPr>
        <p:spPr>
          <a:xfrm>
            <a:off x="558170" y="954843"/>
            <a:ext cx="4282895" cy="5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1387" name="Google Shape;1387;p39"/>
          <p:cNvSpPr/>
          <p:nvPr/>
        </p:nvSpPr>
        <p:spPr>
          <a:xfrm>
            <a:off x="4971565" y="1043550"/>
            <a:ext cx="3054900" cy="30549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8" name="Google Shape;1388;p39"/>
          <p:cNvPicPr preferRelativeResize="0"/>
          <p:nvPr/>
        </p:nvPicPr>
        <p:blipFill rotWithShape="1">
          <a:blip r:embed="rId3">
            <a:alphaModFix/>
          </a:blip>
          <a:srcRect t="36536" r="15832" b="7425"/>
          <a:stretch/>
        </p:blipFill>
        <p:spPr>
          <a:xfrm>
            <a:off x="5102065" y="1174950"/>
            <a:ext cx="2793900" cy="27921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89" name="Google Shape;1389;p39"/>
          <p:cNvGrpSpPr/>
          <p:nvPr/>
        </p:nvGrpSpPr>
        <p:grpSpPr>
          <a:xfrm>
            <a:off x="4910990" y="984413"/>
            <a:ext cx="3176049" cy="3174686"/>
            <a:chOff x="5306275" y="1341688"/>
            <a:chExt cx="3176049" cy="3174686"/>
          </a:xfrm>
        </p:grpSpPr>
        <p:sp>
          <p:nvSpPr>
            <p:cNvPr id="1390" name="Google Shape;1390;p39"/>
            <p:cNvSpPr/>
            <p:nvPr/>
          </p:nvSpPr>
          <p:spPr>
            <a:xfrm>
              <a:off x="8239788" y="4273858"/>
              <a:ext cx="242536" cy="242516"/>
            </a:xfrm>
            <a:custGeom>
              <a:avLst/>
              <a:gdLst/>
              <a:ahLst/>
              <a:cxnLst/>
              <a:rect l="l" t="t" r="r" b="b"/>
              <a:pathLst>
                <a:path w="12077" h="12076" extrusionOk="0">
                  <a:moveTo>
                    <a:pt x="6039" y="0"/>
                  </a:moveTo>
                  <a:lnTo>
                    <a:pt x="5472" y="2302"/>
                  </a:lnTo>
                  <a:cubicBezTo>
                    <a:pt x="5105" y="3870"/>
                    <a:pt x="3870" y="5104"/>
                    <a:pt x="2303" y="5471"/>
                  </a:cubicBezTo>
                  <a:lnTo>
                    <a:pt x="1" y="6005"/>
                  </a:lnTo>
                  <a:lnTo>
                    <a:pt x="2303" y="6572"/>
                  </a:lnTo>
                  <a:cubicBezTo>
                    <a:pt x="3870" y="6939"/>
                    <a:pt x="5105" y="8173"/>
                    <a:pt x="5472" y="9741"/>
                  </a:cubicBezTo>
                  <a:lnTo>
                    <a:pt x="6039" y="12076"/>
                  </a:lnTo>
                  <a:lnTo>
                    <a:pt x="6572" y="9741"/>
                  </a:lnTo>
                  <a:cubicBezTo>
                    <a:pt x="6973" y="8173"/>
                    <a:pt x="8173" y="6939"/>
                    <a:pt x="9775" y="6572"/>
                  </a:cubicBezTo>
                  <a:lnTo>
                    <a:pt x="12076" y="6038"/>
                  </a:lnTo>
                  <a:lnTo>
                    <a:pt x="9775" y="5471"/>
                  </a:lnTo>
                  <a:cubicBezTo>
                    <a:pt x="8173" y="5104"/>
                    <a:pt x="6973" y="3870"/>
                    <a:pt x="6572" y="2302"/>
                  </a:cubicBezTo>
                  <a:lnTo>
                    <a:pt x="6039" y="0"/>
                  </a:lnTo>
                  <a:close/>
                </a:path>
              </a:pathLst>
            </a:custGeom>
            <a:solidFill>
              <a:srgbClr val="F1E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9"/>
            <p:cNvSpPr/>
            <p:nvPr/>
          </p:nvSpPr>
          <p:spPr>
            <a:xfrm>
              <a:off x="5306275" y="1341688"/>
              <a:ext cx="242546" cy="242546"/>
            </a:xfrm>
            <a:custGeom>
              <a:avLst/>
              <a:gdLst/>
              <a:ahLst/>
              <a:cxnLst/>
              <a:rect l="l" t="t" r="r" b="b"/>
              <a:pathLst>
                <a:path w="12076" h="12076" extrusionOk="0">
                  <a:moveTo>
                    <a:pt x="6038" y="1"/>
                  </a:moveTo>
                  <a:lnTo>
                    <a:pt x="5504" y="2336"/>
                  </a:lnTo>
                  <a:cubicBezTo>
                    <a:pt x="5104" y="3903"/>
                    <a:pt x="3903" y="5104"/>
                    <a:pt x="2335" y="5505"/>
                  </a:cubicBezTo>
                  <a:lnTo>
                    <a:pt x="0" y="6038"/>
                  </a:lnTo>
                  <a:lnTo>
                    <a:pt x="2335" y="6605"/>
                  </a:lnTo>
                  <a:cubicBezTo>
                    <a:pt x="3903" y="6972"/>
                    <a:pt x="5104" y="8207"/>
                    <a:pt x="5504" y="9774"/>
                  </a:cubicBezTo>
                  <a:lnTo>
                    <a:pt x="6038" y="12076"/>
                  </a:lnTo>
                  <a:lnTo>
                    <a:pt x="6605" y="9774"/>
                  </a:lnTo>
                  <a:cubicBezTo>
                    <a:pt x="6972" y="8207"/>
                    <a:pt x="8206" y="6972"/>
                    <a:pt x="9774" y="6605"/>
                  </a:cubicBezTo>
                  <a:lnTo>
                    <a:pt x="12075" y="6038"/>
                  </a:lnTo>
                  <a:lnTo>
                    <a:pt x="9774" y="5505"/>
                  </a:lnTo>
                  <a:cubicBezTo>
                    <a:pt x="8206" y="5104"/>
                    <a:pt x="6972" y="3903"/>
                    <a:pt x="6605" y="2336"/>
                  </a:cubicBezTo>
                  <a:lnTo>
                    <a:pt x="6038" y="1"/>
                  </a:lnTo>
                  <a:close/>
                </a:path>
              </a:pathLst>
            </a:custGeom>
            <a:solidFill>
              <a:srgbClr val="F1E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38"/>
          <p:cNvSpPr txBox="1">
            <a:spLocks noGrp="1"/>
          </p:cNvSpPr>
          <p:nvPr>
            <p:ph type="title"/>
          </p:nvPr>
        </p:nvSpPr>
        <p:spPr>
          <a:xfrm>
            <a:off x="508474" y="1005133"/>
            <a:ext cx="5219313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Ruang </a:t>
            </a:r>
            <a:r>
              <a:rPr lang="en-US" dirty="0" err="1"/>
              <a:t>Lingkup</a:t>
            </a:r>
            <a:endParaRPr lang="en-US" dirty="0"/>
          </a:p>
        </p:txBody>
      </p:sp>
      <p:sp>
        <p:nvSpPr>
          <p:cNvPr id="178" name="Google Shape;2539;p61">
            <a:extLst>
              <a:ext uri="{FF2B5EF4-FFF2-40B4-BE49-F238E27FC236}">
                <a16:creationId xmlns:a16="http://schemas.microsoft.com/office/drawing/2014/main" id="{9F135AD2-ABCE-46A0-8384-7225882CE169}"/>
              </a:ext>
            </a:extLst>
          </p:cNvPr>
          <p:cNvSpPr/>
          <p:nvPr/>
        </p:nvSpPr>
        <p:spPr>
          <a:xfrm>
            <a:off x="5644621" y="4384705"/>
            <a:ext cx="302725" cy="301900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0"/>
                </a:moveTo>
                <a:lnTo>
                  <a:pt x="5504" y="2302"/>
                </a:lnTo>
                <a:cubicBezTo>
                  <a:pt x="5137" y="3870"/>
                  <a:pt x="3903" y="5104"/>
                  <a:pt x="2335" y="5471"/>
                </a:cubicBezTo>
                <a:lnTo>
                  <a:pt x="0" y="6005"/>
                </a:lnTo>
                <a:lnTo>
                  <a:pt x="2335" y="6572"/>
                </a:lnTo>
                <a:cubicBezTo>
                  <a:pt x="3903" y="6939"/>
                  <a:pt x="5137" y="8173"/>
                  <a:pt x="5504" y="9741"/>
                </a:cubicBezTo>
                <a:lnTo>
                  <a:pt x="6038" y="12076"/>
                </a:lnTo>
                <a:lnTo>
                  <a:pt x="6605" y="9741"/>
                </a:lnTo>
                <a:cubicBezTo>
                  <a:pt x="6972" y="8173"/>
                  <a:pt x="8206" y="6939"/>
                  <a:pt x="9774" y="6572"/>
                </a:cubicBezTo>
                <a:lnTo>
                  <a:pt x="12109" y="6038"/>
                </a:lnTo>
                <a:lnTo>
                  <a:pt x="9774" y="5471"/>
                </a:lnTo>
                <a:cubicBezTo>
                  <a:pt x="8206" y="5104"/>
                  <a:pt x="6972" y="3870"/>
                  <a:pt x="6605" y="2302"/>
                </a:cubicBezTo>
                <a:lnTo>
                  <a:pt x="6071" y="0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2540;p61">
            <a:extLst>
              <a:ext uri="{FF2B5EF4-FFF2-40B4-BE49-F238E27FC236}">
                <a16:creationId xmlns:a16="http://schemas.microsoft.com/office/drawing/2014/main" id="{0A9EE771-6509-4AC8-B9B4-2CBA8B40D813}"/>
              </a:ext>
            </a:extLst>
          </p:cNvPr>
          <p:cNvSpPr/>
          <p:nvPr/>
        </p:nvSpPr>
        <p:spPr>
          <a:xfrm>
            <a:off x="6465425" y="1827137"/>
            <a:ext cx="302725" cy="301900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1"/>
                </a:moveTo>
                <a:lnTo>
                  <a:pt x="5504" y="2336"/>
                </a:lnTo>
                <a:cubicBezTo>
                  <a:pt x="5137" y="3903"/>
                  <a:pt x="3903" y="5138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37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109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71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" name="Google Shape;2541;p61">
            <a:extLst>
              <a:ext uri="{FF2B5EF4-FFF2-40B4-BE49-F238E27FC236}">
                <a16:creationId xmlns:a16="http://schemas.microsoft.com/office/drawing/2014/main" id="{5F674317-8664-4379-A20D-DED1A93D030D}"/>
              </a:ext>
            </a:extLst>
          </p:cNvPr>
          <p:cNvGrpSpPr/>
          <p:nvPr/>
        </p:nvGrpSpPr>
        <p:grpSpPr>
          <a:xfrm>
            <a:off x="5949887" y="1727981"/>
            <a:ext cx="4377281" cy="4378505"/>
            <a:chOff x="5663256" y="382498"/>
            <a:chExt cx="4377281" cy="4378505"/>
          </a:xfrm>
        </p:grpSpPr>
        <p:sp>
          <p:nvSpPr>
            <p:cNvPr id="181" name="Google Shape;2542;p61">
              <a:extLst>
                <a:ext uri="{FF2B5EF4-FFF2-40B4-BE49-F238E27FC236}">
                  <a16:creationId xmlns:a16="http://schemas.microsoft.com/office/drawing/2014/main" id="{F0E9CE2F-68D4-4070-AEBF-9CD2910512DA}"/>
                </a:ext>
              </a:extLst>
            </p:cNvPr>
            <p:cNvSpPr/>
            <p:nvPr/>
          </p:nvSpPr>
          <p:spPr>
            <a:xfrm>
              <a:off x="5712784" y="434994"/>
              <a:ext cx="4278224" cy="4273512"/>
            </a:xfrm>
            <a:custGeom>
              <a:avLst/>
              <a:gdLst/>
              <a:ahLst/>
              <a:cxnLst/>
              <a:rect l="l" t="t" r="r" b="b"/>
              <a:pathLst>
                <a:path w="115316" h="115189" extrusionOk="0">
                  <a:moveTo>
                    <a:pt x="57610" y="0"/>
                  </a:moveTo>
                  <a:cubicBezTo>
                    <a:pt x="27890" y="0"/>
                    <a:pt x="2831" y="22759"/>
                    <a:pt x="234" y="52690"/>
                  </a:cubicBezTo>
                  <a:cubicBezTo>
                    <a:pt x="67" y="54258"/>
                    <a:pt x="0" y="55892"/>
                    <a:pt x="0" y="57527"/>
                  </a:cubicBezTo>
                  <a:cubicBezTo>
                    <a:pt x="0" y="75740"/>
                    <a:pt x="8606" y="92885"/>
                    <a:pt x="23217" y="103760"/>
                  </a:cubicBezTo>
                  <a:cubicBezTo>
                    <a:pt x="33358" y="111327"/>
                    <a:pt x="45475" y="115189"/>
                    <a:pt x="57667" y="115189"/>
                  </a:cubicBezTo>
                  <a:cubicBezTo>
                    <a:pt x="66488" y="115189"/>
                    <a:pt x="75348" y="113167"/>
                    <a:pt x="83527" y="109064"/>
                  </a:cubicBezTo>
                  <a:cubicBezTo>
                    <a:pt x="103007" y="99257"/>
                    <a:pt x="115316" y="79342"/>
                    <a:pt x="115316" y="57527"/>
                  </a:cubicBezTo>
                  <a:cubicBezTo>
                    <a:pt x="115216" y="26705"/>
                    <a:pt x="90898" y="1353"/>
                    <a:pt x="60076" y="52"/>
                  </a:cubicBezTo>
                  <a:cubicBezTo>
                    <a:pt x="59251" y="17"/>
                    <a:pt x="58428" y="0"/>
                    <a:pt x="576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dist="133350" dir="10800000" algn="bl" rotWithShape="0">
                <a:schemeClr val="lt2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543;p61">
              <a:extLst>
                <a:ext uri="{FF2B5EF4-FFF2-40B4-BE49-F238E27FC236}">
                  <a16:creationId xmlns:a16="http://schemas.microsoft.com/office/drawing/2014/main" id="{80ACAB83-FE7B-4A9A-B02A-8D675CDE2882}"/>
                </a:ext>
              </a:extLst>
            </p:cNvPr>
            <p:cNvSpPr/>
            <p:nvPr/>
          </p:nvSpPr>
          <p:spPr>
            <a:xfrm>
              <a:off x="6032839" y="761014"/>
              <a:ext cx="3638114" cy="3621471"/>
            </a:xfrm>
            <a:custGeom>
              <a:avLst/>
              <a:gdLst/>
              <a:ahLst/>
              <a:cxnLst/>
              <a:rect l="l" t="t" r="r" b="b"/>
              <a:pathLst>
                <a:path w="92467" h="92044" extrusionOk="0">
                  <a:moveTo>
                    <a:pt x="46151" y="0"/>
                  </a:moveTo>
                  <a:cubicBezTo>
                    <a:pt x="22276" y="0"/>
                    <a:pt x="2179" y="18330"/>
                    <a:pt x="168" y="42341"/>
                  </a:cubicBezTo>
                  <a:cubicBezTo>
                    <a:pt x="34" y="43642"/>
                    <a:pt x="1" y="44943"/>
                    <a:pt x="1" y="46244"/>
                  </a:cubicBezTo>
                  <a:cubicBezTo>
                    <a:pt x="234" y="71595"/>
                    <a:pt x="20849" y="92043"/>
                    <a:pt x="46234" y="92043"/>
                  </a:cubicBezTo>
                  <a:cubicBezTo>
                    <a:pt x="71585" y="92043"/>
                    <a:pt x="92200" y="71595"/>
                    <a:pt x="92467" y="46244"/>
                  </a:cubicBezTo>
                  <a:cubicBezTo>
                    <a:pt x="92467" y="21459"/>
                    <a:pt x="72919" y="1078"/>
                    <a:pt x="48168" y="44"/>
                  </a:cubicBezTo>
                  <a:cubicBezTo>
                    <a:pt x="47493" y="15"/>
                    <a:pt x="46820" y="0"/>
                    <a:pt x="46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544;p61">
              <a:extLst>
                <a:ext uri="{FF2B5EF4-FFF2-40B4-BE49-F238E27FC236}">
                  <a16:creationId xmlns:a16="http://schemas.microsoft.com/office/drawing/2014/main" id="{AC1EF49C-92FA-4431-9DAA-824EBA288E60}"/>
                </a:ext>
              </a:extLst>
            </p:cNvPr>
            <p:cNvSpPr/>
            <p:nvPr/>
          </p:nvSpPr>
          <p:spPr>
            <a:xfrm>
              <a:off x="5663256" y="382498"/>
              <a:ext cx="4377281" cy="4378505"/>
            </a:xfrm>
            <a:custGeom>
              <a:avLst/>
              <a:gdLst/>
              <a:ahLst/>
              <a:cxnLst/>
              <a:rect l="l" t="t" r="r" b="b"/>
              <a:pathLst>
                <a:path w="117986" h="118019" fill="none" extrusionOk="0">
                  <a:moveTo>
                    <a:pt x="97004" y="21016"/>
                  </a:moveTo>
                  <a:cubicBezTo>
                    <a:pt x="117985" y="41998"/>
                    <a:pt x="117985" y="76022"/>
                    <a:pt x="97004" y="97004"/>
                  </a:cubicBezTo>
                  <a:cubicBezTo>
                    <a:pt x="76022" y="118019"/>
                    <a:pt x="41964" y="118019"/>
                    <a:pt x="20983" y="97004"/>
                  </a:cubicBezTo>
                  <a:cubicBezTo>
                    <a:pt x="1" y="76022"/>
                    <a:pt x="1" y="41998"/>
                    <a:pt x="20983" y="21016"/>
                  </a:cubicBezTo>
                  <a:cubicBezTo>
                    <a:pt x="41964" y="1"/>
                    <a:pt x="76022" y="1"/>
                    <a:pt x="97004" y="21016"/>
                  </a:cubicBezTo>
                  <a:close/>
                </a:path>
              </a:pathLst>
            </a:custGeom>
            <a:noFill/>
            <a:ln w="10850" cap="flat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545;p61">
              <a:extLst>
                <a:ext uri="{FF2B5EF4-FFF2-40B4-BE49-F238E27FC236}">
                  <a16:creationId xmlns:a16="http://schemas.microsoft.com/office/drawing/2014/main" id="{296863FE-8DE5-47D3-946B-84596CD11DE1}"/>
                </a:ext>
              </a:extLst>
            </p:cNvPr>
            <p:cNvSpPr/>
            <p:nvPr/>
          </p:nvSpPr>
          <p:spPr>
            <a:xfrm>
              <a:off x="6355111" y="1122222"/>
              <a:ext cx="2993571" cy="2899056"/>
            </a:xfrm>
            <a:custGeom>
              <a:avLst/>
              <a:gdLst/>
              <a:ahLst/>
              <a:cxnLst/>
              <a:rect l="l" t="t" r="r" b="b"/>
              <a:pathLst>
                <a:path w="70251" h="68033" extrusionOk="0">
                  <a:moveTo>
                    <a:pt x="35130" y="0"/>
                  </a:moveTo>
                  <a:cubicBezTo>
                    <a:pt x="32115" y="0"/>
                    <a:pt x="29105" y="1126"/>
                    <a:pt x="26786" y="3378"/>
                  </a:cubicBezTo>
                  <a:lnTo>
                    <a:pt x="23684" y="6347"/>
                  </a:lnTo>
                  <a:lnTo>
                    <a:pt x="19381" y="6413"/>
                  </a:lnTo>
                  <a:cubicBezTo>
                    <a:pt x="12910" y="6547"/>
                    <a:pt x="7673" y="11784"/>
                    <a:pt x="7539" y="18255"/>
                  </a:cubicBezTo>
                  <a:lnTo>
                    <a:pt x="7472" y="22558"/>
                  </a:lnTo>
                  <a:lnTo>
                    <a:pt x="4504" y="25661"/>
                  </a:lnTo>
                  <a:cubicBezTo>
                    <a:pt x="0" y="30331"/>
                    <a:pt x="0" y="37702"/>
                    <a:pt x="4504" y="42372"/>
                  </a:cubicBezTo>
                  <a:lnTo>
                    <a:pt x="7472" y="45475"/>
                  </a:lnTo>
                  <a:lnTo>
                    <a:pt x="7539" y="49778"/>
                  </a:lnTo>
                  <a:cubicBezTo>
                    <a:pt x="7673" y="56249"/>
                    <a:pt x="12876" y="61486"/>
                    <a:pt x="19381" y="61586"/>
                  </a:cubicBezTo>
                  <a:lnTo>
                    <a:pt x="23684" y="61686"/>
                  </a:lnTo>
                  <a:lnTo>
                    <a:pt x="26753" y="64655"/>
                  </a:lnTo>
                  <a:cubicBezTo>
                    <a:pt x="29088" y="66907"/>
                    <a:pt x="32107" y="68033"/>
                    <a:pt x="35125" y="68033"/>
                  </a:cubicBezTo>
                  <a:cubicBezTo>
                    <a:pt x="38144" y="68033"/>
                    <a:pt x="41163" y="66907"/>
                    <a:pt x="43498" y="64655"/>
                  </a:cubicBezTo>
                  <a:lnTo>
                    <a:pt x="46567" y="61686"/>
                  </a:lnTo>
                  <a:lnTo>
                    <a:pt x="50870" y="61586"/>
                  </a:lnTo>
                  <a:cubicBezTo>
                    <a:pt x="57375" y="61486"/>
                    <a:pt x="62578" y="56249"/>
                    <a:pt x="62712" y="49778"/>
                  </a:cubicBezTo>
                  <a:lnTo>
                    <a:pt x="62779" y="45475"/>
                  </a:lnTo>
                  <a:lnTo>
                    <a:pt x="65781" y="42372"/>
                  </a:lnTo>
                  <a:cubicBezTo>
                    <a:pt x="70251" y="37702"/>
                    <a:pt x="70251" y="30331"/>
                    <a:pt x="65781" y="25661"/>
                  </a:cubicBezTo>
                  <a:lnTo>
                    <a:pt x="62779" y="22592"/>
                  </a:lnTo>
                  <a:lnTo>
                    <a:pt x="62712" y="18289"/>
                  </a:lnTo>
                  <a:cubicBezTo>
                    <a:pt x="62612" y="11784"/>
                    <a:pt x="57375" y="6547"/>
                    <a:pt x="50903" y="6413"/>
                  </a:cubicBezTo>
                  <a:lnTo>
                    <a:pt x="46600" y="6347"/>
                  </a:lnTo>
                  <a:lnTo>
                    <a:pt x="43498" y="3378"/>
                  </a:lnTo>
                  <a:cubicBezTo>
                    <a:pt x="41163" y="1126"/>
                    <a:pt x="38144" y="0"/>
                    <a:pt x="35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5" name="Google Shape;2546;p61">
              <a:extLst>
                <a:ext uri="{FF2B5EF4-FFF2-40B4-BE49-F238E27FC236}">
                  <a16:creationId xmlns:a16="http://schemas.microsoft.com/office/drawing/2014/main" id="{30889CB8-442F-4F7D-877C-4A8FD4D8999A}"/>
                </a:ext>
              </a:extLst>
            </p:cNvPr>
            <p:cNvGrpSpPr/>
            <p:nvPr/>
          </p:nvGrpSpPr>
          <p:grpSpPr>
            <a:xfrm rot="1800007">
              <a:off x="6724300" y="886684"/>
              <a:ext cx="2255191" cy="3370132"/>
              <a:chOff x="2679575" y="2500575"/>
              <a:chExt cx="1347675" cy="2013950"/>
            </a:xfrm>
          </p:grpSpPr>
          <p:sp>
            <p:nvSpPr>
              <p:cNvPr id="186" name="Google Shape;2547;p61">
                <a:extLst>
                  <a:ext uri="{FF2B5EF4-FFF2-40B4-BE49-F238E27FC236}">
                    <a16:creationId xmlns:a16="http://schemas.microsoft.com/office/drawing/2014/main" id="{44C701B4-D536-4638-9E22-4BE8C4F06F7D}"/>
                  </a:ext>
                </a:extLst>
              </p:cNvPr>
              <p:cNvSpPr/>
              <p:nvPr/>
            </p:nvSpPr>
            <p:spPr>
              <a:xfrm>
                <a:off x="2796325" y="3169375"/>
                <a:ext cx="100950" cy="809775"/>
              </a:xfrm>
              <a:custGeom>
                <a:avLst/>
                <a:gdLst/>
                <a:ahLst/>
                <a:cxnLst/>
                <a:rect l="l" t="t" r="r" b="b"/>
                <a:pathLst>
                  <a:path w="4038" h="32391" extrusionOk="0">
                    <a:moveTo>
                      <a:pt x="2269" y="1"/>
                    </a:moveTo>
                    <a:lnTo>
                      <a:pt x="1" y="32257"/>
                    </a:lnTo>
                    <a:lnTo>
                      <a:pt x="1802" y="32390"/>
                    </a:lnTo>
                    <a:lnTo>
                      <a:pt x="4037" y="134"/>
                    </a:lnTo>
                    <a:lnTo>
                      <a:pt x="2269" y="1"/>
                    </a:ln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2548;p61">
                <a:extLst>
                  <a:ext uri="{FF2B5EF4-FFF2-40B4-BE49-F238E27FC236}">
                    <a16:creationId xmlns:a16="http://schemas.microsoft.com/office/drawing/2014/main" id="{94725EB4-BA98-41D2-A85A-E228A8B5A206}"/>
                  </a:ext>
                </a:extLst>
              </p:cNvPr>
              <p:cNvSpPr/>
              <p:nvPr/>
            </p:nvSpPr>
            <p:spPr>
              <a:xfrm>
                <a:off x="2700425" y="3161050"/>
                <a:ext cx="98425" cy="808100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2324" extrusionOk="0">
                    <a:moveTo>
                      <a:pt x="2169" y="0"/>
                    </a:moveTo>
                    <a:lnTo>
                      <a:pt x="1" y="32190"/>
                    </a:lnTo>
                    <a:lnTo>
                      <a:pt x="1802" y="32323"/>
                    </a:lnTo>
                    <a:lnTo>
                      <a:pt x="3937" y="133"/>
                    </a:lnTo>
                    <a:lnTo>
                      <a:pt x="2169" y="0"/>
                    </a:ln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2549;p61">
                <a:extLst>
                  <a:ext uri="{FF2B5EF4-FFF2-40B4-BE49-F238E27FC236}">
                    <a16:creationId xmlns:a16="http://schemas.microsoft.com/office/drawing/2014/main" id="{D2F1216B-4FCB-4A13-8FA4-31CB9B84298D}"/>
                  </a:ext>
                </a:extLst>
              </p:cNvPr>
              <p:cNvSpPr/>
              <p:nvPr/>
            </p:nvSpPr>
            <p:spPr>
              <a:xfrm>
                <a:off x="2679575" y="3492100"/>
                <a:ext cx="215200" cy="402200"/>
              </a:xfrm>
              <a:custGeom>
                <a:avLst/>
                <a:gdLst/>
                <a:ahLst/>
                <a:cxnLst/>
                <a:rect l="l" t="t" r="r" b="b"/>
                <a:pathLst>
                  <a:path w="8608" h="16088" extrusionOk="0">
                    <a:moveTo>
                      <a:pt x="735" y="1"/>
                    </a:moveTo>
                    <a:lnTo>
                      <a:pt x="601" y="2903"/>
                    </a:lnTo>
                    <a:cubicBezTo>
                      <a:pt x="3437" y="3036"/>
                      <a:pt x="5605" y="5438"/>
                      <a:pt x="5505" y="8273"/>
                    </a:cubicBezTo>
                    <a:cubicBezTo>
                      <a:pt x="5375" y="11027"/>
                      <a:pt x="3075" y="13183"/>
                      <a:pt x="376" y="13183"/>
                    </a:cubicBezTo>
                    <a:cubicBezTo>
                      <a:pt x="296" y="13183"/>
                      <a:pt x="215" y="13181"/>
                      <a:pt x="134" y="13177"/>
                    </a:cubicBezTo>
                    <a:lnTo>
                      <a:pt x="1" y="16079"/>
                    </a:lnTo>
                    <a:cubicBezTo>
                      <a:pt x="124" y="16085"/>
                      <a:pt x="247" y="16087"/>
                      <a:pt x="369" y="16087"/>
                    </a:cubicBezTo>
                    <a:cubicBezTo>
                      <a:pt x="4644" y="16087"/>
                      <a:pt x="8212" y="12720"/>
                      <a:pt x="8407" y="8407"/>
                    </a:cubicBezTo>
                    <a:cubicBezTo>
                      <a:pt x="8607" y="3970"/>
                      <a:pt x="5171" y="201"/>
                      <a:pt x="735" y="1"/>
                    </a:cubicBezTo>
                    <a:close/>
                  </a:path>
                </a:pathLst>
              </a:custGeom>
              <a:solidFill>
                <a:srgbClr val="F3DA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2550;p61">
                <a:extLst>
                  <a:ext uri="{FF2B5EF4-FFF2-40B4-BE49-F238E27FC236}">
                    <a16:creationId xmlns:a16="http://schemas.microsoft.com/office/drawing/2014/main" id="{11A764F6-95E5-401D-929E-A53512A002A0}"/>
                  </a:ext>
                </a:extLst>
              </p:cNvPr>
              <p:cNvSpPr/>
              <p:nvPr/>
            </p:nvSpPr>
            <p:spPr>
              <a:xfrm>
                <a:off x="2679575" y="3698925"/>
                <a:ext cx="210175" cy="195375"/>
              </a:xfrm>
              <a:custGeom>
                <a:avLst/>
                <a:gdLst/>
                <a:ahLst/>
                <a:cxnLst/>
                <a:rect l="l" t="t" r="r" b="b"/>
                <a:pathLst>
                  <a:path w="8407" h="7815" extrusionOk="0">
                    <a:moveTo>
                      <a:pt x="5471" y="0"/>
                    </a:moveTo>
                    <a:cubicBezTo>
                      <a:pt x="5341" y="2773"/>
                      <a:pt x="3042" y="4907"/>
                      <a:pt x="321" y="4907"/>
                    </a:cubicBezTo>
                    <a:cubicBezTo>
                      <a:pt x="259" y="4907"/>
                      <a:pt x="197" y="4906"/>
                      <a:pt x="134" y="4904"/>
                    </a:cubicBezTo>
                    <a:lnTo>
                      <a:pt x="1" y="7806"/>
                    </a:lnTo>
                    <a:cubicBezTo>
                      <a:pt x="123" y="7812"/>
                      <a:pt x="245" y="7814"/>
                      <a:pt x="367" y="7814"/>
                    </a:cubicBezTo>
                    <a:cubicBezTo>
                      <a:pt x="4611" y="7814"/>
                      <a:pt x="8180" y="4447"/>
                      <a:pt x="8407" y="134"/>
                    </a:cubicBezTo>
                    <a:lnTo>
                      <a:pt x="5471" y="0"/>
                    </a:lnTo>
                    <a:close/>
                  </a:path>
                </a:pathLst>
              </a:custGeom>
              <a:solidFill>
                <a:srgbClr val="EBB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2551;p61">
                <a:extLst>
                  <a:ext uri="{FF2B5EF4-FFF2-40B4-BE49-F238E27FC236}">
                    <a16:creationId xmlns:a16="http://schemas.microsoft.com/office/drawing/2014/main" id="{ADBBCA84-ABC8-420D-A9B3-AA8C27AEA7EE}"/>
                  </a:ext>
                </a:extLst>
              </p:cNvPr>
              <p:cNvSpPr/>
              <p:nvPr/>
            </p:nvSpPr>
            <p:spPr>
              <a:xfrm>
                <a:off x="3034000" y="2655675"/>
                <a:ext cx="617125" cy="1189200"/>
              </a:xfrm>
              <a:custGeom>
                <a:avLst/>
                <a:gdLst/>
                <a:ahLst/>
                <a:cxnLst/>
                <a:rect l="l" t="t" r="r" b="b"/>
                <a:pathLst>
                  <a:path w="24685" h="47568" extrusionOk="0">
                    <a:moveTo>
                      <a:pt x="3036" y="1"/>
                    </a:moveTo>
                    <a:cubicBezTo>
                      <a:pt x="1335" y="1"/>
                      <a:pt x="1" y="1368"/>
                      <a:pt x="1" y="3036"/>
                    </a:cubicBezTo>
                    <a:lnTo>
                      <a:pt x="1" y="44532"/>
                    </a:lnTo>
                    <a:cubicBezTo>
                      <a:pt x="1" y="46200"/>
                      <a:pt x="1335" y="47568"/>
                      <a:pt x="3036" y="47568"/>
                    </a:cubicBezTo>
                    <a:lnTo>
                      <a:pt x="21649" y="47568"/>
                    </a:lnTo>
                    <a:cubicBezTo>
                      <a:pt x="23317" y="47568"/>
                      <a:pt x="24685" y="46200"/>
                      <a:pt x="24685" y="44532"/>
                    </a:cubicBezTo>
                    <a:lnTo>
                      <a:pt x="24685" y="3036"/>
                    </a:lnTo>
                    <a:cubicBezTo>
                      <a:pt x="24685" y="1368"/>
                      <a:pt x="23317" y="1"/>
                      <a:pt x="216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2552;p61">
                <a:extLst>
                  <a:ext uri="{FF2B5EF4-FFF2-40B4-BE49-F238E27FC236}">
                    <a16:creationId xmlns:a16="http://schemas.microsoft.com/office/drawing/2014/main" id="{939A184B-0168-441C-B30C-E83128217658}"/>
                  </a:ext>
                </a:extLst>
              </p:cNvPr>
              <p:cNvSpPr/>
              <p:nvPr/>
            </p:nvSpPr>
            <p:spPr>
              <a:xfrm>
                <a:off x="3463475" y="2500575"/>
                <a:ext cx="72575" cy="80725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2290" extrusionOk="0">
                    <a:moveTo>
                      <a:pt x="1802" y="0"/>
                    </a:moveTo>
                    <a:lnTo>
                      <a:pt x="1" y="67"/>
                    </a:lnTo>
                    <a:lnTo>
                      <a:pt x="1135" y="32290"/>
                    </a:lnTo>
                    <a:lnTo>
                      <a:pt x="2903" y="32223"/>
                    </a:lnTo>
                    <a:lnTo>
                      <a:pt x="180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2553;p61">
                <a:extLst>
                  <a:ext uri="{FF2B5EF4-FFF2-40B4-BE49-F238E27FC236}">
                    <a16:creationId xmlns:a16="http://schemas.microsoft.com/office/drawing/2014/main" id="{B71F0675-65C7-472E-9520-4FE570A177E7}"/>
                  </a:ext>
                </a:extLst>
              </p:cNvPr>
              <p:cNvSpPr/>
              <p:nvPr/>
            </p:nvSpPr>
            <p:spPr>
              <a:xfrm>
                <a:off x="3484325" y="2512250"/>
                <a:ext cx="68400" cy="808100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32324" extrusionOk="0">
                    <a:moveTo>
                      <a:pt x="1768" y="0"/>
                    </a:moveTo>
                    <a:lnTo>
                      <a:pt x="1" y="67"/>
                    </a:lnTo>
                    <a:lnTo>
                      <a:pt x="968" y="32323"/>
                    </a:lnTo>
                    <a:lnTo>
                      <a:pt x="2736" y="32257"/>
                    </a:ln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2554;p61">
                <a:extLst>
                  <a:ext uri="{FF2B5EF4-FFF2-40B4-BE49-F238E27FC236}">
                    <a16:creationId xmlns:a16="http://schemas.microsoft.com/office/drawing/2014/main" id="{3C0C9B47-9284-4DDD-AB39-1853049FA889}"/>
                  </a:ext>
                </a:extLst>
              </p:cNvPr>
              <p:cNvSpPr/>
              <p:nvPr/>
            </p:nvSpPr>
            <p:spPr>
              <a:xfrm>
                <a:off x="3349225" y="2516400"/>
                <a:ext cx="68400" cy="808125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32325" extrusionOk="0">
                    <a:moveTo>
                      <a:pt x="1769" y="1"/>
                    </a:moveTo>
                    <a:lnTo>
                      <a:pt x="1" y="68"/>
                    </a:lnTo>
                    <a:lnTo>
                      <a:pt x="968" y="32324"/>
                    </a:lnTo>
                    <a:lnTo>
                      <a:pt x="2736" y="32257"/>
                    </a:ln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2555;p61">
                <a:extLst>
                  <a:ext uri="{FF2B5EF4-FFF2-40B4-BE49-F238E27FC236}">
                    <a16:creationId xmlns:a16="http://schemas.microsoft.com/office/drawing/2014/main" id="{3F08E45D-7103-4B2E-8F48-88E01856B642}"/>
                  </a:ext>
                </a:extLst>
              </p:cNvPr>
              <p:cNvSpPr/>
              <p:nvPr/>
            </p:nvSpPr>
            <p:spPr>
              <a:xfrm>
                <a:off x="3389250" y="2503075"/>
                <a:ext cx="72575" cy="80725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2290" extrusionOk="0">
                    <a:moveTo>
                      <a:pt x="1769" y="0"/>
                    </a:moveTo>
                    <a:lnTo>
                      <a:pt x="1" y="67"/>
                    </a:lnTo>
                    <a:lnTo>
                      <a:pt x="1102" y="32290"/>
                    </a:lnTo>
                    <a:lnTo>
                      <a:pt x="2903" y="32257"/>
                    </a:ln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2556;p61">
                <a:extLst>
                  <a:ext uri="{FF2B5EF4-FFF2-40B4-BE49-F238E27FC236}">
                    <a16:creationId xmlns:a16="http://schemas.microsoft.com/office/drawing/2014/main" id="{90BD3AA1-17E0-4559-90BD-5FFC029642CC}"/>
                  </a:ext>
                </a:extLst>
              </p:cNvPr>
              <p:cNvSpPr/>
              <p:nvPr/>
            </p:nvSpPr>
            <p:spPr>
              <a:xfrm>
                <a:off x="3226650" y="2508075"/>
                <a:ext cx="72575" cy="80727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2291" extrusionOk="0">
                    <a:moveTo>
                      <a:pt x="1768" y="0"/>
                    </a:moveTo>
                    <a:lnTo>
                      <a:pt x="0" y="67"/>
                    </a:lnTo>
                    <a:lnTo>
                      <a:pt x="1101" y="32290"/>
                    </a:lnTo>
                    <a:lnTo>
                      <a:pt x="2902" y="32223"/>
                    </a:ln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2557;p61">
                <a:extLst>
                  <a:ext uri="{FF2B5EF4-FFF2-40B4-BE49-F238E27FC236}">
                    <a16:creationId xmlns:a16="http://schemas.microsoft.com/office/drawing/2014/main" id="{E8B895C8-CB4E-4F68-BAA4-EECF82CDE28A}"/>
                  </a:ext>
                </a:extLst>
              </p:cNvPr>
              <p:cNvSpPr/>
              <p:nvPr/>
            </p:nvSpPr>
            <p:spPr>
              <a:xfrm>
                <a:off x="3256675" y="2507225"/>
                <a:ext cx="72575" cy="80727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2291" extrusionOk="0">
                    <a:moveTo>
                      <a:pt x="1801" y="1"/>
                    </a:moveTo>
                    <a:lnTo>
                      <a:pt x="0" y="34"/>
                    </a:lnTo>
                    <a:lnTo>
                      <a:pt x="1134" y="32291"/>
                    </a:lnTo>
                    <a:lnTo>
                      <a:pt x="2902" y="32224"/>
                    </a:lnTo>
                    <a:lnTo>
                      <a:pt x="18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2558;p61">
                <a:extLst>
                  <a:ext uri="{FF2B5EF4-FFF2-40B4-BE49-F238E27FC236}">
                    <a16:creationId xmlns:a16="http://schemas.microsoft.com/office/drawing/2014/main" id="{9B2B3E37-5BDF-4F2F-BDB0-A7F36398A570}"/>
                  </a:ext>
                </a:extLst>
              </p:cNvPr>
              <p:cNvSpPr/>
              <p:nvPr/>
            </p:nvSpPr>
            <p:spPr>
              <a:xfrm>
                <a:off x="3094050" y="2522250"/>
                <a:ext cx="69250" cy="807275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32291" extrusionOk="0">
                    <a:moveTo>
                      <a:pt x="1802" y="0"/>
                    </a:moveTo>
                    <a:lnTo>
                      <a:pt x="0" y="34"/>
                    </a:lnTo>
                    <a:lnTo>
                      <a:pt x="968" y="32290"/>
                    </a:lnTo>
                    <a:lnTo>
                      <a:pt x="2769" y="32257"/>
                    </a:lnTo>
                    <a:lnTo>
                      <a:pt x="180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2559;p61">
                <a:extLst>
                  <a:ext uri="{FF2B5EF4-FFF2-40B4-BE49-F238E27FC236}">
                    <a16:creationId xmlns:a16="http://schemas.microsoft.com/office/drawing/2014/main" id="{E900BBB9-DED8-4648-B09E-B50E3B6EA779}"/>
                  </a:ext>
                </a:extLst>
              </p:cNvPr>
              <p:cNvSpPr/>
              <p:nvPr/>
            </p:nvSpPr>
            <p:spPr>
              <a:xfrm>
                <a:off x="3124900" y="2521425"/>
                <a:ext cx="68400" cy="807250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32290" extrusionOk="0">
                    <a:moveTo>
                      <a:pt x="1769" y="0"/>
                    </a:moveTo>
                    <a:lnTo>
                      <a:pt x="1" y="33"/>
                    </a:lnTo>
                    <a:lnTo>
                      <a:pt x="968" y="32290"/>
                    </a:lnTo>
                    <a:lnTo>
                      <a:pt x="2736" y="32256"/>
                    </a:ln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2560;p61">
                <a:extLst>
                  <a:ext uri="{FF2B5EF4-FFF2-40B4-BE49-F238E27FC236}">
                    <a16:creationId xmlns:a16="http://schemas.microsoft.com/office/drawing/2014/main" id="{F0C6B9D1-58C6-4233-B8C5-12B9033D3F6B}"/>
                  </a:ext>
                </a:extLst>
              </p:cNvPr>
              <p:cNvSpPr/>
              <p:nvPr/>
            </p:nvSpPr>
            <p:spPr>
              <a:xfrm>
                <a:off x="3463475" y="3089325"/>
                <a:ext cx="72575" cy="80727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2291" extrusionOk="0">
                    <a:moveTo>
                      <a:pt x="1802" y="0"/>
                    </a:moveTo>
                    <a:lnTo>
                      <a:pt x="1" y="67"/>
                    </a:lnTo>
                    <a:lnTo>
                      <a:pt x="1135" y="32290"/>
                    </a:lnTo>
                    <a:lnTo>
                      <a:pt x="2903" y="32223"/>
                    </a:lnTo>
                    <a:lnTo>
                      <a:pt x="1802" y="0"/>
                    </a:lnTo>
                    <a:close/>
                  </a:path>
                </a:pathLst>
              </a:custGeom>
              <a:solidFill>
                <a:srgbClr val="345B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561;p61">
                <a:extLst>
                  <a:ext uri="{FF2B5EF4-FFF2-40B4-BE49-F238E27FC236}">
                    <a16:creationId xmlns:a16="http://schemas.microsoft.com/office/drawing/2014/main" id="{27560D3A-F96C-4169-8BA5-D676382B9B82}"/>
                  </a:ext>
                </a:extLst>
              </p:cNvPr>
              <p:cNvSpPr/>
              <p:nvPr/>
            </p:nvSpPr>
            <p:spPr>
              <a:xfrm>
                <a:off x="3481000" y="3101000"/>
                <a:ext cx="69225" cy="80810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32324" extrusionOk="0">
                    <a:moveTo>
                      <a:pt x="1801" y="0"/>
                    </a:moveTo>
                    <a:lnTo>
                      <a:pt x="0" y="67"/>
                    </a:lnTo>
                    <a:lnTo>
                      <a:pt x="967" y="32323"/>
                    </a:lnTo>
                    <a:lnTo>
                      <a:pt x="2769" y="32257"/>
                    </a:lnTo>
                    <a:lnTo>
                      <a:pt x="1801" y="0"/>
                    </a:lnTo>
                    <a:close/>
                  </a:path>
                </a:pathLst>
              </a:custGeom>
              <a:solidFill>
                <a:srgbClr val="5F8D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562;p61">
                <a:extLst>
                  <a:ext uri="{FF2B5EF4-FFF2-40B4-BE49-F238E27FC236}">
                    <a16:creationId xmlns:a16="http://schemas.microsoft.com/office/drawing/2014/main" id="{823619E4-0ACC-420D-BCB9-5227166F64B9}"/>
                  </a:ext>
                </a:extLst>
              </p:cNvPr>
              <p:cNvSpPr/>
              <p:nvPr/>
            </p:nvSpPr>
            <p:spPr>
              <a:xfrm>
                <a:off x="3496000" y="3171875"/>
                <a:ext cx="100925" cy="809775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32391" extrusionOk="0">
                    <a:moveTo>
                      <a:pt x="2235" y="1"/>
                    </a:moveTo>
                    <a:lnTo>
                      <a:pt x="1" y="32257"/>
                    </a:lnTo>
                    <a:lnTo>
                      <a:pt x="1768" y="32391"/>
                    </a:lnTo>
                    <a:lnTo>
                      <a:pt x="4037" y="134"/>
                    </a:lnTo>
                    <a:lnTo>
                      <a:pt x="2235" y="1"/>
                    </a:ln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563;p61">
                <a:extLst>
                  <a:ext uri="{FF2B5EF4-FFF2-40B4-BE49-F238E27FC236}">
                    <a16:creationId xmlns:a16="http://schemas.microsoft.com/office/drawing/2014/main" id="{C7F756B6-D95D-4DDF-84DF-834537CB42A3}"/>
                  </a:ext>
                </a:extLst>
              </p:cNvPr>
              <p:cNvSpPr/>
              <p:nvPr/>
            </p:nvSpPr>
            <p:spPr>
              <a:xfrm>
                <a:off x="3226650" y="3096000"/>
                <a:ext cx="72575" cy="80810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2324" extrusionOk="0">
                    <a:moveTo>
                      <a:pt x="1768" y="0"/>
                    </a:moveTo>
                    <a:lnTo>
                      <a:pt x="0" y="67"/>
                    </a:lnTo>
                    <a:lnTo>
                      <a:pt x="1101" y="32323"/>
                    </a:lnTo>
                    <a:lnTo>
                      <a:pt x="2902" y="32257"/>
                    </a:lnTo>
                    <a:lnTo>
                      <a:pt x="1768" y="0"/>
                    </a:lnTo>
                    <a:close/>
                  </a:path>
                </a:pathLst>
              </a:custGeom>
              <a:solidFill>
                <a:srgbClr val="345B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564;p61">
                <a:extLst>
                  <a:ext uri="{FF2B5EF4-FFF2-40B4-BE49-F238E27FC236}">
                    <a16:creationId xmlns:a16="http://schemas.microsoft.com/office/drawing/2014/main" id="{7FDE3FC3-399E-43FA-9D64-262B0F7F14B1}"/>
                  </a:ext>
                </a:extLst>
              </p:cNvPr>
              <p:cNvSpPr/>
              <p:nvPr/>
            </p:nvSpPr>
            <p:spPr>
              <a:xfrm>
                <a:off x="3091550" y="3111000"/>
                <a:ext cx="68400" cy="807275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32291" extrusionOk="0">
                    <a:moveTo>
                      <a:pt x="1768" y="1"/>
                    </a:moveTo>
                    <a:lnTo>
                      <a:pt x="0" y="34"/>
                    </a:lnTo>
                    <a:lnTo>
                      <a:pt x="968" y="32290"/>
                    </a:lnTo>
                    <a:lnTo>
                      <a:pt x="2736" y="32257"/>
                    </a:lnTo>
                    <a:lnTo>
                      <a:pt x="1768" y="1"/>
                    </a:lnTo>
                    <a:close/>
                  </a:path>
                </a:pathLst>
              </a:custGeom>
              <a:solidFill>
                <a:srgbClr val="345B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565;p61">
                <a:extLst>
                  <a:ext uri="{FF2B5EF4-FFF2-40B4-BE49-F238E27FC236}">
                    <a16:creationId xmlns:a16="http://schemas.microsoft.com/office/drawing/2014/main" id="{9A964167-B864-42E0-8764-9535CD4D3BC3}"/>
                  </a:ext>
                </a:extLst>
              </p:cNvPr>
              <p:cNvSpPr/>
              <p:nvPr/>
            </p:nvSpPr>
            <p:spPr>
              <a:xfrm>
                <a:off x="3134900" y="3098500"/>
                <a:ext cx="72575" cy="80727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2291" extrusionOk="0">
                    <a:moveTo>
                      <a:pt x="1769" y="0"/>
                    </a:moveTo>
                    <a:lnTo>
                      <a:pt x="1" y="67"/>
                    </a:lnTo>
                    <a:lnTo>
                      <a:pt x="1102" y="32290"/>
                    </a:lnTo>
                    <a:lnTo>
                      <a:pt x="2903" y="32223"/>
                    </a:lnTo>
                    <a:lnTo>
                      <a:pt x="1769" y="0"/>
                    </a:lnTo>
                    <a:close/>
                  </a:path>
                </a:pathLst>
              </a:custGeom>
              <a:solidFill>
                <a:srgbClr val="5F8D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566;p61">
                <a:extLst>
                  <a:ext uri="{FF2B5EF4-FFF2-40B4-BE49-F238E27FC236}">
                    <a16:creationId xmlns:a16="http://schemas.microsoft.com/office/drawing/2014/main" id="{D7B798E3-2C89-4CCD-926D-2E183DE9771F}"/>
                  </a:ext>
                </a:extLst>
              </p:cNvPr>
              <p:cNvSpPr/>
              <p:nvPr/>
            </p:nvSpPr>
            <p:spPr>
              <a:xfrm>
                <a:off x="3144075" y="3148525"/>
                <a:ext cx="98425" cy="807275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2291" extrusionOk="0">
                    <a:moveTo>
                      <a:pt x="2169" y="1"/>
                    </a:moveTo>
                    <a:lnTo>
                      <a:pt x="1" y="32190"/>
                    </a:lnTo>
                    <a:lnTo>
                      <a:pt x="1802" y="32290"/>
                    </a:lnTo>
                    <a:lnTo>
                      <a:pt x="3937" y="101"/>
                    </a:lnTo>
                    <a:lnTo>
                      <a:pt x="2169" y="1"/>
                    </a:ln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567;p61">
                <a:extLst>
                  <a:ext uri="{FF2B5EF4-FFF2-40B4-BE49-F238E27FC236}">
                    <a16:creationId xmlns:a16="http://schemas.microsoft.com/office/drawing/2014/main" id="{F4DE893F-424B-44F9-8630-C852E1050C37}"/>
                  </a:ext>
                </a:extLst>
              </p:cNvPr>
              <p:cNvSpPr/>
              <p:nvPr/>
            </p:nvSpPr>
            <p:spPr>
              <a:xfrm>
                <a:off x="3060700" y="3629700"/>
                <a:ext cx="168475" cy="104275"/>
              </a:xfrm>
              <a:custGeom>
                <a:avLst/>
                <a:gdLst/>
                <a:ahLst/>
                <a:cxnLst/>
                <a:rect l="l" t="t" r="r" b="b"/>
                <a:pathLst>
                  <a:path w="6739" h="4171" extrusionOk="0">
                    <a:moveTo>
                      <a:pt x="6038" y="1"/>
                    </a:moveTo>
                    <a:lnTo>
                      <a:pt x="0" y="301"/>
                    </a:lnTo>
                    <a:lnTo>
                      <a:pt x="1001" y="4170"/>
                    </a:lnTo>
                    <a:lnTo>
                      <a:pt x="6738" y="2636"/>
                    </a:lnTo>
                    <a:lnTo>
                      <a:pt x="6038" y="1"/>
                    </a:lnTo>
                    <a:close/>
                  </a:path>
                </a:pathLst>
              </a:custGeom>
              <a:solidFill>
                <a:srgbClr val="E172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568;p61">
                <a:extLst>
                  <a:ext uri="{FF2B5EF4-FFF2-40B4-BE49-F238E27FC236}">
                    <a16:creationId xmlns:a16="http://schemas.microsoft.com/office/drawing/2014/main" id="{9D8A78AA-AAE4-4D76-A3D9-C8F8257B5562}"/>
                  </a:ext>
                </a:extLst>
              </p:cNvPr>
              <p:cNvSpPr/>
              <p:nvPr/>
            </p:nvSpPr>
            <p:spPr>
              <a:xfrm>
                <a:off x="3077375" y="3688925"/>
                <a:ext cx="7257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1" fill="none" extrusionOk="0">
                    <a:moveTo>
                      <a:pt x="0" y="601"/>
                    </a:moveTo>
                    <a:lnTo>
                      <a:pt x="2902" y="0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569;p61">
                <a:extLst>
                  <a:ext uri="{FF2B5EF4-FFF2-40B4-BE49-F238E27FC236}">
                    <a16:creationId xmlns:a16="http://schemas.microsoft.com/office/drawing/2014/main" id="{C0341730-2A78-43C3-94D6-79BCD0141BCE}"/>
                  </a:ext>
                </a:extLst>
              </p:cNvPr>
              <p:cNvSpPr/>
              <p:nvPr/>
            </p:nvSpPr>
            <p:spPr>
              <a:xfrm>
                <a:off x="3069025" y="3658050"/>
                <a:ext cx="72575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68" fill="none" extrusionOk="0">
                    <a:moveTo>
                      <a:pt x="1" y="568"/>
                    </a:moveTo>
                    <a:lnTo>
                      <a:pt x="2903" y="1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570;p61">
                <a:extLst>
                  <a:ext uri="{FF2B5EF4-FFF2-40B4-BE49-F238E27FC236}">
                    <a16:creationId xmlns:a16="http://schemas.microsoft.com/office/drawing/2014/main" id="{E75CD521-D498-4E69-9CAD-6CA3ABDB4660}"/>
                  </a:ext>
                </a:extLst>
              </p:cNvPr>
              <p:cNvSpPr/>
              <p:nvPr/>
            </p:nvSpPr>
            <p:spPr>
              <a:xfrm>
                <a:off x="3186625" y="3502950"/>
                <a:ext cx="126775" cy="177650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7106" extrusionOk="0">
                    <a:moveTo>
                      <a:pt x="1501" y="0"/>
                    </a:moveTo>
                    <a:lnTo>
                      <a:pt x="0" y="5871"/>
                    </a:lnTo>
                    <a:lnTo>
                      <a:pt x="2468" y="7106"/>
                    </a:lnTo>
                    <a:lnTo>
                      <a:pt x="5070" y="1768"/>
                    </a:lnTo>
                    <a:lnTo>
                      <a:pt x="1501" y="0"/>
                    </a:lnTo>
                    <a:close/>
                  </a:path>
                </a:pathLst>
              </a:custGeom>
              <a:solidFill>
                <a:srgbClr val="E172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571;p61">
                <a:extLst>
                  <a:ext uri="{FF2B5EF4-FFF2-40B4-BE49-F238E27FC236}">
                    <a16:creationId xmlns:a16="http://schemas.microsoft.com/office/drawing/2014/main" id="{255FD333-E2ED-46CA-B5AC-5E075A8FBBD1}"/>
                  </a:ext>
                </a:extLst>
              </p:cNvPr>
              <p:cNvSpPr/>
              <p:nvPr/>
            </p:nvSpPr>
            <p:spPr>
              <a:xfrm>
                <a:off x="3256675" y="3532975"/>
                <a:ext cx="292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2736" fill="none" extrusionOk="0">
                    <a:moveTo>
                      <a:pt x="1168" y="0"/>
                    </a:moveTo>
                    <a:lnTo>
                      <a:pt x="0" y="2736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572;p61">
                <a:extLst>
                  <a:ext uri="{FF2B5EF4-FFF2-40B4-BE49-F238E27FC236}">
                    <a16:creationId xmlns:a16="http://schemas.microsoft.com/office/drawing/2014/main" id="{7A6191C0-C61A-4534-91B3-3B9094AF58CD}"/>
                  </a:ext>
                </a:extLst>
              </p:cNvPr>
              <p:cNvSpPr/>
              <p:nvPr/>
            </p:nvSpPr>
            <p:spPr>
              <a:xfrm>
                <a:off x="3228300" y="3518800"/>
                <a:ext cx="284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2736" fill="none" extrusionOk="0">
                    <a:moveTo>
                      <a:pt x="1135" y="0"/>
                    </a:moveTo>
                    <a:lnTo>
                      <a:pt x="1" y="2736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573;p61">
                <a:extLst>
                  <a:ext uri="{FF2B5EF4-FFF2-40B4-BE49-F238E27FC236}">
                    <a16:creationId xmlns:a16="http://schemas.microsoft.com/office/drawing/2014/main" id="{FB826919-3B2F-4FF4-A035-53C3E9E2DB77}"/>
                  </a:ext>
                </a:extLst>
              </p:cNvPr>
              <p:cNvSpPr/>
              <p:nvPr/>
            </p:nvSpPr>
            <p:spPr>
              <a:xfrm>
                <a:off x="3132400" y="3261100"/>
                <a:ext cx="457025" cy="521250"/>
              </a:xfrm>
              <a:custGeom>
                <a:avLst/>
                <a:gdLst/>
                <a:ahLst/>
                <a:cxnLst/>
                <a:rect l="l" t="t" r="r" b="b"/>
                <a:pathLst>
                  <a:path w="18281" h="20850" extrusionOk="0">
                    <a:moveTo>
                      <a:pt x="5338" y="1"/>
                    </a:moveTo>
                    <a:cubicBezTo>
                      <a:pt x="4804" y="1"/>
                      <a:pt x="4271" y="101"/>
                      <a:pt x="3770" y="301"/>
                    </a:cubicBezTo>
                    <a:cubicBezTo>
                      <a:pt x="3570" y="368"/>
                      <a:pt x="3370" y="468"/>
                      <a:pt x="3170" y="568"/>
                    </a:cubicBezTo>
                    <a:cubicBezTo>
                      <a:pt x="3103" y="601"/>
                      <a:pt x="3003" y="668"/>
                      <a:pt x="2936" y="701"/>
                    </a:cubicBezTo>
                    <a:lnTo>
                      <a:pt x="2970" y="701"/>
                    </a:lnTo>
                    <a:cubicBezTo>
                      <a:pt x="568" y="2169"/>
                      <a:pt x="1" y="5371"/>
                      <a:pt x="1702" y="7606"/>
                    </a:cubicBezTo>
                    <a:cubicBezTo>
                      <a:pt x="2036" y="8040"/>
                      <a:pt x="2469" y="8440"/>
                      <a:pt x="2970" y="8740"/>
                    </a:cubicBezTo>
                    <a:cubicBezTo>
                      <a:pt x="3437" y="9041"/>
                      <a:pt x="3970" y="9241"/>
                      <a:pt x="4537" y="9374"/>
                    </a:cubicBezTo>
                    <a:cubicBezTo>
                      <a:pt x="4826" y="9416"/>
                      <a:pt x="5127" y="9444"/>
                      <a:pt x="5426" y="9444"/>
                    </a:cubicBezTo>
                    <a:cubicBezTo>
                      <a:pt x="5610" y="9444"/>
                      <a:pt x="5793" y="9433"/>
                      <a:pt x="5972" y="9408"/>
                    </a:cubicBezTo>
                    <a:cubicBezTo>
                      <a:pt x="6172" y="9408"/>
                      <a:pt x="6372" y="9341"/>
                      <a:pt x="6572" y="9308"/>
                    </a:cubicBezTo>
                    <a:cubicBezTo>
                      <a:pt x="6739" y="9274"/>
                      <a:pt x="6906" y="9207"/>
                      <a:pt x="7073" y="9141"/>
                    </a:cubicBezTo>
                    <a:cubicBezTo>
                      <a:pt x="7390" y="9027"/>
                      <a:pt x="7738" y="8960"/>
                      <a:pt x="8085" y="8960"/>
                    </a:cubicBezTo>
                    <a:cubicBezTo>
                      <a:pt x="8249" y="8960"/>
                      <a:pt x="8413" y="8975"/>
                      <a:pt x="8574" y="9007"/>
                    </a:cubicBezTo>
                    <a:cubicBezTo>
                      <a:pt x="8974" y="9074"/>
                      <a:pt x="9408" y="9207"/>
                      <a:pt x="9774" y="9408"/>
                    </a:cubicBezTo>
                    <a:cubicBezTo>
                      <a:pt x="9908" y="9508"/>
                      <a:pt x="10041" y="9608"/>
                      <a:pt x="10175" y="9708"/>
                    </a:cubicBezTo>
                    <a:cubicBezTo>
                      <a:pt x="10241" y="9741"/>
                      <a:pt x="10308" y="9808"/>
                      <a:pt x="10375" y="9841"/>
                    </a:cubicBezTo>
                    <a:cubicBezTo>
                      <a:pt x="10809" y="10208"/>
                      <a:pt x="11175" y="10642"/>
                      <a:pt x="11442" y="11176"/>
                    </a:cubicBezTo>
                    <a:cubicBezTo>
                      <a:pt x="11676" y="11576"/>
                      <a:pt x="11809" y="12043"/>
                      <a:pt x="11876" y="12543"/>
                    </a:cubicBezTo>
                    <a:cubicBezTo>
                      <a:pt x="11876" y="12677"/>
                      <a:pt x="11876" y="12777"/>
                      <a:pt x="11876" y="12910"/>
                    </a:cubicBezTo>
                    <a:cubicBezTo>
                      <a:pt x="11843" y="13010"/>
                      <a:pt x="11843" y="13110"/>
                      <a:pt x="11843" y="13210"/>
                    </a:cubicBezTo>
                    <a:cubicBezTo>
                      <a:pt x="11709" y="13811"/>
                      <a:pt x="11476" y="14344"/>
                      <a:pt x="11109" y="14811"/>
                    </a:cubicBezTo>
                    <a:cubicBezTo>
                      <a:pt x="10608" y="15445"/>
                      <a:pt x="10008" y="15979"/>
                      <a:pt x="9274" y="16346"/>
                    </a:cubicBezTo>
                    <a:lnTo>
                      <a:pt x="9207" y="16379"/>
                    </a:lnTo>
                    <a:lnTo>
                      <a:pt x="9174" y="16379"/>
                    </a:lnTo>
                    <a:cubicBezTo>
                      <a:pt x="8589" y="16686"/>
                      <a:pt x="7957" y="16829"/>
                      <a:pt x="7337" y="16829"/>
                    </a:cubicBezTo>
                    <a:cubicBezTo>
                      <a:pt x="7215" y="16829"/>
                      <a:pt x="7093" y="16824"/>
                      <a:pt x="6972" y="16813"/>
                    </a:cubicBezTo>
                    <a:lnTo>
                      <a:pt x="6839" y="16813"/>
                    </a:lnTo>
                    <a:lnTo>
                      <a:pt x="6706" y="16780"/>
                    </a:lnTo>
                    <a:cubicBezTo>
                      <a:pt x="6439" y="16713"/>
                      <a:pt x="6205" y="16613"/>
                      <a:pt x="5972" y="16479"/>
                    </a:cubicBezTo>
                    <a:cubicBezTo>
                      <a:pt x="5672" y="16279"/>
                      <a:pt x="5405" y="16012"/>
                      <a:pt x="5171" y="15746"/>
                    </a:cubicBezTo>
                    <a:lnTo>
                      <a:pt x="5104" y="15645"/>
                    </a:lnTo>
                    <a:lnTo>
                      <a:pt x="5038" y="15545"/>
                    </a:lnTo>
                    <a:cubicBezTo>
                      <a:pt x="4734" y="15105"/>
                      <a:pt x="4314" y="14918"/>
                      <a:pt x="3900" y="14918"/>
                    </a:cubicBezTo>
                    <a:cubicBezTo>
                      <a:pt x="2998" y="14918"/>
                      <a:pt x="2124" y="15805"/>
                      <a:pt x="2536" y="16880"/>
                    </a:cubicBezTo>
                    <a:cubicBezTo>
                      <a:pt x="2669" y="17147"/>
                      <a:pt x="2769" y="17413"/>
                      <a:pt x="2936" y="17680"/>
                    </a:cubicBezTo>
                    <a:cubicBezTo>
                      <a:pt x="3136" y="18114"/>
                      <a:pt x="3437" y="18514"/>
                      <a:pt x="3770" y="18881"/>
                    </a:cubicBezTo>
                    <a:cubicBezTo>
                      <a:pt x="3870" y="18981"/>
                      <a:pt x="3970" y="19081"/>
                      <a:pt x="4070" y="19181"/>
                    </a:cubicBezTo>
                    <a:cubicBezTo>
                      <a:pt x="4571" y="19648"/>
                      <a:pt x="5171" y="20049"/>
                      <a:pt x="5805" y="20315"/>
                    </a:cubicBezTo>
                    <a:cubicBezTo>
                      <a:pt x="6572" y="20616"/>
                      <a:pt x="7373" y="20816"/>
                      <a:pt x="8173" y="20849"/>
                    </a:cubicBezTo>
                    <a:cubicBezTo>
                      <a:pt x="8607" y="20849"/>
                      <a:pt x="9041" y="20849"/>
                      <a:pt x="9474" y="20816"/>
                    </a:cubicBezTo>
                    <a:cubicBezTo>
                      <a:pt x="9808" y="20782"/>
                      <a:pt x="10175" y="20716"/>
                      <a:pt x="10508" y="20649"/>
                    </a:cubicBezTo>
                    <a:cubicBezTo>
                      <a:pt x="10942" y="20549"/>
                      <a:pt x="11376" y="20416"/>
                      <a:pt x="11809" y="20249"/>
                    </a:cubicBezTo>
                    <a:cubicBezTo>
                      <a:pt x="12109" y="20149"/>
                      <a:pt x="12410" y="20049"/>
                      <a:pt x="12710" y="19882"/>
                    </a:cubicBezTo>
                    <a:cubicBezTo>
                      <a:pt x="13410" y="19548"/>
                      <a:pt x="14078" y="19148"/>
                      <a:pt x="14678" y="18648"/>
                    </a:cubicBezTo>
                    <a:cubicBezTo>
                      <a:pt x="16046" y="17580"/>
                      <a:pt x="17046" y="16179"/>
                      <a:pt x="17647" y="14611"/>
                    </a:cubicBezTo>
                    <a:cubicBezTo>
                      <a:pt x="17847" y="14078"/>
                      <a:pt x="17980" y="13544"/>
                      <a:pt x="18080" y="13010"/>
                    </a:cubicBezTo>
                    <a:cubicBezTo>
                      <a:pt x="18281" y="11809"/>
                      <a:pt x="18247" y="10575"/>
                      <a:pt x="18014" y="9374"/>
                    </a:cubicBezTo>
                    <a:cubicBezTo>
                      <a:pt x="17914" y="8874"/>
                      <a:pt x="17780" y="8374"/>
                      <a:pt x="17613" y="7907"/>
                    </a:cubicBezTo>
                    <a:cubicBezTo>
                      <a:pt x="17280" y="6939"/>
                      <a:pt x="16813" y="6005"/>
                      <a:pt x="16212" y="5138"/>
                    </a:cubicBezTo>
                    <a:cubicBezTo>
                      <a:pt x="16112" y="4971"/>
                      <a:pt x="15979" y="4838"/>
                      <a:pt x="15879" y="4671"/>
                    </a:cubicBezTo>
                    <a:cubicBezTo>
                      <a:pt x="15012" y="3537"/>
                      <a:pt x="13944" y="2569"/>
                      <a:pt x="12743" y="1802"/>
                    </a:cubicBezTo>
                    <a:cubicBezTo>
                      <a:pt x="12443" y="1602"/>
                      <a:pt x="12109" y="1435"/>
                      <a:pt x="11809" y="1268"/>
                    </a:cubicBezTo>
                    <a:cubicBezTo>
                      <a:pt x="11209" y="968"/>
                      <a:pt x="10608" y="735"/>
                      <a:pt x="9975" y="535"/>
                    </a:cubicBezTo>
                    <a:cubicBezTo>
                      <a:pt x="8874" y="168"/>
                      <a:pt x="7706" y="1"/>
                      <a:pt x="65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574;p61">
                <a:extLst>
                  <a:ext uri="{FF2B5EF4-FFF2-40B4-BE49-F238E27FC236}">
                    <a16:creationId xmlns:a16="http://schemas.microsoft.com/office/drawing/2014/main" id="{2733AD5F-DF1E-4BE7-A727-69B2A5C7C53B}"/>
                  </a:ext>
                </a:extLst>
              </p:cNvPr>
              <p:cNvSpPr/>
              <p:nvPr/>
            </p:nvSpPr>
            <p:spPr>
              <a:xfrm>
                <a:off x="3204950" y="3654725"/>
                <a:ext cx="98450" cy="85925"/>
              </a:xfrm>
              <a:custGeom>
                <a:avLst/>
                <a:gdLst/>
                <a:ahLst/>
                <a:cxnLst/>
                <a:rect l="l" t="t" r="r" b="b"/>
                <a:pathLst>
                  <a:path w="3938" h="3437" extrusionOk="0">
                    <a:moveTo>
                      <a:pt x="2269" y="1"/>
                    </a:moveTo>
                    <a:lnTo>
                      <a:pt x="1" y="1969"/>
                    </a:lnTo>
                    <a:cubicBezTo>
                      <a:pt x="234" y="2369"/>
                      <a:pt x="535" y="2769"/>
                      <a:pt x="868" y="3136"/>
                    </a:cubicBezTo>
                    <a:cubicBezTo>
                      <a:pt x="968" y="3236"/>
                      <a:pt x="1068" y="3336"/>
                      <a:pt x="1168" y="3436"/>
                    </a:cubicBezTo>
                    <a:lnTo>
                      <a:pt x="3937" y="1068"/>
                    </a:lnTo>
                    <a:lnTo>
                      <a:pt x="3804" y="1035"/>
                    </a:lnTo>
                    <a:cubicBezTo>
                      <a:pt x="3537" y="1001"/>
                      <a:pt x="3270" y="901"/>
                      <a:pt x="3036" y="734"/>
                    </a:cubicBezTo>
                    <a:cubicBezTo>
                      <a:pt x="2736" y="534"/>
                      <a:pt x="2469" y="301"/>
                      <a:pt x="2269" y="1"/>
                    </a:cubicBezTo>
                    <a:close/>
                  </a:path>
                </a:pathLst>
              </a:custGeom>
              <a:solidFill>
                <a:srgbClr val="EFEC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575;p61">
                <a:extLst>
                  <a:ext uri="{FF2B5EF4-FFF2-40B4-BE49-F238E27FC236}">
                    <a16:creationId xmlns:a16="http://schemas.microsoft.com/office/drawing/2014/main" id="{F67D9845-076D-4D07-96D9-9DBE07AF2CFE}"/>
                  </a:ext>
                </a:extLst>
              </p:cNvPr>
              <p:cNvSpPr/>
              <p:nvPr/>
            </p:nvSpPr>
            <p:spPr>
              <a:xfrm>
                <a:off x="3295850" y="3273625"/>
                <a:ext cx="287750" cy="507050"/>
              </a:xfrm>
              <a:custGeom>
                <a:avLst/>
                <a:gdLst/>
                <a:ahLst/>
                <a:cxnLst/>
                <a:rect l="l" t="t" r="r" b="b"/>
                <a:pathLst>
                  <a:path w="11510" h="20282" extrusionOk="0">
                    <a:moveTo>
                      <a:pt x="3437" y="0"/>
                    </a:moveTo>
                    <a:lnTo>
                      <a:pt x="1" y="8807"/>
                    </a:lnTo>
                    <a:cubicBezTo>
                      <a:pt x="168" y="8773"/>
                      <a:pt x="334" y="8706"/>
                      <a:pt x="501" y="8640"/>
                    </a:cubicBezTo>
                    <a:cubicBezTo>
                      <a:pt x="820" y="8526"/>
                      <a:pt x="1171" y="8474"/>
                      <a:pt x="1520" y="8474"/>
                    </a:cubicBezTo>
                    <a:cubicBezTo>
                      <a:pt x="1682" y="8474"/>
                      <a:pt x="1844" y="8485"/>
                      <a:pt x="2002" y="8506"/>
                    </a:cubicBezTo>
                    <a:cubicBezTo>
                      <a:pt x="2403" y="8573"/>
                      <a:pt x="2836" y="8706"/>
                      <a:pt x="3203" y="8940"/>
                    </a:cubicBezTo>
                    <a:lnTo>
                      <a:pt x="6172" y="1268"/>
                    </a:lnTo>
                    <a:cubicBezTo>
                      <a:pt x="5872" y="1101"/>
                      <a:pt x="5571" y="901"/>
                      <a:pt x="5271" y="734"/>
                    </a:cubicBezTo>
                    <a:cubicBezTo>
                      <a:pt x="4671" y="467"/>
                      <a:pt x="4070" y="200"/>
                      <a:pt x="3437" y="0"/>
                    </a:cubicBezTo>
                    <a:close/>
                    <a:moveTo>
                      <a:pt x="9674" y="4637"/>
                    </a:moveTo>
                    <a:lnTo>
                      <a:pt x="3837" y="9374"/>
                    </a:lnTo>
                    <a:cubicBezTo>
                      <a:pt x="4271" y="9741"/>
                      <a:pt x="4637" y="10174"/>
                      <a:pt x="4904" y="10675"/>
                    </a:cubicBezTo>
                    <a:lnTo>
                      <a:pt x="4871" y="10675"/>
                    </a:lnTo>
                    <a:cubicBezTo>
                      <a:pt x="5138" y="11108"/>
                      <a:pt x="5271" y="11575"/>
                      <a:pt x="5305" y="12076"/>
                    </a:cubicBezTo>
                    <a:lnTo>
                      <a:pt x="11075" y="7406"/>
                    </a:lnTo>
                    <a:cubicBezTo>
                      <a:pt x="10742" y="6405"/>
                      <a:pt x="10275" y="5504"/>
                      <a:pt x="9674" y="4637"/>
                    </a:cubicBezTo>
                    <a:close/>
                    <a:moveTo>
                      <a:pt x="11509" y="12509"/>
                    </a:moveTo>
                    <a:lnTo>
                      <a:pt x="5271" y="12743"/>
                    </a:lnTo>
                    <a:cubicBezTo>
                      <a:pt x="5171" y="13310"/>
                      <a:pt x="4904" y="13877"/>
                      <a:pt x="4571" y="14344"/>
                    </a:cubicBezTo>
                    <a:lnTo>
                      <a:pt x="4537" y="14344"/>
                    </a:lnTo>
                    <a:cubicBezTo>
                      <a:pt x="4070" y="14978"/>
                      <a:pt x="3437" y="15478"/>
                      <a:pt x="2736" y="15845"/>
                    </a:cubicBezTo>
                    <a:lnTo>
                      <a:pt x="10375" y="15578"/>
                    </a:lnTo>
                    <a:cubicBezTo>
                      <a:pt x="10675" y="15111"/>
                      <a:pt x="10909" y="14611"/>
                      <a:pt x="11109" y="14077"/>
                    </a:cubicBezTo>
                    <a:cubicBezTo>
                      <a:pt x="11276" y="13577"/>
                      <a:pt x="11409" y="13043"/>
                      <a:pt x="11509" y="12509"/>
                    </a:cubicBezTo>
                    <a:close/>
                    <a:moveTo>
                      <a:pt x="2603" y="15912"/>
                    </a:moveTo>
                    <a:cubicBezTo>
                      <a:pt x="2065" y="16180"/>
                      <a:pt x="1463" y="16341"/>
                      <a:pt x="848" y="16341"/>
                    </a:cubicBezTo>
                    <a:cubicBezTo>
                      <a:pt x="700" y="16341"/>
                      <a:pt x="550" y="16331"/>
                      <a:pt x="401" y="16312"/>
                    </a:cubicBezTo>
                    <a:cubicBezTo>
                      <a:pt x="301" y="16312"/>
                      <a:pt x="234" y="16312"/>
                      <a:pt x="168" y="16279"/>
                    </a:cubicBezTo>
                    <a:lnTo>
                      <a:pt x="168" y="16279"/>
                    </a:lnTo>
                    <a:lnTo>
                      <a:pt x="2936" y="20281"/>
                    </a:lnTo>
                    <a:cubicBezTo>
                      <a:pt x="3270" y="20248"/>
                      <a:pt x="3637" y="20215"/>
                      <a:pt x="3970" y="20115"/>
                    </a:cubicBezTo>
                    <a:cubicBezTo>
                      <a:pt x="4404" y="20015"/>
                      <a:pt x="4838" y="19915"/>
                      <a:pt x="5271" y="19748"/>
                    </a:cubicBezTo>
                    <a:lnTo>
                      <a:pt x="2603" y="15912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576;p61">
                <a:extLst>
                  <a:ext uri="{FF2B5EF4-FFF2-40B4-BE49-F238E27FC236}">
                    <a16:creationId xmlns:a16="http://schemas.microsoft.com/office/drawing/2014/main" id="{8AA7AAFD-E4A7-4DAA-81CE-F5375A58D952}"/>
                  </a:ext>
                </a:extLst>
              </p:cNvPr>
              <p:cNvSpPr/>
              <p:nvPr/>
            </p:nvSpPr>
            <p:spPr>
              <a:xfrm>
                <a:off x="3174100" y="3261100"/>
                <a:ext cx="120950" cy="234375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9375" extrusionOk="0">
                    <a:moveTo>
                      <a:pt x="3670" y="1"/>
                    </a:moveTo>
                    <a:cubicBezTo>
                      <a:pt x="3136" y="1"/>
                      <a:pt x="2603" y="101"/>
                      <a:pt x="2102" y="301"/>
                    </a:cubicBezTo>
                    <a:cubicBezTo>
                      <a:pt x="1902" y="368"/>
                      <a:pt x="1702" y="468"/>
                      <a:pt x="1502" y="568"/>
                    </a:cubicBezTo>
                    <a:lnTo>
                      <a:pt x="1" y="7606"/>
                    </a:lnTo>
                    <a:cubicBezTo>
                      <a:pt x="368" y="8073"/>
                      <a:pt x="768" y="8440"/>
                      <a:pt x="1268" y="8740"/>
                    </a:cubicBezTo>
                    <a:cubicBezTo>
                      <a:pt x="1735" y="9041"/>
                      <a:pt x="2302" y="9274"/>
                      <a:pt x="2869" y="9374"/>
                    </a:cubicBezTo>
                    <a:lnTo>
                      <a:pt x="4837" y="1"/>
                    </a:lnTo>
                    <a:close/>
                  </a:path>
                </a:pathLst>
              </a:custGeom>
              <a:solidFill>
                <a:srgbClr val="EFEC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577;p61">
                <a:extLst>
                  <a:ext uri="{FF2B5EF4-FFF2-40B4-BE49-F238E27FC236}">
                    <a16:creationId xmlns:a16="http://schemas.microsoft.com/office/drawing/2014/main" id="{522CCAA7-DF29-4F90-B488-24D95B6B7039}"/>
                  </a:ext>
                </a:extLst>
              </p:cNvPr>
              <p:cNvSpPr/>
              <p:nvPr/>
            </p:nvSpPr>
            <p:spPr>
              <a:xfrm>
                <a:off x="3060700" y="3086825"/>
                <a:ext cx="168475" cy="104250"/>
              </a:xfrm>
              <a:custGeom>
                <a:avLst/>
                <a:gdLst/>
                <a:ahLst/>
                <a:cxnLst/>
                <a:rect l="l" t="t" r="r" b="b"/>
                <a:pathLst>
                  <a:path w="6739" h="4170" extrusionOk="0">
                    <a:moveTo>
                      <a:pt x="6038" y="0"/>
                    </a:moveTo>
                    <a:lnTo>
                      <a:pt x="0" y="334"/>
                    </a:lnTo>
                    <a:lnTo>
                      <a:pt x="1001" y="4170"/>
                    </a:lnTo>
                    <a:lnTo>
                      <a:pt x="6738" y="2669"/>
                    </a:lnTo>
                    <a:lnTo>
                      <a:pt x="60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578;p61">
                <a:extLst>
                  <a:ext uri="{FF2B5EF4-FFF2-40B4-BE49-F238E27FC236}">
                    <a16:creationId xmlns:a16="http://schemas.microsoft.com/office/drawing/2014/main" id="{D38610A0-F4C3-4989-ACFA-1E2C8F8B0A3A}"/>
                  </a:ext>
                </a:extLst>
              </p:cNvPr>
              <p:cNvSpPr/>
              <p:nvPr/>
            </p:nvSpPr>
            <p:spPr>
              <a:xfrm>
                <a:off x="3077375" y="3146850"/>
                <a:ext cx="72575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69" fill="none" extrusionOk="0">
                    <a:moveTo>
                      <a:pt x="0" y="568"/>
                    </a:moveTo>
                    <a:lnTo>
                      <a:pt x="2902" y="1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579;p61">
                <a:extLst>
                  <a:ext uri="{FF2B5EF4-FFF2-40B4-BE49-F238E27FC236}">
                    <a16:creationId xmlns:a16="http://schemas.microsoft.com/office/drawing/2014/main" id="{F7CC86C0-A32F-4D1D-9D02-56324D5EBCB0}"/>
                  </a:ext>
                </a:extLst>
              </p:cNvPr>
              <p:cNvSpPr/>
              <p:nvPr/>
            </p:nvSpPr>
            <p:spPr>
              <a:xfrm>
                <a:off x="3069025" y="3115175"/>
                <a:ext cx="7257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1" fill="none" extrusionOk="0">
                    <a:moveTo>
                      <a:pt x="1" y="601"/>
                    </a:moveTo>
                    <a:lnTo>
                      <a:pt x="2903" y="0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580;p61">
                <a:extLst>
                  <a:ext uri="{FF2B5EF4-FFF2-40B4-BE49-F238E27FC236}">
                    <a16:creationId xmlns:a16="http://schemas.microsoft.com/office/drawing/2014/main" id="{3BEAF06B-D1DD-472A-A17B-6A6191325B33}"/>
                  </a:ext>
                </a:extLst>
              </p:cNvPr>
              <p:cNvSpPr/>
              <p:nvPr/>
            </p:nvSpPr>
            <p:spPr>
              <a:xfrm>
                <a:off x="3186625" y="2960900"/>
                <a:ext cx="126775" cy="176825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7073" extrusionOk="0">
                    <a:moveTo>
                      <a:pt x="1501" y="0"/>
                    </a:moveTo>
                    <a:lnTo>
                      <a:pt x="0" y="5871"/>
                    </a:lnTo>
                    <a:lnTo>
                      <a:pt x="2468" y="7072"/>
                    </a:lnTo>
                    <a:lnTo>
                      <a:pt x="5070" y="1768"/>
                    </a:lnTo>
                    <a:lnTo>
                      <a:pt x="150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581;p61">
                <a:extLst>
                  <a:ext uri="{FF2B5EF4-FFF2-40B4-BE49-F238E27FC236}">
                    <a16:creationId xmlns:a16="http://schemas.microsoft.com/office/drawing/2014/main" id="{83F5052A-FD14-4EC9-8F2F-57A682681E28}"/>
                  </a:ext>
                </a:extLst>
              </p:cNvPr>
              <p:cNvSpPr/>
              <p:nvPr/>
            </p:nvSpPr>
            <p:spPr>
              <a:xfrm>
                <a:off x="3256675" y="2990925"/>
                <a:ext cx="292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2736" fill="none" extrusionOk="0">
                    <a:moveTo>
                      <a:pt x="1168" y="0"/>
                    </a:moveTo>
                    <a:lnTo>
                      <a:pt x="0" y="2735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582;p61">
                <a:extLst>
                  <a:ext uri="{FF2B5EF4-FFF2-40B4-BE49-F238E27FC236}">
                    <a16:creationId xmlns:a16="http://schemas.microsoft.com/office/drawing/2014/main" id="{0485D88E-8580-4F46-8ABE-886084EDE934}"/>
                  </a:ext>
                </a:extLst>
              </p:cNvPr>
              <p:cNvSpPr/>
              <p:nvPr/>
            </p:nvSpPr>
            <p:spPr>
              <a:xfrm>
                <a:off x="3228300" y="2976750"/>
                <a:ext cx="284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2736" fill="none" extrusionOk="0">
                    <a:moveTo>
                      <a:pt x="1135" y="0"/>
                    </a:moveTo>
                    <a:lnTo>
                      <a:pt x="1" y="2735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583;p61">
                <a:extLst>
                  <a:ext uri="{FF2B5EF4-FFF2-40B4-BE49-F238E27FC236}">
                    <a16:creationId xmlns:a16="http://schemas.microsoft.com/office/drawing/2014/main" id="{9DFCE78B-88B2-41E1-8388-C74FED40CAAF}"/>
                  </a:ext>
                </a:extLst>
              </p:cNvPr>
              <p:cNvSpPr/>
              <p:nvPr/>
            </p:nvSpPr>
            <p:spPr>
              <a:xfrm>
                <a:off x="3132400" y="2719050"/>
                <a:ext cx="457025" cy="520950"/>
              </a:xfrm>
              <a:custGeom>
                <a:avLst/>
                <a:gdLst/>
                <a:ahLst/>
                <a:cxnLst/>
                <a:rect l="l" t="t" r="r" b="b"/>
                <a:pathLst>
                  <a:path w="18281" h="20838" extrusionOk="0">
                    <a:moveTo>
                      <a:pt x="5338" y="1"/>
                    </a:moveTo>
                    <a:cubicBezTo>
                      <a:pt x="4804" y="1"/>
                      <a:pt x="4271" y="101"/>
                      <a:pt x="3770" y="268"/>
                    </a:cubicBezTo>
                    <a:cubicBezTo>
                      <a:pt x="3570" y="368"/>
                      <a:pt x="3370" y="434"/>
                      <a:pt x="3170" y="568"/>
                    </a:cubicBezTo>
                    <a:cubicBezTo>
                      <a:pt x="3103" y="601"/>
                      <a:pt x="3003" y="634"/>
                      <a:pt x="2936" y="701"/>
                    </a:cubicBezTo>
                    <a:lnTo>
                      <a:pt x="2970" y="701"/>
                    </a:lnTo>
                    <a:cubicBezTo>
                      <a:pt x="568" y="2169"/>
                      <a:pt x="1" y="5371"/>
                      <a:pt x="1702" y="7606"/>
                    </a:cubicBezTo>
                    <a:cubicBezTo>
                      <a:pt x="2036" y="8040"/>
                      <a:pt x="2469" y="8440"/>
                      <a:pt x="2970" y="8740"/>
                    </a:cubicBezTo>
                    <a:cubicBezTo>
                      <a:pt x="3437" y="9041"/>
                      <a:pt x="3970" y="9241"/>
                      <a:pt x="4537" y="9374"/>
                    </a:cubicBezTo>
                    <a:cubicBezTo>
                      <a:pt x="4826" y="9415"/>
                      <a:pt x="5127" y="9444"/>
                      <a:pt x="5426" y="9444"/>
                    </a:cubicBezTo>
                    <a:cubicBezTo>
                      <a:pt x="5610" y="9444"/>
                      <a:pt x="5793" y="9433"/>
                      <a:pt x="5972" y="9407"/>
                    </a:cubicBezTo>
                    <a:cubicBezTo>
                      <a:pt x="6172" y="9407"/>
                      <a:pt x="6372" y="9341"/>
                      <a:pt x="6572" y="9307"/>
                    </a:cubicBezTo>
                    <a:cubicBezTo>
                      <a:pt x="6739" y="9274"/>
                      <a:pt x="6906" y="9207"/>
                      <a:pt x="7073" y="9141"/>
                    </a:cubicBezTo>
                    <a:cubicBezTo>
                      <a:pt x="7390" y="9027"/>
                      <a:pt x="7738" y="8960"/>
                      <a:pt x="8085" y="8960"/>
                    </a:cubicBezTo>
                    <a:cubicBezTo>
                      <a:pt x="8249" y="8960"/>
                      <a:pt x="8413" y="8975"/>
                      <a:pt x="8574" y="9007"/>
                    </a:cubicBezTo>
                    <a:cubicBezTo>
                      <a:pt x="8974" y="9074"/>
                      <a:pt x="9408" y="9207"/>
                      <a:pt x="9774" y="9407"/>
                    </a:cubicBezTo>
                    <a:cubicBezTo>
                      <a:pt x="9908" y="9508"/>
                      <a:pt x="10041" y="9608"/>
                      <a:pt x="10175" y="9708"/>
                    </a:cubicBezTo>
                    <a:cubicBezTo>
                      <a:pt x="10241" y="9741"/>
                      <a:pt x="10308" y="9808"/>
                      <a:pt x="10375" y="9841"/>
                    </a:cubicBezTo>
                    <a:cubicBezTo>
                      <a:pt x="10809" y="10208"/>
                      <a:pt x="11175" y="10642"/>
                      <a:pt x="11442" y="11175"/>
                    </a:cubicBezTo>
                    <a:cubicBezTo>
                      <a:pt x="11676" y="11576"/>
                      <a:pt x="11809" y="12043"/>
                      <a:pt x="11876" y="12543"/>
                    </a:cubicBezTo>
                    <a:cubicBezTo>
                      <a:pt x="11876" y="12676"/>
                      <a:pt x="11876" y="12777"/>
                      <a:pt x="11876" y="12910"/>
                    </a:cubicBezTo>
                    <a:cubicBezTo>
                      <a:pt x="11843" y="13010"/>
                      <a:pt x="11843" y="13110"/>
                      <a:pt x="11843" y="13210"/>
                    </a:cubicBezTo>
                    <a:cubicBezTo>
                      <a:pt x="11709" y="13811"/>
                      <a:pt x="11476" y="14344"/>
                      <a:pt x="11109" y="14811"/>
                    </a:cubicBezTo>
                    <a:cubicBezTo>
                      <a:pt x="10608" y="15445"/>
                      <a:pt x="10008" y="15979"/>
                      <a:pt x="9274" y="16346"/>
                    </a:cubicBezTo>
                    <a:lnTo>
                      <a:pt x="9207" y="16379"/>
                    </a:lnTo>
                    <a:lnTo>
                      <a:pt x="9174" y="16379"/>
                    </a:lnTo>
                    <a:cubicBezTo>
                      <a:pt x="8589" y="16686"/>
                      <a:pt x="7957" y="16829"/>
                      <a:pt x="7337" y="16829"/>
                    </a:cubicBezTo>
                    <a:cubicBezTo>
                      <a:pt x="7215" y="16829"/>
                      <a:pt x="7093" y="16824"/>
                      <a:pt x="6972" y="16813"/>
                    </a:cubicBezTo>
                    <a:lnTo>
                      <a:pt x="6839" y="16813"/>
                    </a:lnTo>
                    <a:lnTo>
                      <a:pt x="6706" y="16779"/>
                    </a:lnTo>
                    <a:cubicBezTo>
                      <a:pt x="6439" y="16713"/>
                      <a:pt x="6205" y="16613"/>
                      <a:pt x="5972" y="16479"/>
                    </a:cubicBezTo>
                    <a:cubicBezTo>
                      <a:pt x="5672" y="16279"/>
                      <a:pt x="5405" y="16012"/>
                      <a:pt x="5171" y="15745"/>
                    </a:cubicBezTo>
                    <a:lnTo>
                      <a:pt x="5104" y="15645"/>
                    </a:lnTo>
                    <a:lnTo>
                      <a:pt x="5038" y="15545"/>
                    </a:lnTo>
                    <a:cubicBezTo>
                      <a:pt x="4734" y="15105"/>
                      <a:pt x="4314" y="14918"/>
                      <a:pt x="3900" y="14918"/>
                    </a:cubicBezTo>
                    <a:cubicBezTo>
                      <a:pt x="2998" y="14918"/>
                      <a:pt x="2124" y="15805"/>
                      <a:pt x="2536" y="16879"/>
                    </a:cubicBezTo>
                    <a:cubicBezTo>
                      <a:pt x="2669" y="17146"/>
                      <a:pt x="2769" y="17413"/>
                      <a:pt x="2936" y="17680"/>
                    </a:cubicBezTo>
                    <a:cubicBezTo>
                      <a:pt x="3136" y="18114"/>
                      <a:pt x="3437" y="18514"/>
                      <a:pt x="3770" y="18881"/>
                    </a:cubicBezTo>
                    <a:cubicBezTo>
                      <a:pt x="3870" y="18981"/>
                      <a:pt x="3970" y="19081"/>
                      <a:pt x="4070" y="19181"/>
                    </a:cubicBezTo>
                    <a:cubicBezTo>
                      <a:pt x="4571" y="19648"/>
                      <a:pt x="5171" y="20015"/>
                      <a:pt x="5805" y="20282"/>
                    </a:cubicBezTo>
                    <a:cubicBezTo>
                      <a:pt x="6572" y="20615"/>
                      <a:pt x="7373" y="20782"/>
                      <a:pt x="8173" y="20816"/>
                    </a:cubicBezTo>
                    <a:cubicBezTo>
                      <a:pt x="8353" y="20829"/>
                      <a:pt x="8533" y="20838"/>
                      <a:pt x="8712" y="20838"/>
                    </a:cubicBezTo>
                    <a:cubicBezTo>
                      <a:pt x="8966" y="20838"/>
                      <a:pt x="9220" y="20821"/>
                      <a:pt x="9474" y="20782"/>
                    </a:cubicBezTo>
                    <a:cubicBezTo>
                      <a:pt x="9808" y="20749"/>
                      <a:pt x="10175" y="20716"/>
                      <a:pt x="10508" y="20615"/>
                    </a:cubicBezTo>
                    <a:cubicBezTo>
                      <a:pt x="10942" y="20549"/>
                      <a:pt x="11376" y="20415"/>
                      <a:pt x="11809" y="20249"/>
                    </a:cubicBezTo>
                    <a:cubicBezTo>
                      <a:pt x="12109" y="20148"/>
                      <a:pt x="12410" y="20015"/>
                      <a:pt x="12710" y="19882"/>
                    </a:cubicBezTo>
                    <a:cubicBezTo>
                      <a:pt x="13410" y="19548"/>
                      <a:pt x="14078" y="19114"/>
                      <a:pt x="14678" y="18647"/>
                    </a:cubicBezTo>
                    <a:cubicBezTo>
                      <a:pt x="16046" y="17580"/>
                      <a:pt x="17046" y="16179"/>
                      <a:pt x="17647" y="14578"/>
                    </a:cubicBezTo>
                    <a:cubicBezTo>
                      <a:pt x="17847" y="14077"/>
                      <a:pt x="17980" y="13544"/>
                      <a:pt x="18080" y="13010"/>
                    </a:cubicBezTo>
                    <a:cubicBezTo>
                      <a:pt x="18281" y="11809"/>
                      <a:pt x="18247" y="10542"/>
                      <a:pt x="18014" y="9341"/>
                    </a:cubicBezTo>
                    <a:cubicBezTo>
                      <a:pt x="17914" y="8840"/>
                      <a:pt x="17780" y="8373"/>
                      <a:pt x="17613" y="7906"/>
                    </a:cubicBezTo>
                    <a:cubicBezTo>
                      <a:pt x="17280" y="6906"/>
                      <a:pt x="16813" y="6005"/>
                      <a:pt x="16212" y="5138"/>
                    </a:cubicBezTo>
                    <a:cubicBezTo>
                      <a:pt x="16112" y="4971"/>
                      <a:pt x="15979" y="4804"/>
                      <a:pt x="15879" y="4671"/>
                    </a:cubicBezTo>
                    <a:cubicBezTo>
                      <a:pt x="15012" y="3537"/>
                      <a:pt x="13944" y="2536"/>
                      <a:pt x="12743" y="1802"/>
                    </a:cubicBezTo>
                    <a:cubicBezTo>
                      <a:pt x="12443" y="1602"/>
                      <a:pt x="12109" y="1435"/>
                      <a:pt x="11809" y="1268"/>
                    </a:cubicBezTo>
                    <a:cubicBezTo>
                      <a:pt x="11209" y="968"/>
                      <a:pt x="10608" y="701"/>
                      <a:pt x="9975" y="534"/>
                    </a:cubicBezTo>
                    <a:cubicBezTo>
                      <a:pt x="8874" y="167"/>
                      <a:pt x="7706" y="1"/>
                      <a:pt x="65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584;p61">
                <a:extLst>
                  <a:ext uri="{FF2B5EF4-FFF2-40B4-BE49-F238E27FC236}">
                    <a16:creationId xmlns:a16="http://schemas.microsoft.com/office/drawing/2014/main" id="{108BD10E-B064-4E30-8CB0-7A639B672A80}"/>
                  </a:ext>
                </a:extLst>
              </p:cNvPr>
              <p:cNvSpPr/>
              <p:nvPr/>
            </p:nvSpPr>
            <p:spPr>
              <a:xfrm>
                <a:off x="3204950" y="3112675"/>
                <a:ext cx="98450" cy="85925"/>
              </a:xfrm>
              <a:custGeom>
                <a:avLst/>
                <a:gdLst/>
                <a:ahLst/>
                <a:cxnLst/>
                <a:rect l="l" t="t" r="r" b="b"/>
                <a:pathLst>
                  <a:path w="3938" h="3437" extrusionOk="0">
                    <a:moveTo>
                      <a:pt x="2269" y="0"/>
                    </a:moveTo>
                    <a:lnTo>
                      <a:pt x="1" y="1935"/>
                    </a:lnTo>
                    <a:cubicBezTo>
                      <a:pt x="234" y="2369"/>
                      <a:pt x="535" y="2769"/>
                      <a:pt x="868" y="3136"/>
                    </a:cubicBezTo>
                    <a:cubicBezTo>
                      <a:pt x="968" y="3236"/>
                      <a:pt x="1068" y="3336"/>
                      <a:pt x="1168" y="3436"/>
                    </a:cubicBezTo>
                    <a:lnTo>
                      <a:pt x="3937" y="1068"/>
                    </a:lnTo>
                    <a:lnTo>
                      <a:pt x="3804" y="1034"/>
                    </a:lnTo>
                    <a:cubicBezTo>
                      <a:pt x="3537" y="968"/>
                      <a:pt x="3270" y="868"/>
                      <a:pt x="3036" y="734"/>
                    </a:cubicBezTo>
                    <a:cubicBezTo>
                      <a:pt x="2736" y="534"/>
                      <a:pt x="2469" y="301"/>
                      <a:pt x="2269" y="0"/>
                    </a:cubicBez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585;p61">
                <a:extLst>
                  <a:ext uri="{FF2B5EF4-FFF2-40B4-BE49-F238E27FC236}">
                    <a16:creationId xmlns:a16="http://schemas.microsoft.com/office/drawing/2014/main" id="{DA9AB95E-6A06-4739-B170-75A0E4FB4133}"/>
                  </a:ext>
                </a:extLst>
              </p:cNvPr>
              <p:cNvSpPr/>
              <p:nvPr/>
            </p:nvSpPr>
            <p:spPr>
              <a:xfrm>
                <a:off x="3295850" y="2731575"/>
                <a:ext cx="287750" cy="506200"/>
              </a:xfrm>
              <a:custGeom>
                <a:avLst/>
                <a:gdLst/>
                <a:ahLst/>
                <a:cxnLst/>
                <a:rect l="l" t="t" r="r" b="b"/>
                <a:pathLst>
                  <a:path w="11510" h="20248" extrusionOk="0">
                    <a:moveTo>
                      <a:pt x="3437" y="0"/>
                    </a:moveTo>
                    <a:lnTo>
                      <a:pt x="1" y="8806"/>
                    </a:lnTo>
                    <a:cubicBezTo>
                      <a:pt x="168" y="8773"/>
                      <a:pt x="334" y="8706"/>
                      <a:pt x="501" y="8640"/>
                    </a:cubicBezTo>
                    <a:cubicBezTo>
                      <a:pt x="818" y="8526"/>
                      <a:pt x="1167" y="8459"/>
                      <a:pt x="1514" y="8459"/>
                    </a:cubicBezTo>
                    <a:cubicBezTo>
                      <a:pt x="1678" y="8459"/>
                      <a:pt x="1842" y="8474"/>
                      <a:pt x="2002" y="8506"/>
                    </a:cubicBezTo>
                    <a:cubicBezTo>
                      <a:pt x="2403" y="8573"/>
                      <a:pt x="2836" y="8706"/>
                      <a:pt x="3203" y="8906"/>
                    </a:cubicBezTo>
                    <a:lnTo>
                      <a:pt x="6172" y="1268"/>
                    </a:lnTo>
                    <a:cubicBezTo>
                      <a:pt x="5872" y="1067"/>
                      <a:pt x="5571" y="901"/>
                      <a:pt x="5271" y="734"/>
                    </a:cubicBezTo>
                    <a:cubicBezTo>
                      <a:pt x="4671" y="434"/>
                      <a:pt x="4070" y="200"/>
                      <a:pt x="3437" y="0"/>
                    </a:cubicBezTo>
                    <a:close/>
                    <a:moveTo>
                      <a:pt x="9674" y="4637"/>
                    </a:moveTo>
                    <a:lnTo>
                      <a:pt x="3837" y="9373"/>
                    </a:lnTo>
                    <a:cubicBezTo>
                      <a:pt x="4271" y="9707"/>
                      <a:pt x="4637" y="10174"/>
                      <a:pt x="4904" y="10674"/>
                    </a:cubicBezTo>
                    <a:lnTo>
                      <a:pt x="4871" y="10674"/>
                    </a:lnTo>
                    <a:cubicBezTo>
                      <a:pt x="5138" y="11108"/>
                      <a:pt x="5271" y="11575"/>
                      <a:pt x="5305" y="12042"/>
                    </a:cubicBezTo>
                    <a:lnTo>
                      <a:pt x="11075" y="7405"/>
                    </a:lnTo>
                    <a:cubicBezTo>
                      <a:pt x="10742" y="6405"/>
                      <a:pt x="10275" y="5471"/>
                      <a:pt x="9674" y="4637"/>
                    </a:cubicBezTo>
                    <a:close/>
                    <a:moveTo>
                      <a:pt x="11509" y="12476"/>
                    </a:moveTo>
                    <a:lnTo>
                      <a:pt x="5238" y="12709"/>
                    </a:lnTo>
                    <a:cubicBezTo>
                      <a:pt x="5171" y="13310"/>
                      <a:pt x="4904" y="13843"/>
                      <a:pt x="4571" y="14310"/>
                    </a:cubicBezTo>
                    <a:lnTo>
                      <a:pt x="4537" y="14310"/>
                    </a:lnTo>
                    <a:cubicBezTo>
                      <a:pt x="4037" y="14944"/>
                      <a:pt x="3437" y="15444"/>
                      <a:pt x="2703" y="15811"/>
                    </a:cubicBezTo>
                    <a:lnTo>
                      <a:pt x="10375" y="15545"/>
                    </a:lnTo>
                    <a:cubicBezTo>
                      <a:pt x="10675" y="15078"/>
                      <a:pt x="10909" y="14577"/>
                      <a:pt x="11075" y="14043"/>
                    </a:cubicBezTo>
                    <a:cubicBezTo>
                      <a:pt x="11276" y="13543"/>
                      <a:pt x="11409" y="13009"/>
                      <a:pt x="11509" y="12476"/>
                    </a:cubicBezTo>
                    <a:close/>
                    <a:moveTo>
                      <a:pt x="2603" y="15878"/>
                    </a:moveTo>
                    <a:cubicBezTo>
                      <a:pt x="2004" y="16163"/>
                      <a:pt x="1357" y="16326"/>
                      <a:pt x="724" y="16326"/>
                    </a:cubicBezTo>
                    <a:cubicBezTo>
                      <a:pt x="616" y="16326"/>
                      <a:pt x="508" y="16321"/>
                      <a:pt x="401" y="16312"/>
                    </a:cubicBezTo>
                    <a:cubicBezTo>
                      <a:pt x="301" y="16278"/>
                      <a:pt x="234" y="16278"/>
                      <a:pt x="134" y="16245"/>
                    </a:cubicBezTo>
                    <a:lnTo>
                      <a:pt x="134" y="16245"/>
                    </a:lnTo>
                    <a:lnTo>
                      <a:pt x="2903" y="20248"/>
                    </a:lnTo>
                    <a:cubicBezTo>
                      <a:pt x="3270" y="20215"/>
                      <a:pt x="3603" y="20181"/>
                      <a:pt x="3970" y="20081"/>
                    </a:cubicBezTo>
                    <a:cubicBezTo>
                      <a:pt x="4404" y="20014"/>
                      <a:pt x="4838" y="19881"/>
                      <a:pt x="5271" y="19714"/>
                    </a:cubicBezTo>
                    <a:lnTo>
                      <a:pt x="2603" y="15878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586;p61">
                <a:extLst>
                  <a:ext uri="{FF2B5EF4-FFF2-40B4-BE49-F238E27FC236}">
                    <a16:creationId xmlns:a16="http://schemas.microsoft.com/office/drawing/2014/main" id="{096D88F9-7401-4204-A130-5AA19B38022C}"/>
                  </a:ext>
                </a:extLst>
              </p:cNvPr>
              <p:cNvSpPr/>
              <p:nvPr/>
            </p:nvSpPr>
            <p:spPr>
              <a:xfrm>
                <a:off x="3174100" y="2719050"/>
                <a:ext cx="120950" cy="234375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9375" extrusionOk="0">
                    <a:moveTo>
                      <a:pt x="3670" y="1"/>
                    </a:moveTo>
                    <a:cubicBezTo>
                      <a:pt x="3136" y="1"/>
                      <a:pt x="2603" y="101"/>
                      <a:pt x="2102" y="268"/>
                    </a:cubicBezTo>
                    <a:cubicBezTo>
                      <a:pt x="1902" y="368"/>
                      <a:pt x="1702" y="434"/>
                      <a:pt x="1502" y="568"/>
                    </a:cubicBezTo>
                    <a:lnTo>
                      <a:pt x="1" y="7606"/>
                    </a:lnTo>
                    <a:cubicBezTo>
                      <a:pt x="368" y="8073"/>
                      <a:pt x="768" y="8440"/>
                      <a:pt x="1268" y="8740"/>
                    </a:cubicBezTo>
                    <a:cubicBezTo>
                      <a:pt x="1735" y="9041"/>
                      <a:pt x="2302" y="9241"/>
                      <a:pt x="2869" y="9374"/>
                    </a:cubicBezTo>
                    <a:lnTo>
                      <a:pt x="4837" y="1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587;p61">
                <a:extLst>
                  <a:ext uri="{FF2B5EF4-FFF2-40B4-BE49-F238E27FC236}">
                    <a16:creationId xmlns:a16="http://schemas.microsoft.com/office/drawing/2014/main" id="{BE9F1447-B898-4AE8-BFBD-B2FC0E768B28}"/>
                  </a:ext>
                </a:extLst>
              </p:cNvPr>
              <p:cNvSpPr/>
              <p:nvPr/>
            </p:nvSpPr>
            <p:spPr>
              <a:xfrm>
                <a:off x="3377575" y="2584800"/>
                <a:ext cx="216025" cy="403025"/>
              </a:xfrm>
              <a:custGeom>
                <a:avLst/>
                <a:gdLst/>
                <a:ahLst/>
                <a:cxnLst/>
                <a:rect l="l" t="t" r="r" b="b"/>
                <a:pathLst>
                  <a:path w="8641" h="16121" extrusionOk="0">
                    <a:moveTo>
                      <a:pt x="768" y="0"/>
                    </a:moveTo>
                    <a:lnTo>
                      <a:pt x="635" y="2936"/>
                    </a:lnTo>
                    <a:cubicBezTo>
                      <a:pt x="3470" y="3069"/>
                      <a:pt x="5638" y="5471"/>
                      <a:pt x="5505" y="8306"/>
                    </a:cubicBezTo>
                    <a:cubicBezTo>
                      <a:pt x="5375" y="11027"/>
                      <a:pt x="3106" y="13182"/>
                      <a:pt x="379" y="13182"/>
                    </a:cubicBezTo>
                    <a:cubicBezTo>
                      <a:pt x="298" y="13182"/>
                      <a:pt x="216" y="13180"/>
                      <a:pt x="134" y="13176"/>
                    </a:cubicBezTo>
                    <a:lnTo>
                      <a:pt x="1" y="16112"/>
                    </a:lnTo>
                    <a:cubicBezTo>
                      <a:pt x="124" y="16117"/>
                      <a:pt x="247" y="16120"/>
                      <a:pt x="369" y="16120"/>
                    </a:cubicBezTo>
                    <a:cubicBezTo>
                      <a:pt x="4644" y="16120"/>
                      <a:pt x="8213" y="12753"/>
                      <a:pt x="8440" y="8440"/>
                    </a:cubicBezTo>
                    <a:cubicBezTo>
                      <a:pt x="8640" y="4003"/>
                      <a:pt x="5205" y="200"/>
                      <a:pt x="7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588;p61">
                <a:extLst>
                  <a:ext uri="{FF2B5EF4-FFF2-40B4-BE49-F238E27FC236}">
                    <a16:creationId xmlns:a16="http://schemas.microsoft.com/office/drawing/2014/main" id="{0D819AE1-984C-4860-BC4F-E29FFC4C7CE9}"/>
                  </a:ext>
                </a:extLst>
              </p:cNvPr>
              <p:cNvSpPr/>
              <p:nvPr/>
            </p:nvSpPr>
            <p:spPr>
              <a:xfrm>
                <a:off x="3137400" y="3113500"/>
                <a:ext cx="216025" cy="403025"/>
              </a:xfrm>
              <a:custGeom>
                <a:avLst/>
                <a:gdLst/>
                <a:ahLst/>
                <a:cxnLst/>
                <a:rect l="l" t="t" r="r" b="b"/>
                <a:pathLst>
                  <a:path w="8641" h="16121" extrusionOk="0">
                    <a:moveTo>
                      <a:pt x="768" y="1"/>
                    </a:moveTo>
                    <a:lnTo>
                      <a:pt x="601" y="2903"/>
                    </a:lnTo>
                    <a:cubicBezTo>
                      <a:pt x="3437" y="3070"/>
                      <a:pt x="5638" y="5471"/>
                      <a:pt x="5505" y="8273"/>
                    </a:cubicBezTo>
                    <a:cubicBezTo>
                      <a:pt x="5375" y="11027"/>
                      <a:pt x="3107" y="13183"/>
                      <a:pt x="379" y="13183"/>
                    </a:cubicBezTo>
                    <a:cubicBezTo>
                      <a:pt x="298" y="13183"/>
                      <a:pt x="216" y="13181"/>
                      <a:pt x="134" y="13177"/>
                    </a:cubicBezTo>
                    <a:lnTo>
                      <a:pt x="1" y="16112"/>
                    </a:lnTo>
                    <a:cubicBezTo>
                      <a:pt x="124" y="16118"/>
                      <a:pt x="247" y="16121"/>
                      <a:pt x="369" y="16121"/>
                    </a:cubicBezTo>
                    <a:cubicBezTo>
                      <a:pt x="4644" y="16121"/>
                      <a:pt x="8212" y="12753"/>
                      <a:pt x="8407" y="8440"/>
                    </a:cubicBezTo>
                    <a:cubicBezTo>
                      <a:pt x="8640" y="3970"/>
                      <a:pt x="5205" y="201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589;p61">
                <a:extLst>
                  <a:ext uri="{FF2B5EF4-FFF2-40B4-BE49-F238E27FC236}">
                    <a16:creationId xmlns:a16="http://schemas.microsoft.com/office/drawing/2014/main" id="{D97E0AC6-93DF-4B96-81EF-4FA0C7A55D9A}"/>
                  </a:ext>
                </a:extLst>
              </p:cNvPr>
              <p:cNvSpPr/>
              <p:nvPr/>
            </p:nvSpPr>
            <p:spPr>
              <a:xfrm>
                <a:off x="3376750" y="3492100"/>
                <a:ext cx="216000" cy="402200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6088" extrusionOk="0">
                    <a:moveTo>
                      <a:pt x="768" y="1"/>
                    </a:moveTo>
                    <a:lnTo>
                      <a:pt x="634" y="2903"/>
                    </a:lnTo>
                    <a:cubicBezTo>
                      <a:pt x="3470" y="3036"/>
                      <a:pt x="5638" y="5438"/>
                      <a:pt x="5538" y="8273"/>
                    </a:cubicBezTo>
                    <a:cubicBezTo>
                      <a:pt x="5376" y="11027"/>
                      <a:pt x="3106" y="13183"/>
                      <a:pt x="378" y="13183"/>
                    </a:cubicBezTo>
                    <a:cubicBezTo>
                      <a:pt x="297" y="13183"/>
                      <a:pt x="216" y="13181"/>
                      <a:pt x="134" y="13177"/>
                    </a:cubicBezTo>
                    <a:lnTo>
                      <a:pt x="0" y="16079"/>
                    </a:lnTo>
                    <a:cubicBezTo>
                      <a:pt x="125" y="16085"/>
                      <a:pt x="248" y="16087"/>
                      <a:pt x="372" y="16087"/>
                    </a:cubicBezTo>
                    <a:cubicBezTo>
                      <a:pt x="4677" y="16087"/>
                      <a:pt x="8245" y="12720"/>
                      <a:pt x="8440" y="8407"/>
                    </a:cubicBezTo>
                    <a:cubicBezTo>
                      <a:pt x="8640" y="3970"/>
                      <a:pt x="5204" y="201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590;p61">
                <a:extLst>
                  <a:ext uri="{FF2B5EF4-FFF2-40B4-BE49-F238E27FC236}">
                    <a16:creationId xmlns:a16="http://schemas.microsoft.com/office/drawing/2014/main" id="{065445AF-CFCB-4DD0-8B61-3B98FADA1C1B}"/>
                  </a:ext>
                </a:extLst>
              </p:cNvPr>
              <p:cNvSpPr/>
              <p:nvPr/>
            </p:nvSpPr>
            <p:spPr>
              <a:xfrm>
                <a:off x="3034000" y="2655675"/>
                <a:ext cx="617125" cy="1189200"/>
              </a:xfrm>
              <a:custGeom>
                <a:avLst/>
                <a:gdLst/>
                <a:ahLst/>
                <a:cxnLst/>
                <a:rect l="l" t="t" r="r" b="b"/>
                <a:pathLst>
                  <a:path w="24685" h="47568" extrusionOk="0">
                    <a:moveTo>
                      <a:pt x="3036" y="1"/>
                    </a:moveTo>
                    <a:cubicBezTo>
                      <a:pt x="1335" y="1"/>
                      <a:pt x="1" y="1368"/>
                      <a:pt x="1" y="3036"/>
                    </a:cubicBezTo>
                    <a:lnTo>
                      <a:pt x="1" y="44532"/>
                    </a:lnTo>
                    <a:cubicBezTo>
                      <a:pt x="1" y="46200"/>
                      <a:pt x="1335" y="47568"/>
                      <a:pt x="3036" y="47568"/>
                    </a:cubicBezTo>
                    <a:lnTo>
                      <a:pt x="21649" y="47568"/>
                    </a:lnTo>
                    <a:cubicBezTo>
                      <a:pt x="23317" y="47568"/>
                      <a:pt x="24685" y="46200"/>
                      <a:pt x="24685" y="44532"/>
                    </a:cubicBezTo>
                    <a:lnTo>
                      <a:pt x="24685" y="3036"/>
                    </a:lnTo>
                    <a:cubicBezTo>
                      <a:pt x="24685" y="1368"/>
                      <a:pt x="23317" y="1"/>
                      <a:pt x="21649" y="1"/>
                    </a:cubicBezTo>
                    <a:close/>
                  </a:path>
                </a:pathLst>
              </a:custGeom>
              <a:solidFill>
                <a:srgbClr val="F1EFF2">
                  <a:alpha val="328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591;p61">
                <a:extLst>
                  <a:ext uri="{FF2B5EF4-FFF2-40B4-BE49-F238E27FC236}">
                    <a16:creationId xmlns:a16="http://schemas.microsoft.com/office/drawing/2014/main" id="{92AAC010-E20C-40AD-9CF5-5E0936D16DAF}"/>
                  </a:ext>
                </a:extLst>
              </p:cNvPr>
              <p:cNvSpPr/>
              <p:nvPr/>
            </p:nvSpPr>
            <p:spPr>
              <a:xfrm>
                <a:off x="3789550" y="3114350"/>
                <a:ext cx="69225" cy="80725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32290" extrusionOk="0">
                    <a:moveTo>
                      <a:pt x="1802" y="0"/>
                    </a:moveTo>
                    <a:lnTo>
                      <a:pt x="0" y="33"/>
                    </a:lnTo>
                    <a:lnTo>
                      <a:pt x="968" y="32290"/>
                    </a:lnTo>
                    <a:lnTo>
                      <a:pt x="2769" y="32256"/>
                    </a:lnTo>
                    <a:lnTo>
                      <a:pt x="1802" y="0"/>
                    </a:lnTo>
                    <a:close/>
                  </a:path>
                </a:pathLst>
              </a:custGeom>
              <a:solidFill>
                <a:srgbClr val="345B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592;p61">
                <a:extLst>
                  <a:ext uri="{FF2B5EF4-FFF2-40B4-BE49-F238E27FC236}">
                    <a16:creationId xmlns:a16="http://schemas.microsoft.com/office/drawing/2014/main" id="{1AE8D063-8BDB-49CA-B3AF-04F84B382312}"/>
                  </a:ext>
                </a:extLst>
              </p:cNvPr>
              <p:cNvSpPr/>
              <p:nvPr/>
            </p:nvSpPr>
            <p:spPr>
              <a:xfrm>
                <a:off x="3842075" y="3148525"/>
                <a:ext cx="98425" cy="807275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2291" extrusionOk="0">
                    <a:moveTo>
                      <a:pt x="2136" y="1"/>
                    </a:moveTo>
                    <a:lnTo>
                      <a:pt x="1" y="32190"/>
                    </a:lnTo>
                    <a:lnTo>
                      <a:pt x="1802" y="32290"/>
                    </a:lnTo>
                    <a:lnTo>
                      <a:pt x="3937" y="101"/>
                    </a:lnTo>
                    <a:lnTo>
                      <a:pt x="2136" y="1"/>
                    </a:lnTo>
                    <a:close/>
                  </a:path>
                </a:pathLst>
              </a:custGeom>
              <a:solidFill>
                <a:srgbClr val="99CA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593;p61">
                <a:extLst>
                  <a:ext uri="{FF2B5EF4-FFF2-40B4-BE49-F238E27FC236}">
                    <a16:creationId xmlns:a16="http://schemas.microsoft.com/office/drawing/2014/main" id="{F67E69EF-DFC1-4E28-BC4C-B6F64DD7CC54}"/>
                  </a:ext>
                </a:extLst>
              </p:cNvPr>
              <p:cNvSpPr/>
              <p:nvPr/>
            </p:nvSpPr>
            <p:spPr>
              <a:xfrm>
                <a:off x="3757850" y="3629700"/>
                <a:ext cx="169325" cy="104275"/>
              </a:xfrm>
              <a:custGeom>
                <a:avLst/>
                <a:gdLst/>
                <a:ahLst/>
                <a:cxnLst/>
                <a:rect l="l" t="t" r="r" b="b"/>
                <a:pathLst>
                  <a:path w="6773" h="4171" extrusionOk="0">
                    <a:moveTo>
                      <a:pt x="6072" y="1"/>
                    </a:moveTo>
                    <a:lnTo>
                      <a:pt x="1" y="301"/>
                    </a:lnTo>
                    <a:lnTo>
                      <a:pt x="1035" y="4170"/>
                    </a:lnTo>
                    <a:lnTo>
                      <a:pt x="6772" y="2636"/>
                    </a:lnTo>
                    <a:lnTo>
                      <a:pt x="6072" y="1"/>
                    </a:lnTo>
                    <a:close/>
                  </a:path>
                </a:pathLst>
              </a:custGeom>
              <a:solidFill>
                <a:srgbClr val="E172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594;p61">
                <a:extLst>
                  <a:ext uri="{FF2B5EF4-FFF2-40B4-BE49-F238E27FC236}">
                    <a16:creationId xmlns:a16="http://schemas.microsoft.com/office/drawing/2014/main" id="{631D9853-B6C5-4DCB-9058-FDF4C55C9CD5}"/>
                  </a:ext>
                </a:extLst>
              </p:cNvPr>
              <p:cNvSpPr/>
              <p:nvPr/>
            </p:nvSpPr>
            <p:spPr>
              <a:xfrm>
                <a:off x="3775375" y="3688925"/>
                <a:ext cx="7257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1" fill="none" extrusionOk="0">
                    <a:moveTo>
                      <a:pt x="0" y="601"/>
                    </a:moveTo>
                    <a:lnTo>
                      <a:pt x="2902" y="0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595;p61">
                <a:extLst>
                  <a:ext uri="{FF2B5EF4-FFF2-40B4-BE49-F238E27FC236}">
                    <a16:creationId xmlns:a16="http://schemas.microsoft.com/office/drawing/2014/main" id="{030FC779-BC9B-413B-B4E0-0F57AED15365}"/>
                  </a:ext>
                </a:extLst>
              </p:cNvPr>
              <p:cNvSpPr/>
              <p:nvPr/>
            </p:nvSpPr>
            <p:spPr>
              <a:xfrm>
                <a:off x="3767025" y="3658050"/>
                <a:ext cx="72575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68" fill="none" extrusionOk="0">
                    <a:moveTo>
                      <a:pt x="1" y="568"/>
                    </a:moveTo>
                    <a:lnTo>
                      <a:pt x="2903" y="1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596;p61">
                <a:extLst>
                  <a:ext uri="{FF2B5EF4-FFF2-40B4-BE49-F238E27FC236}">
                    <a16:creationId xmlns:a16="http://schemas.microsoft.com/office/drawing/2014/main" id="{390BB10E-2B4F-4D6B-ADF0-FE2D18CD6A6C}"/>
                  </a:ext>
                </a:extLst>
              </p:cNvPr>
              <p:cNvSpPr/>
              <p:nvPr/>
            </p:nvSpPr>
            <p:spPr>
              <a:xfrm>
                <a:off x="3884600" y="3502950"/>
                <a:ext cx="126800" cy="177650"/>
              </a:xfrm>
              <a:custGeom>
                <a:avLst/>
                <a:gdLst/>
                <a:ahLst/>
                <a:cxnLst/>
                <a:rect l="l" t="t" r="r" b="b"/>
                <a:pathLst>
                  <a:path w="5072" h="7106" extrusionOk="0">
                    <a:moveTo>
                      <a:pt x="1502" y="0"/>
                    </a:moveTo>
                    <a:lnTo>
                      <a:pt x="1" y="5871"/>
                    </a:lnTo>
                    <a:lnTo>
                      <a:pt x="2469" y="7106"/>
                    </a:lnTo>
                    <a:lnTo>
                      <a:pt x="5071" y="1768"/>
                    </a:lnTo>
                    <a:lnTo>
                      <a:pt x="1502" y="0"/>
                    </a:lnTo>
                    <a:close/>
                  </a:path>
                </a:pathLst>
              </a:custGeom>
              <a:solidFill>
                <a:srgbClr val="E172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597;p61">
                <a:extLst>
                  <a:ext uri="{FF2B5EF4-FFF2-40B4-BE49-F238E27FC236}">
                    <a16:creationId xmlns:a16="http://schemas.microsoft.com/office/drawing/2014/main" id="{B95AC3A8-12BF-4C5A-AA8C-B5F420352CFC}"/>
                  </a:ext>
                </a:extLst>
              </p:cNvPr>
              <p:cNvSpPr/>
              <p:nvPr/>
            </p:nvSpPr>
            <p:spPr>
              <a:xfrm>
                <a:off x="3954650" y="3532975"/>
                <a:ext cx="2922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2736" fill="none" extrusionOk="0">
                    <a:moveTo>
                      <a:pt x="1168" y="0"/>
                    </a:moveTo>
                    <a:lnTo>
                      <a:pt x="1" y="2736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598;p61">
                <a:extLst>
                  <a:ext uri="{FF2B5EF4-FFF2-40B4-BE49-F238E27FC236}">
                    <a16:creationId xmlns:a16="http://schemas.microsoft.com/office/drawing/2014/main" id="{BB0B6C05-848D-431F-BBED-0D6519A5109F}"/>
                  </a:ext>
                </a:extLst>
              </p:cNvPr>
              <p:cNvSpPr/>
              <p:nvPr/>
            </p:nvSpPr>
            <p:spPr>
              <a:xfrm>
                <a:off x="3926300" y="3518800"/>
                <a:ext cx="283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736" fill="none" extrusionOk="0">
                    <a:moveTo>
                      <a:pt x="1135" y="0"/>
                    </a:moveTo>
                    <a:lnTo>
                      <a:pt x="1" y="2736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599;p61">
                <a:extLst>
                  <a:ext uri="{FF2B5EF4-FFF2-40B4-BE49-F238E27FC236}">
                    <a16:creationId xmlns:a16="http://schemas.microsoft.com/office/drawing/2014/main" id="{66971D43-989A-4D08-9341-EEF1CCE7D9C0}"/>
                  </a:ext>
                </a:extLst>
              </p:cNvPr>
              <p:cNvSpPr/>
              <p:nvPr/>
            </p:nvSpPr>
            <p:spPr>
              <a:xfrm>
                <a:off x="3902950" y="3654725"/>
                <a:ext cx="98425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3470" extrusionOk="0">
                    <a:moveTo>
                      <a:pt x="2269" y="1"/>
                    </a:moveTo>
                    <a:lnTo>
                      <a:pt x="1" y="1969"/>
                    </a:lnTo>
                    <a:cubicBezTo>
                      <a:pt x="234" y="2369"/>
                      <a:pt x="535" y="2769"/>
                      <a:pt x="868" y="3136"/>
                    </a:cubicBezTo>
                    <a:cubicBezTo>
                      <a:pt x="968" y="3236"/>
                      <a:pt x="1068" y="3336"/>
                      <a:pt x="1168" y="3470"/>
                    </a:cubicBezTo>
                    <a:lnTo>
                      <a:pt x="3937" y="1068"/>
                    </a:lnTo>
                    <a:lnTo>
                      <a:pt x="3804" y="1035"/>
                    </a:lnTo>
                    <a:cubicBezTo>
                      <a:pt x="3537" y="1001"/>
                      <a:pt x="3270" y="901"/>
                      <a:pt x="3036" y="734"/>
                    </a:cubicBezTo>
                    <a:cubicBezTo>
                      <a:pt x="2736" y="534"/>
                      <a:pt x="2469" y="301"/>
                      <a:pt x="2269" y="1"/>
                    </a:cubicBezTo>
                    <a:close/>
                  </a:path>
                </a:pathLst>
              </a:custGeom>
              <a:solidFill>
                <a:srgbClr val="EFEC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600;p61">
                <a:extLst>
                  <a:ext uri="{FF2B5EF4-FFF2-40B4-BE49-F238E27FC236}">
                    <a16:creationId xmlns:a16="http://schemas.microsoft.com/office/drawing/2014/main" id="{16CE5A7A-655B-494F-B538-CEFAB370A36D}"/>
                  </a:ext>
                </a:extLst>
              </p:cNvPr>
              <p:cNvSpPr/>
              <p:nvPr/>
            </p:nvSpPr>
            <p:spPr>
              <a:xfrm>
                <a:off x="3872100" y="3261100"/>
                <a:ext cx="120950" cy="234375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9375" extrusionOk="0">
                    <a:moveTo>
                      <a:pt x="3670" y="1"/>
                    </a:moveTo>
                    <a:cubicBezTo>
                      <a:pt x="3136" y="1"/>
                      <a:pt x="2602" y="101"/>
                      <a:pt x="2102" y="301"/>
                    </a:cubicBezTo>
                    <a:cubicBezTo>
                      <a:pt x="1902" y="368"/>
                      <a:pt x="1702" y="468"/>
                      <a:pt x="1502" y="568"/>
                    </a:cubicBezTo>
                    <a:lnTo>
                      <a:pt x="1" y="7606"/>
                    </a:lnTo>
                    <a:cubicBezTo>
                      <a:pt x="368" y="8073"/>
                      <a:pt x="768" y="8474"/>
                      <a:pt x="1268" y="8774"/>
                    </a:cubicBezTo>
                    <a:cubicBezTo>
                      <a:pt x="1735" y="9041"/>
                      <a:pt x="2302" y="9274"/>
                      <a:pt x="2836" y="9374"/>
                    </a:cubicBezTo>
                    <a:lnTo>
                      <a:pt x="4837" y="1"/>
                    </a:lnTo>
                    <a:close/>
                  </a:path>
                </a:pathLst>
              </a:custGeom>
              <a:solidFill>
                <a:srgbClr val="EFEC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601;p61">
                <a:extLst>
                  <a:ext uri="{FF2B5EF4-FFF2-40B4-BE49-F238E27FC236}">
                    <a16:creationId xmlns:a16="http://schemas.microsoft.com/office/drawing/2014/main" id="{2B2A4495-5B52-44EA-A66D-CAAA45FFED74}"/>
                  </a:ext>
                </a:extLst>
              </p:cNvPr>
              <p:cNvSpPr/>
              <p:nvPr/>
            </p:nvSpPr>
            <p:spPr>
              <a:xfrm>
                <a:off x="3775375" y="3146850"/>
                <a:ext cx="72575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69" fill="none" extrusionOk="0">
                    <a:moveTo>
                      <a:pt x="0" y="568"/>
                    </a:moveTo>
                    <a:lnTo>
                      <a:pt x="2902" y="1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602;p61">
                <a:extLst>
                  <a:ext uri="{FF2B5EF4-FFF2-40B4-BE49-F238E27FC236}">
                    <a16:creationId xmlns:a16="http://schemas.microsoft.com/office/drawing/2014/main" id="{9207AD17-1CF3-4F07-9F38-299BDFEE29F5}"/>
                  </a:ext>
                </a:extLst>
              </p:cNvPr>
              <p:cNvSpPr/>
              <p:nvPr/>
            </p:nvSpPr>
            <p:spPr>
              <a:xfrm>
                <a:off x="3767025" y="3115175"/>
                <a:ext cx="7257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1" fill="none" extrusionOk="0">
                    <a:moveTo>
                      <a:pt x="1" y="601"/>
                    </a:moveTo>
                    <a:lnTo>
                      <a:pt x="2903" y="0"/>
                    </a:lnTo>
                  </a:path>
                </a:pathLst>
              </a:custGeom>
              <a:noFill/>
              <a:ln w="1085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603;p61">
                <a:extLst>
                  <a:ext uri="{FF2B5EF4-FFF2-40B4-BE49-F238E27FC236}">
                    <a16:creationId xmlns:a16="http://schemas.microsoft.com/office/drawing/2014/main" id="{371DEDC6-27D1-48E9-BA69-0D76B84DF4F1}"/>
                  </a:ext>
                </a:extLst>
              </p:cNvPr>
              <p:cNvSpPr/>
              <p:nvPr/>
            </p:nvSpPr>
            <p:spPr>
              <a:xfrm>
                <a:off x="2683750" y="3135175"/>
                <a:ext cx="617125" cy="1188375"/>
              </a:xfrm>
              <a:custGeom>
                <a:avLst/>
                <a:gdLst/>
                <a:ahLst/>
                <a:cxnLst/>
                <a:rect l="l" t="t" r="r" b="b"/>
                <a:pathLst>
                  <a:path w="24685" h="47535" extrusionOk="0">
                    <a:moveTo>
                      <a:pt x="3036" y="1"/>
                    </a:moveTo>
                    <a:cubicBezTo>
                      <a:pt x="1335" y="1"/>
                      <a:pt x="1" y="1335"/>
                      <a:pt x="1" y="3036"/>
                    </a:cubicBezTo>
                    <a:lnTo>
                      <a:pt x="1" y="44499"/>
                    </a:lnTo>
                    <a:cubicBezTo>
                      <a:pt x="1" y="46201"/>
                      <a:pt x="1335" y="47535"/>
                      <a:pt x="3036" y="47535"/>
                    </a:cubicBezTo>
                    <a:lnTo>
                      <a:pt x="21649" y="47535"/>
                    </a:lnTo>
                    <a:cubicBezTo>
                      <a:pt x="23317" y="47535"/>
                      <a:pt x="24685" y="46201"/>
                      <a:pt x="24685" y="44499"/>
                    </a:cubicBezTo>
                    <a:lnTo>
                      <a:pt x="24685" y="3036"/>
                    </a:lnTo>
                    <a:cubicBezTo>
                      <a:pt x="24685" y="1335"/>
                      <a:pt x="23317" y="1"/>
                      <a:pt x="216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604;p61">
                <a:extLst>
                  <a:ext uri="{FF2B5EF4-FFF2-40B4-BE49-F238E27FC236}">
                    <a16:creationId xmlns:a16="http://schemas.microsoft.com/office/drawing/2014/main" id="{75B6E438-2BCC-4315-9B11-B38299131607}"/>
                  </a:ext>
                </a:extLst>
              </p:cNvPr>
              <p:cNvSpPr/>
              <p:nvPr/>
            </p:nvSpPr>
            <p:spPr>
              <a:xfrm>
                <a:off x="2713775" y="3658900"/>
                <a:ext cx="561250" cy="854800"/>
              </a:xfrm>
              <a:custGeom>
                <a:avLst/>
                <a:gdLst/>
                <a:ahLst/>
                <a:cxnLst/>
                <a:rect l="l" t="t" r="r" b="b"/>
                <a:pathLst>
                  <a:path w="22450" h="34192" extrusionOk="0">
                    <a:moveTo>
                      <a:pt x="11142" y="0"/>
                    </a:moveTo>
                    <a:cubicBezTo>
                      <a:pt x="11142" y="0"/>
                      <a:pt x="3236" y="3169"/>
                      <a:pt x="1368" y="7806"/>
                    </a:cubicBezTo>
                    <a:cubicBezTo>
                      <a:pt x="1101" y="8440"/>
                      <a:pt x="968" y="9073"/>
                      <a:pt x="968" y="9741"/>
                    </a:cubicBezTo>
                    <a:cubicBezTo>
                      <a:pt x="968" y="11342"/>
                      <a:pt x="1668" y="12376"/>
                      <a:pt x="2669" y="12943"/>
                    </a:cubicBezTo>
                    <a:cubicBezTo>
                      <a:pt x="3703" y="13510"/>
                      <a:pt x="3937" y="14878"/>
                      <a:pt x="3169" y="15745"/>
                    </a:cubicBezTo>
                    <a:cubicBezTo>
                      <a:pt x="1168" y="18013"/>
                      <a:pt x="1" y="20949"/>
                      <a:pt x="2402" y="23250"/>
                    </a:cubicBezTo>
                    <a:cubicBezTo>
                      <a:pt x="2877" y="23725"/>
                      <a:pt x="3503" y="23980"/>
                      <a:pt x="4136" y="23980"/>
                    </a:cubicBezTo>
                    <a:cubicBezTo>
                      <a:pt x="4394" y="23980"/>
                      <a:pt x="4653" y="23937"/>
                      <a:pt x="4904" y="23851"/>
                    </a:cubicBezTo>
                    <a:cubicBezTo>
                      <a:pt x="5050" y="23816"/>
                      <a:pt x="5195" y="23800"/>
                      <a:pt x="5337" y="23800"/>
                    </a:cubicBezTo>
                    <a:cubicBezTo>
                      <a:pt x="6423" y="23800"/>
                      <a:pt x="7316" y="24764"/>
                      <a:pt x="7139" y="25885"/>
                    </a:cubicBezTo>
                    <a:cubicBezTo>
                      <a:pt x="6672" y="29221"/>
                      <a:pt x="6972" y="34191"/>
                      <a:pt x="11275" y="34191"/>
                    </a:cubicBezTo>
                    <a:cubicBezTo>
                      <a:pt x="15645" y="33991"/>
                      <a:pt x="15912" y="29121"/>
                      <a:pt x="15412" y="25885"/>
                    </a:cubicBezTo>
                    <a:cubicBezTo>
                      <a:pt x="15232" y="24751"/>
                      <a:pt x="16123" y="23776"/>
                      <a:pt x="17221" y="23776"/>
                    </a:cubicBezTo>
                    <a:cubicBezTo>
                      <a:pt x="17349" y="23776"/>
                      <a:pt x="17480" y="23789"/>
                      <a:pt x="17613" y="23817"/>
                    </a:cubicBezTo>
                    <a:cubicBezTo>
                      <a:pt x="17839" y="23887"/>
                      <a:pt x="18070" y="23920"/>
                      <a:pt x="18298" y="23920"/>
                    </a:cubicBezTo>
                    <a:cubicBezTo>
                      <a:pt x="18947" y="23920"/>
                      <a:pt x="19580" y="23652"/>
                      <a:pt x="20048" y="23184"/>
                    </a:cubicBezTo>
                    <a:cubicBezTo>
                      <a:pt x="22450" y="20882"/>
                      <a:pt x="21282" y="17913"/>
                      <a:pt x="19248" y="15712"/>
                    </a:cubicBezTo>
                    <a:cubicBezTo>
                      <a:pt x="18480" y="14844"/>
                      <a:pt x="18681" y="13477"/>
                      <a:pt x="19715" y="12910"/>
                    </a:cubicBezTo>
                    <a:cubicBezTo>
                      <a:pt x="20148" y="12676"/>
                      <a:pt x="20482" y="12342"/>
                      <a:pt x="20782" y="11942"/>
                    </a:cubicBezTo>
                    <a:cubicBezTo>
                      <a:pt x="21216" y="11275"/>
                      <a:pt x="21416" y="10508"/>
                      <a:pt x="21382" y="9707"/>
                    </a:cubicBezTo>
                    <a:cubicBezTo>
                      <a:pt x="21349" y="4003"/>
                      <a:pt x="11142" y="0"/>
                      <a:pt x="1114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605;p61">
                <a:extLst>
                  <a:ext uri="{FF2B5EF4-FFF2-40B4-BE49-F238E27FC236}">
                    <a16:creationId xmlns:a16="http://schemas.microsoft.com/office/drawing/2014/main" id="{4339C26B-4369-4AE2-AB2E-B2C76C7F6EF5}"/>
                  </a:ext>
                </a:extLst>
              </p:cNvPr>
              <p:cNvSpPr/>
              <p:nvPr/>
            </p:nvSpPr>
            <p:spPr>
              <a:xfrm>
                <a:off x="2992300" y="3658050"/>
                <a:ext cx="7550" cy="856475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4259" fill="none" extrusionOk="0">
                    <a:moveTo>
                      <a:pt x="301" y="34259"/>
                    </a:moveTo>
                    <a:lnTo>
                      <a:pt x="1" y="1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606;p61">
                <a:extLst>
                  <a:ext uri="{FF2B5EF4-FFF2-40B4-BE49-F238E27FC236}">
                    <a16:creationId xmlns:a16="http://schemas.microsoft.com/office/drawing/2014/main" id="{B5C9B02E-BB69-472F-B914-D34D11E631C3}"/>
                  </a:ext>
                </a:extLst>
              </p:cNvPr>
              <p:cNvSpPr/>
              <p:nvPr/>
            </p:nvSpPr>
            <p:spPr>
              <a:xfrm>
                <a:off x="2756300" y="4016650"/>
                <a:ext cx="4787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19148" h="7940" fill="none" extrusionOk="0">
                    <a:moveTo>
                      <a:pt x="19148" y="7873"/>
                    </a:moveTo>
                    <a:lnTo>
                      <a:pt x="9608" y="1"/>
                    </a:lnTo>
                    <a:lnTo>
                      <a:pt x="1" y="7940"/>
                    </a:lnTo>
                  </a:path>
                </a:pathLst>
              </a:custGeom>
              <a:noFill/>
              <a:ln w="750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607;p61">
                <a:extLst>
                  <a:ext uri="{FF2B5EF4-FFF2-40B4-BE49-F238E27FC236}">
                    <a16:creationId xmlns:a16="http://schemas.microsoft.com/office/drawing/2014/main" id="{63FED7DE-1DE0-4304-BFFB-698FDF0D3F4E}"/>
                  </a:ext>
                </a:extLst>
              </p:cNvPr>
              <p:cNvSpPr/>
              <p:nvPr/>
            </p:nvSpPr>
            <p:spPr>
              <a:xfrm>
                <a:off x="2888900" y="4284350"/>
                <a:ext cx="215175" cy="90925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3637" fill="none" extrusionOk="0">
                    <a:moveTo>
                      <a:pt x="8607" y="3503"/>
                    </a:moveTo>
                    <a:lnTo>
                      <a:pt x="4370" y="0"/>
                    </a:lnTo>
                    <a:lnTo>
                      <a:pt x="1" y="3636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608;p61">
                <a:extLst>
                  <a:ext uri="{FF2B5EF4-FFF2-40B4-BE49-F238E27FC236}">
                    <a16:creationId xmlns:a16="http://schemas.microsoft.com/office/drawing/2014/main" id="{2E4491F7-1AD6-440A-A39C-254E1F0AD4D1}"/>
                  </a:ext>
                </a:extLst>
              </p:cNvPr>
              <p:cNvSpPr/>
              <p:nvPr/>
            </p:nvSpPr>
            <p:spPr>
              <a:xfrm>
                <a:off x="2749625" y="3750625"/>
                <a:ext cx="488725" cy="203500"/>
              </a:xfrm>
              <a:custGeom>
                <a:avLst/>
                <a:gdLst/>
                <a:ahLst/>
                <a:cxnLst/>
                <a:rect l="l" t="t" r="r" b="b"/>
                <a:pathLst>
                  <a:path w="19549" h="8140" fill="none" extrusionOk="0">
                    <a:moveTo>
                      <a:pt x="19548" y="8040"/>
                    </a:moveTo>
                    <a:lnTo>
                      <a:pt x="9775" y="1"/>
                    </a:lnTo>
                    <a:lnTo>
                      <a:pt x="1" y="8140"/>
                    </a:lnTo>
                  </a:path>
                </a:pathLst>
              </a:custGeom>
              <a:noFill/>
              <a:ln w="750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609;p61">
                <a:extLst>
                  <a:ext uri="{FF2B5EF4-FFF2-40B4-BE49-F238E27FC236}">
                    <a16:creationId xmlns:a16="http://schemas.microsoft.com/office/drawing/2014/main" id="{258477F4-71B3-41B6-A852-36644E5642B4}"/>
                  </a:ext>
                </a:extLst>
              </p:cNvPr>
              <p:cNvSpPr/>
              <p:nvPr/>
            </p:nvSpPr>
            <p:spPr>
              <a:xfrm>
                <a:off x="2712100" y="2916700"/>
                <a:ext cx="560425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22417" h="34225" extrusionOk="0">
                    <a:moveTo>
                      <a:pt x="11175" y="0"/>
                    </a:moveTo>
                    <a:cubicBezTo>
                      <a:pt x="6806" y="201"/>
                      <a:pt x="6505" y="5071"/>
                      <a:pt x="7006" y="8306"/>
                    </a:cubicBezTo>
                    <a:cubicBezTo>
                      <a:pt x="7185" y="9441"/>
                      <a:pt x="6295" y="10416"/>
                      <a:pt x="5196" y="10416"/>
                    </a:cubicBezTo>
                    <a:cubicBezTo>
                      <a:pt x="5068" y="10416"/>
                      <a:pt x="4937" y="10402"/>
                      <a:pt x="4804" y="10374"/>
                    </a:cubicBezTo>
                    <a:cubicBezTo>
                      <a:pt x="4578" y="10305"/>
                      <a:pt x="4348" y="10272"/>
                      <a:pt x="4119" y="10272"/>
                    </a:cubicBezTo>
                    <a:cubicBezTo>
                      <a:pt x="3471" y="10272"/>
                      <a:pt x="2838" y="10540"/>
                      <a:pt x="2369" y="11008"/>
                    </a:cubicBezTo>
                    <a:cubicBezTo>
                      <a:pt x="1" y="13310"/>
                      <a:pt x="1135" y="16279"/>
                      <a:pt x="3170" y="18480"/>
                    </a:cubicBezTo>
                    <a:cubicBezTo>
                      <a:pt x="3937" y="19348"/>
                      <a:pt x="3737" y="20715"/>
                      <a:pt x="2703" y="21282"/>
                    </a:cubicBezTo>
                    <a:cubicBezTo>
                      <a:pt x="2302" y="21516"/>
                      <a:pt x="1936" y="21849"/>
                      <a:pt x="1669" y="22250"/>
                    </a:cubicBezTo>
                    <a:cubicBezTo>
                      <a:pt x="1235" y="22917"/>
                      <a:pt x="1002" y="23684"/>
                      <a:pt x="1035" y="24485"/>
                    </a:cubicBezTo>
                    <a:cubicBezTo>
                      <a:pt x="1102" y="30189"/>
                      <a:pt x="11276" y="34225"/>
                      <a:pt x="11276" y="34225"/>
                    </a:cubicBezTo>
                    <a:cubicBezTo>
                      <a:pt x="11276" y="34225"/>
                      <a:pt x="19181" y="31023"/>
                      <a:pt x="21049" y="26386"/>
                    </a:cubicBezTo>
                    <a:cubicBezTo>
                      <a:pt x="21316" y="25752"/>
                      <a:pt x="21449" y="25118"/>
                      <a:pt x="21449" y="24451"/>
                    </a:cubicBezTo>
                    <a:cubicBezTo>
                      <a:pt x="21449" y="22850"/>
                      <a:pt x="20749" y="21816"/>
                      <a:pt x="19748" y="21249"/>
                    </a:cubicBezTo>
                    <a:cubicBezTo>
                      <a:pt x="18748" y="20682"/>
                      <a:pt x="18481" y="19314"/>
                      <a:pt x="19281" y="18447"/>
                    </a:cubicBezTo>
                    <a:cubicBezTo>
                      <a:pt x="21249" y="16212"/>
                      <a:pt x="22417" y="13243"/>
                      <a:pt x="20015" y="10942"/>
                    </a:cubicBezTo>
                    <a:cubicBezTo>
                      <a:pt x="19539" y="10465"/>
                      <a:pt x="18909" y="10227"/>
                      <a:pt x="18272" y="10227"/>
                    </a:cubicBezTo>
                    <a:cubicBezTo>
                      <a:pt x="18017" y="10227"/>
                      <a:pt x="17761" y="10265"/>
                      <a:pt x="17513" y="10341"/>
                    </a:cubicBezTo>
                    <a:cubicBezTo>
                      <a:pt x="17367" y="10376"/>
                      <a:pt x="17222" y="10392"/>
                      <a:pt x="17081" y="10392"/>
                    </a:cubicBezTo>
                    <a:cubicBezTo>
                      <a:pt x="16001" y="10392"/>
                      <a:pt x="15131" y="9428"/>
                      <a:pt x="15278" y="8306"/>
                    </a:cubicBezTo>
                    <a:cubicBezTo>
                      <a:pt x="15745" y="4971"/>
                      <a:pt x="15445" y="0"/>
                      <a:pt x="111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610;p61">
                <a:extLst>
                  <a:ext uri="{FF2B5EF4-FFF2-40B4-BE49-F238E27FC236}">
                    <a16:creationId xmlns:a16="http://schemas.microsoft.com/office/drawing/2014/main" id="{8FE8B210-8D2D-479D-A7B3-43B2979B8095}"/>
                  </a:ext>
                </a:extLst>
              </p:cNvPr>
              <p:cNvSpPr/>
              <p:nvPr/>
            </p:nvSpPr>
            <p:spPr>
              <a:xfrm>
                <a:off x="2987300" y="2915875"/>
                <a:ext cx="6700" cy="856450"/>
              </a:xfrm>
              <a:custGeom>
                <a:avLst/>
                <a:gdLst/>
                <a:ahLst/>
                <a:cxnLst/>
                <a:rect l="l" t="t" r="r" b="b"/>
                <a:pathLst>
                  <a:path w="268" h="34258" fill="none" extrusionOk="0">
                    <a:moveTo>
                      <a:pt x="1" y="0"/>
                    </a:moveTo>
                    <a:lnTo>
                      <a:pt x="268" y="34258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611;p61">
                <a:extLst>
                  <a:ext uri="{FF2B5EF4-FFF2-40B4-BE49-F238E27FC236}">
                    <a16:creationId xmlns:a16="http://schemas.microsoft.com/office/drawing/2014/main" id="{DFA847A1-A3E2-478B-99AD-B90F3EC41A34}"/>
                  </a:ext>
                </a:extLst>
              </p:cNvPr>
              <p:cNvSpPr/>
              <p:nvPr/>
            </p:nvSpPr>
            <p:spPr>
              <a:xfrm>
                <a:off x="2751300" y="3215250"/>
                <a:ext cx="4787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19148" h="7940" fill="none" extrusionOk="0">
                    <a:moveTo>
                      <a:pt x="1" y="67"/>
                    </a:moveTo>
                    <a:lnTo>
                      <a:pt x="9574" y="7939"/>
                    </a:lnTo>
                    <a:lnTo>
                      <a:pt x="19148" y="0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612;p61">
                <a:extLst>
                  <a:ext uri="{FF2B5EF4-FFF2-40B4-BE49-F238E27FC236}">
                    <a16:creationId xmlns:a16="http://schemas.microsoft.com/office/drawing/2014/main" id="{7A0204C7-45E9-43DF-B180-3AC974F5E066}"/>
                  </a:ext>
                </a:extLst>
              </p:cNvPr>
              <p:cNvSpPr/>
              <p:nvPr/>
            </p:nvSpPr>
            <p:spPr>
              <a:xfrm>
                <a:off x="2883075" y="3055125"/>
                <a:ext cx="215175" cy="90925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3637" fill="none" extrusionOk="0">
                    <a:moveTo>
                      <a:pt x="0" y="167"/>
                    </a:moveTo>
                    <a:lnTo>
                      <a:pt x="4236" y="3637"/>
                    </a:lnTo>
                    <a:lnTo>
                      <a:pt x="8606" y="1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613;p61">
                <a:extLst>
                  <a:ext uri="{FF2B5EF4-FFF2-40B4-BE49-F238E27FC236}">
                    <a16:creationId xmlns:a16="http://schemas.microsoft.com/office/drawing/2014/main" id="{9807151F-6310-42A0-8FF4-67C65C984E13}"/>
                  </a:ext>
                </a:extLst>
              </p:cNvPr>
              <p:cNvSpPr/>
              <p:nvPr/>
            </p:nvSpPr>
            <p:spPr>
              <a:xfrm>
                <a:off x="2748800" y="3477100"/>
                <a:ext cx="488700" cy="202675"/>
              </a:xfrm>
              <a:custGeom>
                <a:avLst/>
                <a:gdLst/>
                <a:ahLst/>
                <a:cxnLst/>
                <a:rect l="l" t="t" r="r" b="b"/>
                <a:pathLst>
                  <a:path w="19548" h="8107" fill="none" extrusionOk="0">
                    <a:moveTo>
                      <a:pt x="1" y="67"/>
                    </a:moveTo>
                    <a:lnTo>
                      <a:pt x="9741" y="8106"/>
                    </a:lnTo>
                    <a:lnTo>
                      <a:pt x="19548" y="0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614;p61">
                <a:extLst>
                  <a:ext uri="{FF2B5EF4-FFF2-40B4-BE49-F238E27FC236}">
                    <a16:creationId xmlns:a16="http://schemas.microsoft.com/office/drawing/2014/main" id="{B0952BD5-E7B4-4F0D-856C-19985841BE8A}"/>
                  </a:ext>
                </a:extLst>
              </p:cNvPr>
              <p:cNvSpPr/>
              <p:nvPr/>
            </p:nvSpPr>
            <p:spPr>
              <a:xfrm>
                <a:off x="2712100" y="3306975"/>
                <a:ext cx="560425" cy="854800"/>
              </a:xfrm>
              <a:custGeom>
                <a:avLst/>
                <a:gdLst/>
                <a:ahLst/>
                <a:cxnLst/>
                <a:rect l="l" t="t" r="r" b="b"/>
                <a:pathLst>
                  <a:path w="22417" h="34192" extrusionOk="0">
                    <a:moveTo>
                      <a:pt x="11218" y="0"/>
                    </a:moveTo>
                    <a:cubicBezTo>
                      <a:pt x="11204" y="0"/>
                      <a:pt x="11190" y="0"/>
                      <a:pt x="11175" y="1"/>
                    </a:cubicBezTo>
                    <a:cubicBezTo>
                      <a:pt x="6806" y="201"/>
                      <a:pt x="6505" y="5037"/>
                      <a:pt x="7006" y="8306"/>
                    </a:cubicBezTo>
                    <a:cubicBezTo>
                      <a:pt x="7183" y="9428"/>
                      <a:pt x="6316" y="10392"/>
                      <a:pt x="5236" y="10392"/>
                    </a:cubicBezTo>
                    <a:cubicBezTo>
                      <a:pt x="5095" y="10392"/>
                      <a:pt x="4951" y="10376"/>
                      <a:pt x="4804" y="10341"/>
                    </a:cubicBezTo>
                    <a:cubicBezTo>
                      <a:pt x="4583" y="10282"/>
                      <a:pt x="4358" y="10253"/>
                      <a:pt x="4135" y="10253"/>
                    </a:cubicBezTo>
                    <a:cubicBezTo>
                      <a:pt x="3481" y="10253"/>
                      <a:pt x="2842" y="10503"/>
                      <a:pt x="2369" y="10975"/>
                    </a:cubicBezTo>
                    <a:cubicBezTo>
                      <a:pt x="1" y="13310"/>
                      <a:pt x="1135" y="16246"/>
                      <a:pt x="3170" y="18480"/>
                    </a:cubicBezTo>
                    <a:cubicBezTo>
                      <a:pt x="3937" y="19348"/>
                      <a:pt x="3737" y="20715"/>
                      <a:pt x="2703" y="21282"/>
                    </a:cubicBezTo>
                    <a:cubicBezTo>
                      <a:pt x="2302" y="21516"/>
                      <a:pt x="1936" y="21850"/>
                      <a:pt x="1669" y="22250"/>
                    </a:cubicBezTo>
                    <a:cubicBezTo>
                      <a:pt x="1235" y="22884"/>
                      <a:pt x="1002" y="23684"/>
                      <a:pt x="1035" y="24485"/>
                    </a:cubicBezTo>
                    <a:cubicBezTo>
                      <a:pt x="1102" y="30189"/>
                      <a:pt x="11276" y="34192"/>
                      <a:pt x="11276" y="34192"/>
                    </a:cubicBezTo>
                    <a:cubicBezTo>
                      <a:pt x="11276" y="34192"/>
                      <a:pt x="19181" y="31023"/>
                      <a:pt x="21049" y="26386"/>
                    </a:cubicBezTo>
                    <a:cubicBezTo>
                      <a:pt x="21316" y="25752"/>
                      <a:pt x="21449" y="25085"/>
                      <a:pt x="21449" y="24418"/>
                    </a:cubicBezTo>
                    <a:cubicBezTo>
                      <a:pt x="21449" y="22850"/>
                      <a:pt x="20749" y="21783"/>
                      <a:pt x="19748" y="21216"/>
                    </a:cubicBezTo>
                    <a:cubicBezTo>
                      <a:pt x="18748" y="20649"/>
                      <a:pt x="18481" y="19314"/>
                      <a:pt x="19281" y="18447"/>
                    </a:cubicBezTo>
                    <a:cubicBezTo>
                      <a:pt x="21249" y="16179"/>
                      <a:pt x="22417" y="13243"/>
                      <a:pt x="20015" y="10942"/>
                    </a:cubicBezTo>
                    <a:cubicBezTo>
                      <a:pt x="19541" y="10467"/>
                      <a:pt x="18915" y="10212"/>
                      <a:pt x="18281" y="10212"/>
                    </a:cubicBezTo>
                    <a:cubicBezTo>
                      <a:pt x="18023" y="10212"/>
                      <a:pt x="17764" y="10254"/>
                      <a:pt x="17513" y="10341"/>
                    </a:cubicBezTo>
                    <a:cubicBezTo>
                      <a:pt x="17367" y="10376"/>
                      <a:pt x="17222" y="10392"/>
                      <a:pt x="17081" y="10392"/>
                    </a:cubicBezTo>
                    <a:cubicBezTo>
                      <a:pt x="16001" y="10392"/>
                      <a:pt x="15131" y="9428"/>
                      <a:pt x="15278" y="8306"/>
                    </a:cubicBezTo>
                    <a:cubicBezTo>
                      <a:pt x="15744" y="4982"/>
                      <a:pt x="15447" y="0"/>
                      <a:pt x="112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615;p61">
                <a:extLst>
                  <a:ext uri="{FF2B5EF4-FFF2-40B4-BE49-F238E27FC236}">
                    <a16:creationId xmlns:a16="http://schemas.microsoft.com/office/drawing/2014/main" id="{F80D6CFD-74D3-470C-960E-2E0BCC0C5E45}"/>
                  </a:ext>
                </a:extLst>
              </p:cNvPr>
              <p:cNvSpPr/>
              <p:nvPr/>
            </p:nvSpPr>
            <p:spPr>
              <a:xfrm>
                <a:off x="2987300" y="3306150"/>
                <a:ext cx="6700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34225" fill="none" extrusionOk="0">
                    <a:moveTo>
                      <a:pt x="1" y="0"/>
                    </a:moveTo>
                    <a:lnTo>
                      <a:pt x="268" y="34225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616;p61">
                <a:extLst>
                  <a:ext uri="{FF2B5EF4-FFF2-40B4-BE49-F238E27FC236}">
                    <a16:creationId xmlns:a16="http://schemas.microsoft.com/office/drawing/2014/main" id="{F437B647-5091-422E-90D3-AAEA44EDF58A}"/>
                  </a:ext>
                </a:extLst>
              </p:cNvPr>
              <p:cNvSpPr/>
              <p:nvPr/>
            </p:nvSpPr>
            <p:spPr>
              <a:xfrm>
                <a:off x="2751300" y="3605525"/>
                <a:ext cx="4787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19148" h="7940" fill="none" extrusionOk="0">
                    <a:moveTo>
                      <a:pt x="1" y="67"/>
                    </a:moveTo>
                    <a:lnTo>
                      <a:pt x="9574" y="7939"/>
                    </a:lnTo>
                    <a:lnTo>
                      <a:pt x="19148" y="0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617;p61">
                <a:extLst>
                  <a:ext uri="{FF2B5EF4-FFF2-40B4-BE49-F238E27FC236}">
                    <a16:creationId xmlns:a16="http://schemas.microsoft.com/office/drawing/2014/main" id="{F0F9DB8F-0C5D-48AB-9CA8-F89042A6398F}"/>
                  </a:ext>
                </a:extLst>
              </p:cNvPr>
              <p:cNvSpPr/>
              <p:nvPr/>
            </p:nvSpPr>
            <p:spPr>
              <a:xfrm>
                <a:off x="2883075" y="3445400"/>
                <a:ext cx="215175" cy="90925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3637" fill="none" extrusionOk="0">
                    <a:moveTo>
                      <a:pt x="0" y="134"/>
                    </a:moveTo>
                    <a:lnTo>
                      <a:pt x="4236" y="3637"/>
                    </a:lnTo>
                    <a:lnTo>
                      <a:pt x="8606" y="1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618;p61">
                <a:extLst>
                  <a:ext uri="{FF2B5EF4-FFF2-40B4-BE49-F238E27FC236}">
                    <a16:creationId xmlns:a16="http://schemas.microsoft.com/office/drawing/2014/main" id="{E95080CB-7AB7-44E4-A905-9A3FFD25B9FA}"/>
                  </a:ext>
                </a:extLst>
              </p:cNvPr>
              <p:cNvSpPr/>
              <p:nvPr/>
            </p:nvSpPr>
            <p:spPr>
              <a:xfrm>
                <a:off x="2748800" y="3866550"/>
                <a:ext cx="488700" cy="203500"/>
              </a:xfrm>
              <a:custGeom>
                <a:avLst/>
                <a:gdLst/>
                <a:ahLst/>
                <a:cxnLst/>
                <a:rect l="l" t="t" r="r" b="b"/>
                <a:pathLst>
                  <a:path w="19548" h="8140" fill="none" extrusionOk="0">
                    <a:moveTo>
                      <a:pt x="1" y="67"/>
                    </a:moveTo>
                    <a:lnTo>
                      <a:pt x="9741" y="8139"/>
                    </a:lnTo>
                    <a:lnTo>
                      <a:pt x="19548" y="0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619;p61">
                <a:extLst>
                  <a:ext uri="{FF2B5EF4-FFF2-40B4-BE49-F238E27FC236}">
                    <a16:creationId xmlns:a16="http://schemas.microsoft.com/office/drawing/2014/main" id="{CB076DA0-447D-4438-AF7D-B8CF0DBB38CC}"/>
                  </a:ext>
                </a:extLst>
              </p:cNvPr>
              <p:cNvSpPr/>
              <p:nvPr/>
            </p:nvSpPr>
            <p:spPr>
              <a:xfrm>
                <a:off x="2710450" y="4108375"/>
                <a:ext cx="168475" cy="104275"/>
              </a:xfrm>
              <a:custGeom>
                <a:avLst/>
                <a:gdLst/>
                <a:ahLst/>
                <a:cxnLst/>
                <a:rect l="l" t="t" r="r" b="b"/>
                <a:pathLst>
                  <a:path w="6739" h="4171" extrusionOk="0">
                    <a:moveTo>
                      <a:pt x="6038" y="1"/>
                    </a:moveTo>
                    <a:lnTo>
                      <a:pt x="0" y="301"/>
                    </a:lnTo>
                    <a:lnTo>
                      <a:pt x="1001" y="4170"/>
                    </a:lnTo>
                    <a:lnTo>
                      <a:pt x="6738" y="2669"/>
                    </a:lnTo>
                    <a:lnTo>
                      <a:pt x="60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620;p61">
                <a:extLst>
                  <a:ext uri="{FF2B5EF4-FFF2-40B4-BE49-F238E27FC236}">
                    <a16:creationId xmlns:a16="http://schemas.microsoft.com/office/drawing/2014/main" id="{045CB023-18B9-4574-862D-520522235501}"/>
                  </a:ext>
                </a:extLst>
              </p:cNvPr>
              <p:cNvSpPr/>
              <p:nvPr/>
            </p:nvSpPr>
            <p:spPr>
              <a:xfrm>
                <a:off x="2727125" y="4167600"/>
                <a:ext cx="7257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1" fill="none" extrusionOk="0">
                    <a:moveTo>
                      <a:pt x="0" y="601"/>
                    </a:moveTo>
                    <a:lnTo>
                      <a:pt x="2902" y="0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21;p61">
                <a:extLst>
                  <a:ext uri="{FF2B5EF4-FFF2-40B4-BE49-F238E27FC236}">
                    <a16:creationId xmlns:a16="http://schemas.microsoft.com/office/drawing/2014/main" id="{4921F6C0-12A6-4B83-B1DE-F4FDC77FBFBE}"/>
                  </a:ext>
                </a:extLst>
              </p:cNvPr>
              <p:cNvSpPr/>
              <p:nvPr/>
            </p:nvSpPr>
            <p:spPr>
              <a:xfrm>
                <a:off x="2718775" y="4136725"/>
                <a:ext cx="7257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2" fill="none" extrusionOk="0">
                    <a:moveTo>
                      <a:pt x="1" y="601"/>
                    </a:moveTo>
                    <a:lnTo>
                      <a:pt x="2903" y="1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22;p61">
                <a:extLst>
                  <a:ext uri="{FF2B5EF4-FFF2-40B4-BE49-F238E27FC236}">
                    <a16:creationId xmlns:a16="http://schemas.microsoft.com/office/drawing/2014/main" id="{0BF26217-DA35-4DF2-A365-1A826B5BA7F1}"/>
                  </a:ext>
                </a:extLst>
              </p:cNvPr>
              <p:cNvSpPr/>
              <p:nvPr/>
            </p:nvSpPr>
            <p:spPr>
              <a:xfrm>
                <a:off x="2836375" y="3982450"/>
                <a:ext cx="126775" cy="176825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7073" extrusionOk="0">
                    <a:moveTo>
                      <a:pt x="1501" y="1"/>
                    </a:moveTo>
                    <a:lnTo>
                      <a:pt x="0" y="5872"/>
                    </a:lnTo>
                    <a:lnTo>
                      <a:pt x="2468" y="7073"/>
                    </a:lnTo>
                    <a:lnTo>
                      <a:pt x="5070" y="1769"/>
                    </a:lnTo>
                    <a:lnTo>
                      <a:pt x="150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3;p61">
                <a:extLst>
                  <a:ext uri="{FF2B5EF4-FFF2-40B4-BE49-F238E27FC236}">
                    <a16:creationId xmlns:a16="http://schemas.microsoft.com/office/drawing/2014/main" id="{EE316960-601C-4046-A1B0-7FA541FC241C}"/>
                  </a:ext>
                </a:extLst>
              </p:cNvPr>
              <p:cNvSpPr/>
              <p:nvPr/>
            </p:nvSpPr>
            <p:spPr>
              <a:xfrm>
                <a:off x="2906425" y="4012475"/>
                <a:ext cx="29200" cy="6842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2737" fill="none" extrusionOk="0">
                    <a:moveTo>
                      <a:pt x="1168" y="1"/>
                    </a:moveTo>
                    <a:lnTo>
                      <a:pt x="0" y="2736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24;p61">
                <a:extLst>
                  <a:ext uri="{FF2B5EF4-FFF2-40B4-BE49-F238E27FC236}">
                    <a16:creationId xmlns:a16="http://schemas.microsoft.com/office/drawing/2014/main" id="{1667F555-1CE1-4A2D-AA02-A3459481FB42}"/>
                  </a:ext>
                </a:extLst>
              </p:cNvPr>
              <p:cNvSpPr/>
              <p:nvPr/>
            </p:nvSpPr>
            <p:spPr>
              <a:xfrm>
                <a:off x="2878050" y="3997475"/>
                <a:ext cx="284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2736" fill="none" extrusionOk="0">
                    <a:moveTo>
                      <a:pt x="1135" y="0"/>
                    </a:moveTo>
                    <a:lnTo>
                      <a:pt x="1" y="2736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25;p61">
                <a:extLst>
                  <a:ext uri="{FF2B5EF4-FFF2-40B4-BE49-F238E27FC236}">
                    <a16:creationId xmlns:a16="http://schemas.microsoft.com/office/drawing/2014/main" id="{1C8E19D6-5E0D-4AB3-BFE3-24149BBC11E1}"/>
                  </a:ext>
                </a:extLst>
              </p:cNvPr>
              <p:cNvSpPr/>
              <p:nvPr/>
            </p:nvSpPr>
            <p:spPr>
              <a:xfrm>
                <a:off x="2787150" y="3739775"/>
                <a:ext cx="451200" cy="521575"/>
              </a:xfrm>
              <a:custGeom>
                <a:avLst/>
                <a:gdLst/>
                <a:ahLst/>
                <a:cxnLst/>
                <a:rect l="l" t="t" r="r" b="b"/>
                <a:pathLst>
                  <a:path w="18048" h="20863" extrusionOk="0">
                    <a:moveTo>
                      <a:pt x="5138" y="1"/>
                    </a:moveTo>
                    <a:cubicBezTo>
                      <a:pt x="4604" y="1"/>
                      <a:pt x="4071" y="101"/>
                      <a:pt x="3570" y="301"/>
                    </a:cubicBezTo>
                    <a:cubicBezTo>
                      <a:pt x="3370" y="368"/>
                      <a:pt x="3170" y="468"/>
                      <a:pt x="2970" y="568"/>
                    </a:cubicBezTo>
                    <a:lnTo>
                      <a:pt x="2736" y="701"/>
                    </a:lnTo>
                    <a:cubicBezTo>
                      <a:pt x="802" y="1902"/>
                      <a:pt x="1" y="4271"/>
                      <a:pt x="768" y="6372"/>
                    </a:cubicBezTo>
                    <a:cubicBezTo>
                      <a:pt x="935" y="6839"/>
                      <a:pt x="1168" y="7239"/>
                      <a:pt x="1469" y="7640"/>
                    </a:cubicBezTo>
                    <a:cubicBezTo>
                      <a:pt x="1802" y="8073"/>
                      <a:pt x="2236" y="8474"/>
                      <a:pt x="2703" y="8774"/>
                    </a:cubicBezTo>
                    <a:cubicBezTo>
                      <a:pt x="3203" y="9074"/>
                      <a:pt x="3737" y="9274"/>
                      <a:pt x="4304" y="9408"/>
                    </a:cubicBezTo>
                    <a:cubicBezTo>
                      <a:pt x="4593" y="9449"/>
                      <a:pt x="4894" y="9477"/>
                      <a:pt x="5192" y="9477"/>
                    </a:cubicBezTo>
                    <a:cubicBezTo>
                      <a:pt x="5377" y="9477"/>
                      <a:pt x="5560" y="9467"/>
                      <a:pt x="5738" y="9441"/>
                    </a:cubicBezTo>
                    <a:cubicBezTo>
                      <a:pt x="5939" y="9408"/>
                      <a:pt x="6139" y="9374"/>
                      <a:pt x="6339" y="9341"/>
                    </a:cubicBezTo>
                    <a:cubicBezTo>
                      <a:pt x="6506" y="9308"/>
                      <a:pt x="6672" y="9241"/>
                      <a:pt x="6839" y="9174"/>
                    </a:cubicBezTo>
                    <a:cubicBezTo>
                      <a:pt x="7156" y="9061"/>
                      <a:pt x="7505" y="8994"/>
                      <a:pt x="7852" y="8994"/>
                    </a:cubicBezTo>
                    <a:cubicBezTo>
                      <a:pt x="8016" y="8994"/>
                      <a:pt x="8180" y="9009"/>
                      <a:pt x="8340" y="9041"/>
                    </a:cubicBezTo>
                    <a:cubicBezTo>
                      <a:pt x="8741" y="9107"/>
                      <a:pt x="9174" y="9241"/>
                      <a:pt x="9541" y="9441"/>
                    </a:cubicBezTo>
                    <a:cubicBezTo>
                      <a:pt x="9675" y="9541"/>
                      <a:pt x="9808" y="9641"/>
                      <a:pt x="9941" y="9741"/>
                    </a:cubicBezTo>
                    <a:cubicBezTo>
                      <a:pt x="10008" y="9775"/>
                      <a:pt x="10075" y="9841"/>
                      <a:pt x="10142" y="9875"/>
                    </a:cubicBezTo>
                    <a:cubicBezTo>
                      <a:pt x="10575" y="10242"/>
                      <a:pt x="10942" y="10675"/>
                      <a:pt x="11209" y="11176"/>
                    </a:cubicBezTo>
                    <a:cubicBezTo>
                      <a:pt x="11442" y="11609"/>
                      <a:pt x="11576" y="12076"/>
                      <a:pt x="11643" y="12577"/>
                    </a:cubicBezTo>
                    <a:cubicBezTo>
                      <a:pt x="11643" y="12710"/>
                      <a:pt x="11643" y="12810"/>
                      <a:pt x="11643" y="12944"/>
                    </a:cubicBezTo>
                    <a:cubicBezTo>
                      <a:pt x="11609" y="13044"/>
                      <a:pt x="11609" y="13144"/>
                      <a:pt x="11609" y="13244"/>
                    </a:cubicBezTo>
                    <a:cubicBezTo>
                      <a:pt x="11509" y="13844"/>
                      <a:pt x="11242" y="14378"/>
                      <a:pt x="10875" y="14845"/>
                    </a:cubicBezTo>
                    <a:cubicBezTo>
                      <a:pt x="10408" y="15512"/>
                      <a:pt x="9775" y="16012"/>
                      <a:pt x="9041" y="16379"/>
                    </a:cubicBezTo>
                    <a:lnTo>
                      <a:pt x="9007" y="16413"/>
                    </a:lnTo>
                    <a:lnTo>
                      <a:pt x="8941" y="16446"/>
                    </a:lnTo>
                    <a:cubicBezTo>
                      <a:pt x="8385" y="16724"/>
                      <a:pt x="7759" y="16863"/>
                      <a:pt x="7122" y="16863"/>
                    </a:cubicBezTo>
                    <a:cubicBezTo>
                      <a:pt x="6995" y="16863"/>
                      <a:pt x="6867" y="16857"/>
                      <a:pt x="6739" y="16846"/>
                    </a:cubicBezTo>
                    <a:lnTo>
                      <a:pt x="6606" y="16846"/>
                    </a:lnTo>
                    <a:lnTo>
                      <a:pt x="6506" y="16813"/>
                    </a:lnTo>
                    <a:cubicBezTo>
                      <a:pt x="6239" y="16780"/>
                      <a:pt x="5972" y="16646"/>
                      <a:pt x="5738" y="16513"/>
                    </a:cubicBezTo>
                    <a:cubicBezTo>
                      <a:pt x="5438" y="16313"/>
                      <a:pt x="5171" y="16079"/>
                      <a:pt x="4938" y="15779"/>
                    </a:cubicBezTo>
                    <a:lnTo>
                      <a:pt x="4871" y="15679"/>
                    </a:lnTo>
                    <a:lnTo>
                      <a:pt x="4838" y="15612"/>
                    </a:lnTo>
                    <a:cubicBezTo>
                      <a:pt x="4530" y="15166"/>
                      <a:pt x="4100" y="14977"/>
                      <a:pt x="3678" y="14977"/>
                    </a:cubicBezTo>
                    <a:cubicBezTo>
                      <a:pt x="2774" y="14977"/>
                      <a:pt x="1904" y="15844"/>
                      <a:pt x="2336" y="16913"/>
                    </a:cubicBezTo>
                    <a:cubicBezTo>
                      <a:pt x="2436" y="17213"/>
                      <a:pt x="2536" y="17480"/>
                      <a:pt x="2703" y="17747"/>
                    </a:cubicBezTo>
                    <a:cubicBezTo>
                      <a:pt x="2936" y="18147"/>
                      <a:pt x="3203" y="18548"/>
                      <a:pt x="3537" y="18914"/>
                    </a:cubicBezTo>
                    <a:cubicBezTo>
                      <a:pt x="3637" y="19015"/>
                      <a:pt x="3770" y="19148"/>
                      <a:pt x="3870" y="19248"/>
                    </a:cubicBezTo>
                    <a:cubicBezTo>
                      <a:pt x="4371" y="19682"/>
                      <a:pt x="4971" y="20082"/>
                      <a:pt x="5605" y="20315"/>
                    </a:cubicBezTo>
                    <a:cubicBezTo>
                      <a:pt x="6339" y="20649"/>
                      <a:pt x="7173" y="20816"/>
                      <a:pt x="7973" y="20849"/>
                    </a:cubicBezTo>
                    <a:cubicBezTo>
                      <a:pt x="8100" y="20859"/>
                      <a:pt x="8227" y="20863"/>
                      <a:pt x="8354" y="20863"/>
                    </a:cubicBezTo>
                    <a:cubicBezTo>
                      <a:pt x="8661" y="20863"/>
                      <a:pt x="8968" y="20839"/>
                      <a:pt x="9274" y="20816"/>
                    </a:cubicBezTo>
                    <a:cubicBezTo>
                      <a:pt x="9608" y="20782"/>
                      <a:pt x="9975" y="20749"/>
                      <a:pt x="10308" y="20649"/>
                    </a:cubicBezTo>
                    <a:cubicBezTo>
                      <a:pt x="10742" y="20549"/>
                      <a:pt x="11176" y="20449"/>
                      <a:pt x="11609" y="20282"/>
                    </a:cubicBezTo>
                    <a:cubicBezTo>
                      <a:pt x="11909" y="20182"/>
                      <a:pt x="12210" y="20049"/>
                      <a:pt x="12477" y="19915"/>
                    </a:cubicBezTo>
                    <a:cubicBezTo>
                      <a:pt x="13210" y="19582"/>
                      <a:pt x="13878" y="19148"/>
                      <a:pt x="14478" y="18648"/>
                    </a:cubicBezTo>
                    <a:cubicBezTo>
                      <a:pt x="15112" y="18147"/>
                      <a:pt x="15712" y="17547"/>
                      <a:pt x="16179" y="16913"/>
                    </a:cubicBezTo>
                    <a:cubicBezTo>
                      <a:pt x="16379" y="16646"/>
                      <a:pt x="16546" y="16379"/>
                      <a:pt x="16713" y="16112"/>
                    </a:cubicBezTo>
                    <a:cubicBezTo>
                      <a:pt x="17013" y="15612"/>
                      <a:pt x="17247" y="15112"/>
                      <a:pt x="17447" y="14611"/>
                    </a:cubicBezTo>
                    <a:cubicBezTo>
                      <a:pt x="17614" y="14111"/>
                      <a:pt x="17747" y="13577"/>
                      <a:pt x="17847" y="13044"/>
                    </a:cubicBezTo>
                    <a:cubicBezTo>
                      <a:pt x="18047" y="11809"/>
                      <a:pt x="18047" y="10575"/>
                      <a:pt x="17814" y="9374"/>
                    </a:cubicBezTo>
                    <a:cubicBezTo>
                      <a:pt x="17714" y="8874"/>
                      <a:pt x="17580" y="8407"/>
                      <a:pt x="17413" y="7907"/>
                    </a:cubicBezTo>
                    <a:cubicBezTo>
                      <a:pt x="17046" y="6939"/>
                      <a:pt x="16579" y="6005"/>
                      <a:pt x="16012" y="5171"/>
                    </a:cubicBezTo>
                    <a:cubicBezTo>
                      <a:pt x="15879" y="5005"/>
                      <a:pt x="15779" y="4838"/>
                      <a:pt x="15645" y="4671"/>
                    </a:cubicBezTo>
                    <a:cubicBezTo>
                      <a:pt x="14778" y="3537"/>
                      <a:pt x="13711" y="2569"/>
                      <a:pt x="12510" y="1802"/>
                    </a:cubicBezTo>
                    <a:cubicBezTo>
                      <a:pt x="12210" y="1635"/>
                      <a:pt x="11909" y="1435"/>
                      <a:pt x="11609" y="1302"/>
                    </a:cubicBezTo>
                    <a:cubicBezTo>
                      <a:pt x="11009" y="1002"/>
                      <a:pt x="10408" y="735"/>
                      <a:pt x="9775" y="535"/>
                    </a:cubicBezTo>
                    <a:cubicBezTo>
                      <a:pt x="8674" y="201"/>
                      <a:pt x="7506" y="1"/>
                      <a:pt x="630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26;p61">
                <a:extLst>
                  <a:ext uri="{FF2B5EF4-FFF2-40B4-BE49-F238E27FC236}">
                    <a16:creationId xmlns:a16="http://schemas.microsoft.com/office/drawing/2014/main" id="{6AAC2BBB-4F99-4295-8FB9-A1320CC9CE04}"/>
                  </a:ext>
                </a:extLst>
              </p:cNvPr>
              <p:cNvSpPr/>
              <p:nvPr/>
            </p:nvSpPr>
            <p:spPr>
              <a:xfrm>
                <a:off x="2854700" y="4134225"/>
                <a:ext cx="98450" cy="85925"/>
              </a:xfrm>
              <a:custGeom>
                <a:avLst/>
                <a:gdLst/>
                <a:ahLst/>
                <a:cxnLst/>
                <a:rect l="l" t="t" r="r" b="b"/>
                <a:pathLst>
                  <a:path w="3938" h="3437" extrusionOk="0">
                    <a:moveTo>
                      <a:pt x="2269" y="1"/>
                    </a:moveTo>
                    <a:lnTo>
                      <a:pt x="1" y="1936"/>
                    </a:lnTo>
                    <a:cubicBezTo>
                      <a:pt x="234" y="2369"/>
                      <a:pt x="535" y="2770"/>
                      <a:pt x="868" y="3136"/>
                    </a:cubicBezTo>
                    <a:cubicBezTo>
                      <a:pt x="968" y="3237"/>
                      <a:pt x="1068" y="3337"/>
                      <a:pt x="1168" y="3437"/>
                    </a:cubicBezTo>
                    <a:lnTo>
                      <a:pt x="3937" y="1068"/>
                    </a:lnTo>
                    <a:lnTo>
                      <a:pt x="3804" y="1035"/>
                    </a:lnTo>
                    <a:cubicBezTo>
                      <a:pt x="3537" y="968"/>
                      <a:pt x="3270" y="868"/>
                      <a:pt x="3036" y="735"/>
                    </a:cubicBezTo>
                    <a:cubicBezTo>
                      <a:pt x="2736" y="535"/>
                      <a:pt x="2469" y="268"/>
                      <a:pt x="2269" y="1"/>
                    </a:cubicBez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27;p61">
                <a:extLst>
                  <a:ext uri="{FF2B5EF4-FFF2-40B4-BE49-F238E27FC236}">
                    <a16:creationId xmlns:a16="http://schemas.microsoft.com/office/drawing/2014/main" id="{1DDACD9F-4E08-4053-AF90-12FD846D9FA2}"/>
                  </a:ext>
                </a:extLst>
              </p:cNvPr>
              <p:cNvSpPr/>
              <p:nvPr/>
            </p:nvSpPr>
            <p:spPr>
              <a:xfrm>
                <a:off x="2946450" y="3753125"/>
                <a:ext cx="286900" cy="507050"/>
              </a:xfrm>
              <a:custGeom>
                <a:avLst/>
                <a:gdLst/>
                <a:ahLst/>
                <a:cxnLst/>
                <a:rect l="l" t="t" r="r" b="b"/>
                <a:pathLst>
                  <a:path w="11476" h="20282" extrusionOk="0">
                    <a:moveTo>
                      <a:pt x="3403" y="1"/>
                    </a:moveTo>
                    <a:lnTo>
                      <a:pt x="0" y="8807"/>
                    </a:lnTo>
                    <a:cubicBezTo>
                      <a:pt x="167" y="8740"/>
                      <a:pt x="334" y="8707"/>
                      <a:pt x="501" y="8640"/>
                    </a:cubicBezTo>
                    <a:cubicBezTo>
                      <a:pt x="826" y="8501"/>
                      <a:pt x="1168" y="8442"/>
                      <a:pt x="1515" y="8442"/>
                    </a:cubicBezTo>
                    <a:cubicBezTo>
                      <a:pt x="1665" y="8442"/>
                      <a:pt x="1817" y="8453"/>
                      <a:pt x="1968" y="8473"/>
                    </a:cubicBezTo>
                    <a:cubicBezTo>
                      <a:pt x="2402" y="8540"/>
                      <a:pt x="2802" y="8707"/>
                      <a:pt x="3169" y="8907"/>
                    </a:cubicBezTo>
                    <a:lnTo>
                      <a:pt x="6171" y="1268"/>
                    </a:lnTo>
                    <a:cubicBezTo>
                      <a:pt x="5871" y="1068"/>
                      <a:pt x="5537" y="901"/>
                      <a:pt x="5237" y="768"/>
                    </a:cubicBezTo>
                    <a:cubicBezTo>
                      <a:pt x="4637" y="468"/>
                      <a:pt x="4036" y="201"/>
                      <a:pt x="3403" y="1"/>
                    </a:cubicBezTo>
                    <a:close/>
                    <a:moveTo>
                      <a:pt x="9674" y="4637"/>
                    </a:moveTo>
                    <a:lnTo>
                      <a:pt x="3836" y="9341"/>
                    </a:lnTo>
                    <a:cubicBezTo>
                      <a:pt x="4270" y="9708"/>
                      <a:pt x="4603" y="10141"/>
                      <a:pt x="4870" y="10642"/>
                    </a:cubicBezTo>
                    <a:cubicBezTo>
                      <a:pt x="5104" y="11075"/>
                      <a:pt x="5237" y="11542"/>
                      <a:pt x="5304" y="12043"/>
                    </a:cubicBezTo>
                    <a:lnTo>
                      <a:pt x="11075" y="7373"/>
                    </a:lnTo>
                    <a:cubicBezTo>
                      <a:pt x="10708" y="6405"/>
                      <a:pt x="10241" y="5471"/>
                      <a:pt x="9674" y="4637"/>
                    </a:cubicBezTo>
                    <a:close/>
                    <a:moveTo>
                      <a:pt x="11475" y="12510"/>
                    </a:moveTo>
                    <a:lnTo>
                      <a:pt x="5237" y="12710"/>
                    </a:lnTo>
                    <a:cubicBezTo>
                      <a:pt x="5137" y="13310"/>
                      <a:pt x="4870" y="13844"/>
                      <a:pt x="4537" y="14311"/>
                    </a:cubicBezTo>
                    <a:cubicBezTo>
                      <a:pt x="4036" y="14945"/>
                      <a:pt x="3403" y="15478"/>
                      <a:pt x="2702" y="15845"/>
                    </a:cubicBezTo>
                    <a:lnTo>
                      <a:pt x="10374" y="15545"/>
                    </a:lnTo>
                    <a:cubicBezTo>
                      <a:pt x="10641" y="15078"/>
                      <a:pt x="10875" y="14578"/>
                      <a:pt x="11075" y="14077"/>
                    </a:cubicBezTo>
                    <a:cubicBezTo>
                      <a:pt x="11242" y="13544"/>
                      <a:pt x="11408" y="13043"/>
                      <a:pt x="11475" y="12510"/>
                    </a:cubicBezTo>
                    <a:close/>
                    <a:moveTo>
                      <a:pt x="2569" y="15879"/>
                    </a:moveTo>
                    <a:cubicBezTo>
                      <a:pt x="2011" y="16185"/>
                      <a:pt x="1384" y="16329"/>
                      <a:pt x="745" y="16329"/>
                    </a:cubicBezTo>
                    <a:cubicBezTo>
                      <a:pt x="619" y="16329"/>
                      <a:pt x="493" y="16323"/>
                      <a:pt x="367" y="16312"/>
                    </a:cubicBezTo>
                    <a:cubicBezTo>
                      <a:pt x="300" y="16279"/>
                      <a:pt x="200" y="16279"/>
                      <a:pt x="134" y="16246"/>
                    </a:cubicBezTo>
                    <a:lnTo>
                      <a:pt x="134" y="16246"/>
                    </a:lnTo>
                    <a:lnTo>
                      <a:pt x="2902" y="20282"/>
                    </a:lnTo>
                    <a:cubicBezTo>
                      <a:pt x="3236" y="20248"/>
                      <a:pt x="3603" y="20182"/>
                      <a:pt x="3936" y="20115"/>
                    </a:cubicBezTo>
                    <a:cubicBezTo>
                      <a:pt x="4370" y="20015"/>
                      <a:pt x="4804" y="19882"/>
                      <a:pt x="5237" y="19715"/>
                    </a:cubicBezTo>
                    <a:lnTo>
                      <a:pt x="2569" y="15879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28;p61">
                <a:extLst>
                  <a:ext uri="{FF2B5EF4-FFF2-40B4-BE49-F238E27FC236}">
                    <a16:creationId xmlns:a16="http://schemas.microsoft.com/office/drawing/2014/main" id="{09C150E3-DFD7-42C3-88BB-8C0B0E1B1759}"/>
                  </a:ext>
                </a:extLst>
              </p:cNvPr>
              <p:cNvSpPr/>
              <p:nvPr/>
            </p:nvSpPr>
            <p:spPr>
              <a:xfrm>
                <a:off x="2823850" y="3739775"/>
                <a:ext cx="120950" cy="234375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9375" extrusionOk="0">
                    <a:moveTo>
                      <a:pt x="3670" y="1"/>
                    </a:moveTo>
                    <a:cubicBezTo>
                      <a:pt x="3136" y="1"/>
                      <a:pt x="2603" y="101"/>
                      <a:pt x="2102" y="301"/>
                    </a:cubicBezTo>
                    <a:cubicBezTo>
                      <a:pt x="1902" y="368"/>
                      <a:pt x="1702" y="468"/>
                      <a:pt x="1502" y="568"/>
                    </a:cubicBezTo>
                    <a:lnTo>
                      <a:pt x="1" y="7640"/>
                    </a:lnTo>
                    <a:cubicBezTo>
                      <a:pt x="368" y="8073"/>
                      <a:pt x="768" y="8474"/>
                      <a:pt x="1268" y="8774"/>
                    </a:cubicBezTo>
                    <a:cubicBezTo>
                      <a:pt x="1735" y="9074"/>
                      <a:pt x="2302" y="9274"/>
                      <a:pt x="2869" y="9374"/>
                    </a:cubicBezTo>
                    <a:lnTo>
                      <a:pt x="4837" y="1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29;p61">
                <a:extLst>
                  <a:ext uri="{FF2B5EF4-FFF2-40B4-BE49-F238E27FC236}">
                    <a16:creationId xmlns:a16="http://schemas.microsoft.com/office/drawing/2014/main" id="{D829B4DA-99AF-41A9-9D07-8F3A4BCD50C9}"/>
                  </a:ext>
                </a:extLst>
              </p:cNvPr>
              <p:cNvSpPr/>
              <p:nvPr/>
            </p:nvSpPr>
            <p:spPr>
              <a:xfrm>
                <a:off x="2710450" y="3566325"/>
                <a:ext cx="168475" cy="104275"/>
              </a:xfrm>
              <a:custGeom>
                <a:avLst/>
                <a:gdLst/>
                <a:ahLst/>
                <a:cxnLst/>
                <a:rect l="l" t="t" r="r" b="b"/>
                <a:pathLst>
                  <a:path w="6739" h="4171" extrusionOk="0">
                    <a:moveTo>
                      <a:pt x="6038" y="1"/>
                    </a:moveTo>
                    <a:lnTo>
                      <a:pt x="0" y="301"/>
                    </a:lnTo>
                    <a:lnTo>
                      <a:pt x="1001" y="4170"/>
                    </a:lnTo>
                    <a:lnTo>
                      <a:pt x="6738" y="2636"/>
                    </a:lnTo>
                    <a:lnTo>
                      <a:pt x="603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30;p61">
                <a:extLst>
                  <a:ext uri="{FF2B5EF4-FFF2-40B4-BE49-F238E27FC236}">
                    <a16:creationId xmlns:a16="http://schemas.microsoft.com/office/drawing/2014/main" id="{17DB9E65-F2B4-4B09-B7D7-C44DD09D93C1}"/>
                  </a:ext>
                </a:extLst>
              </p:cNvPr>
              <p:cNvSpPr/>
              <p:nvPr/>
            </p:nvSpPr>
            <p:spPr>
              <a:xfrm>
                <a:off x="2727125" y="3625525"/>
                <a:ext cx="7257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2" fill="none" extrusionOk="0">
                    <a:moveTo>
                      <a:pt x="0" y="601"/>
                    </a:moveTo>
                    <a:lnTo>
                      <a:pt x="2902" y="1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631;p61">
                <a:extLst>
                  <a:ext uri="{FF2B5EF4-FFF2-40B4-BE49-F238E27FC236}">
                    <a16:creationId xmlns:a16="http://schemas.microsoft.com/office/drawing/2014/main" id="{F954EE2C-5B4D-4561-B4C7-48CEA76F351D}"/>
                  </a:ext>
                </a:extLst>
              </p:cNvPr>
              <p:cNvSpPr/>
              <p:nvPr/>
            </p:nvSpPr>
            <p:spPr>
              <a:xfrm>
                <a:off x="2718775" y="3594675"/>
                <a:ext cx="72575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68" fill="none" extrusionOk="0">
                    <a:moveTo>
                      <a:pt x="1" y="568"/>
                    </a:moveTo>
                    <a:lnTo>
                      <a:pt x="2903" y="1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632;p61">
                <a:extLst>
                  <a:ext uri="{FF2B5EF4-FFF2-40B4-BE49-F238E27FC236}">
                    <a16:creationId xmlns:a16="http://schemas.microsoft.com/office/drawing/2014/main" id="{93D7A83A-537E-4230-B245-1FDFCEB67918}"/>
                  </a:ext>
                </a:extLst>
              </p:cNvPr>
              <p:cNvSpPr/>
              <p:nvPr/>
            </p:nvSpPr>
            <p:spPr>
              <a:xfrm>
                <a:off x="2836375" y="3439575"/>
                <a:ext cx="126775" cy="177650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7106" extrusionOk="0">
                    <a:moveTo>
                      <a:pt x="1501" y="0"/>
                    </a:moveTo>
                    <a:lnTo>
                      <a:pt x="0" y="5871"/>
                    </a:lnTo>
                    <a:lnTo>
                      <a:pt x="2468" y="7105"/>
                    </a:lnTo>
                    <a:lnTo>
                      <a:pt x="5070" y="1768"/>
                    </a:lnTo>
                    <a:lnTo>
                      <a:pt x="150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633;p61">
                <a:extLst>
                  <a:ext uri="{FF2B5EF4-FFF2-40B4-BE49-F238E27FC236}">
                    <a16:creationId xmlns:a16="http://schemas.microsoft.com/office/drawing/2014/main" id="{DD459690-929D-4112-8FBB-C60FA2A4A07B}"/>
                  </a:ext>
                </a:extLst>
              </p:cNvPr>
              <p:cNvSpPr/>
              <p:nvPr/>
            </p:nvSpPr>
            <p:spPr>
              <a:xfrm>
                <a:off x="2906425" y="3470425"/>
                <a:ext cx="2920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2703" fill="none" extrusionOk="0">
                    <a:moveTo>
                      <a:pt x="1168" y="1"/>
                    </a:moveTo>
                    <a:lnTo>
                      <a:pt x="0" y="2702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634;p61">
                <a:extLst>
                  <a:ext uri="{FF2B5EF4-FFF2-40B4-BE49-F238E27FC236}">
                    <a16:creationId xmlns:a16="http://schemas.microsoft.com/office/drawing/2014/main" id="{84601563-D851-4A1E-99AB-E993FB2EE55A}"/>
                  </a:ext>
                </a:extLst>
              </p:cNvPr>
              <p:cNvSpPr/>
              <p:nvPr/>
            </p:nvSpPr>
            <p:spPr>
              <a:xfrm>
                <a:off x="2878050" y="3455425"/>
                <a:ext cx="284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2736" fill="none" extrusionOk="0">
                    <a:moveTo>
                      <a:pt x="1135" y="0"/>
                    </a:moveTo>
                    <a:lnTo>
                      <a:pt x="1" y="2735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635;p61">
                <a:extLst>
                  <a:ext uri="{FF2B5EF4-FFF2-40B4-BE49-F238E27FC236}">
                    <a16:creationId xmlns:a16="http://schemas.microsoft.com/office/drawing/2014/main" id="{C9646B67-70FB-4B3D-BFC2-FD6F262CB422}"/>
                  </a:ext>
                </a:extLst>
              </p:cNvPr>
              <p:cNvSpPr/>
              <p:nvPr/>
            </p:nvSpPr>
            <p:spPr>
              <a:xfrm>
                <a:off x="2786325" y="3197725"/>
                <a:ext cx="452025" cy="521575"/>
              </a:xfrm>
              <a:custGeom>
                <a:avLst/>
                <a:gdLst/>
                <a:ahLst/>
                <a:cxnLst/>
                <a:rect l="l" t="t" r="r" b="b"/>
                <a:pathLst>
                  <a:path w="18081" h="20863" extrusionOk="0">
                    <a:moveTo>
                      <a:pt x="5171" y="1"/>
                    </a:moveTo>
                    <a:cubicBezTo>
                      <a:pt x="4637" y="1"/>
                      <a:pt x="4104" y="101"/>
                      <a:pt x="3603" y="301"/>
                    </a:cubicBezTo>
                    <a:cubicBezTo>
                      <a:pt x="3403" y="368"/>
                      <a:pt x="3203" y="468"/>
                      <a:pt x="3003" y="568"/>
                    </a:cubicBezTo>
                    <a:lnTo>
                      <a:pt x="2769" y="701"/>
                    </a:lnTo>
                    <a:cubicBezTo>
                      <a:pt x="835" y="1902"/>
                      <a:pt x="1" y="4304"/>
                      <a:pt x="835" y="6405"/>
                    </a:cubicBezTo>
                    <a:cubicBezTo>
                      <a:pt x="1001" y="6872"/>
                      <a:pt x="1201" y="7273"/>
                      <a:pt x="1502" y="7673"/>
                    </a:cubicBezTo>
                    <a:cubicBezTo>
                      <a:pt x="1835" y="8107"/>
                      <a:pt x="2269" y="8507"/>
                      <a:pt x="2769" y="8807"/>
                    </a:cubicBezTo>
                    <a:cubicBezTo>
                      <a:pt x="3236" y="9107"/>
                      <a:pt x="3770" y="9307"/>
                      <a:pt x="4337" y="9441"/>
                    </a:cubicBezTo>
                    <a:cubicBezTo>
                      <a:pt x="4626" y="9482"/>
                      <a:pt x="4927" y="9511"/>
                      <a:pt x="5225" y="9511"/>
                    </a:cubicBezTo>
                    <a:cubicBezTo>
                      <a:pt x="5410" y="9511"/>
                      <a:pt x="5593" y="9500"/>
                      <a:pt x="5771" y="9474"/>
                    </a:cubicBezTo>
                    <a:cubicBezTo>
                      <a:pt x="5972" y="9474"/>
                      <a:pt x="6172" y="9441"/>
                      <a:pt x="6372" y="9374"/>
                    </a:cubicBezTo>
                    <a:cubicBezTo>
                      <a:pt x="6572" y="9341"/>
                      <a:pt x="6739" y="9274"/>
                      <a:pt x="6906" y="9207"/>
                    </a:cubicBezTo>
                    <a:cubicBezTo>
                      <a:pt x="7223" y="9094"/>
                      <a:pt x="7556" y="9027"/>
                      <a:pt x="7893" y="9027"/>
                    </a:cubicBezTo>
                    <a:cubicBezTo>
                      <a:pt x="8052" y="9027"/>
                      <a:pt x="8213" y="9042"/>
                      <a:pt x="8373" y="9074"/>
                    </a:cubicBezTo>
                    <a:cubicBezTo>
                      <a:pt x="8807" y="9141"/>
                      <a:pt x="9207" y="9274"/>
                      <a:pt x="9574" y="9474"/>
                    </a:cubicBezTo>
                    <a:cubicBezTo>
                      <a:pt x="9708" y="9574"/>
                      <a:pt x="9874" y="9674"/>
                      <a:pt x="10008" y="9774"/>
                    </a:cubicBezTo>
                    <a:cubicBezTo>
                      <a:pt x="10041" y="9808"/>
                      <a:pt x="10108" y="9874"/>
                      <a:pt x="10175" y="9908"/>
                    </a:cubicBezTo>
                    <a:cubicBezTo>
                      <a:pt x="10608" y="10275"/>
                      <a:pt x="10975" y="10708"/>
                      <a:pt x="11242" y="11242"/>
                    </a:cubicBezTo>
                    <a:cubicBezTo>
                      <a:pt x="11475" y="11642"/>
                      <a:pt x="11642" y="12143"/>
                      <a:pt x="11676" y="12610"/>
                    </a:cubicBezTo>
                    <a:cubicBezTo>
                      <a:pt x="11676" y="12743"/>
                      <a:pt x="11676" y="12877"/>
                      <a:pt x="11676" y="12977"/>
                    </a:cubicBezTo>
                    <a:cubicBezTo>
                      <a:pt x="11676" y="13077"/>
                      <a:pt x="11642" y="13177"/>
                      <a:pt x="11642" y="13277"/>
                    </a:cubicBezTo>
                    <a:cubicBezTo>
                      <a:pt x="11542" y="13877"/>
                      <a:pt x="11275" y="14411"/>
                      <a:pt x="10908" y="14878"/>
                    </a:cubicBezTo>
                    <a:cubicBezTo>
                      <a:pt x="10441" y="15512"/>
                      <a:pt x="9808" y="16046"/>
                      <a:pt x="9074" y="16412"/>
                    </a:cubicBezTo>
                    <a:lnTo>
                      <a:pt x="9040" y="16446"/>
                    </a:lnTo>
                    <a:lnTo>
                      <a:pt x="8974" y="16446"/>
                    </a:lnTo>
                    <a:cubicBezTo>
                      <a:pt x="8418" y="16724"/>
                      <a:pt x="7792" y="16863"/>
                      <a:pt x="7155" y="16863"/>
                    </a:cubicBezTo>
                    <a:cubicBezTo>
                      <a:pt x="7028" y="16863"/>
                      <a:pt x="6900" y="16857"/>
                      <a:pt x="6772" y="16846"/>
                    </a:cubicBezTo>
                    <a:lnTo>
                      <a:pt x="6639" y="16846"/>
                    </a:lnTo>
                    <a:lnTo>
                      <a:pt x="6539" y="16813"/>
                    </a:lnTo>
                    <a:cubicBezTo>
                      <a:pt x="6272" y="16779"/>
                      <a:pt x="6005" y="16646"/>
                      <a:pt x="5771" y="16513"/>
                    </a:cubicBezTo>
                    <a:cubicBezTo>
                      <a:pt x="5471" y="16312"/>
                      <a:pt x="5204" y="16079"/>
                      <a:pt x="4971" y="15779"/>
                    </a:cubicBezTo>
                    <a:lnTo>
                      <a:pt x="4904" y="15679"/>
                    </a:lnTo>
                    <a:lnTo>
                      <a:pt x="4871" y="15612"/>
                    </a:lnTo>
                    <a:cubicBezTo>
                      <a:pt x="4563" y="15166"/>
                      <a:pt x="4133" y="14977"/>
                      <a:pt x="3711" y="14977"/>
                    </a:cubicBezTo>
                    <a:cubicBezTo>
                      <a:pt x="2807" y="14977"/>
                      <a:pt x="1937" y="15844"/>
                      <a:pt x="2369" y="16913"/>
                    </a:cubicBezTo>
                    <a:cubicBezTo>
                      <a:pt x="2469" y="17213"/>
                      <a:pt x="2569" y="17480"/>
                      <a:pt x="2736" y="17747"/>
                    </a:cubicBezTo>
                    <a:cubicBezTo>
                      <a:pt x="2969" y="18147"/>
                      <a:pt x="3236" y="18547"/>
                      <a:pt x="3570" y="18914"/>
                    </a:cubicBezTo>
                    <a:cubicBezTo>
                      <a:pt x="3670" y="19014"/>
                      <a:pt x="3803" y="19148"/>
                      <a:pt x="3903" y="19248"/>
                    </a:cubicBezTo>
                    <a:cubicBezTo>
                      <a:pt x="4404" y="19682"/>
                      <a:pt x="5004" y="20082"/>
                      <a:pt x="5638" y="20315"/>
                    </a:cubicBezTo>
                    <a:cubicBezTo>
                      <a:pt x="6372" y="20649"/>
                      <a:pt x="7206" y="20816"/>
                      <a:pt x="8006" y="20849"/>
                    </a:cubicBezTo>
                    <a:cubicBezTo>
                      <a:pt x="8133" y="20859"/>
                      <a:pt x="8260" y="20863"/>
                      <a:pt x="8387" y="20863"/>
                    </a:cubicBezTo>
                    <a:cubicBezTo>
                      <a:pt x="8694" y="20863"/>
                      <a:pt x="9001" y="20839"/>
                      <a:pt x="9307" y="20816"/>
                    </a:cubicBezTo>
                    <a:cubicBezTo>
                      <a:pt x="9641" y="20782"/>
                      <a:pt x="10008" y="20749"/>
                      <a:pt x="10341" y="20649"/>
                    </a:cubicBezTo>
                    <a:cubicBezTo>
                      <a:pt x="10775" y="20549"/>
                      <a:pt x="11209" y="20449"/>
                      <a:pt x="11642" y="20282"/>
                    </a:cubicBezTo>
                    <a:cubicBezTo>
                      <a:pt x="11942" y="20182"/>
                      <a:pt x="12243" y="20048"/>
                      <a:pt x="12510" y="19915"/>
                    </a:cubicBezTo>
                    <a:cubicBezTo>
                      <a:pt x="13243" y="19581"/>
                      <a:pt x="13911" y="19148"/>
                      <a:pt x="14511" y="18647"/>
                    </a:cubicBezTo>
                    <a:cubicBezTo>
                      <a:pt x="15145" y="18147"/>
                      <a:pt x="15745" y="17547"/>
                      <a:pt x="16212" y="16913"/>
                    </a:cubicBezTo>
                    <a:cubicBezTo>
                      <a:pt x="16412" y="16646"/>
                      <a:pt x="16579" y="16379"/>
                      <a:pt x="16746" y="16112"/>
                    </a:cubicBezTo>
                    <a:cubicBezTo>
                      <a:pt x="17046" y="15612"/>
                      <a:pt x="17280" y="15112"/>
                      <a:pt x="17480" y="14611"/>
                    </a:cubicBezTo>
                    <a:cubicBezTo>
                      <a:pt x="17647" y="14111"/>
                      <a:pt x="17780" y="13577"/>
                      <a:pt x="17880" y="13043"/>
                    </a:cubicBezTo>
                    <a:cubicBezTo>
                      <a:pt x="18080" y="11809"/>
                      <a:pt x="18080" y="10575"/>
                      <a:pt x="17847" y="9374"/>
                    </a:cubicBezTo>
                    <a:cubicBezTo>
                      <a:pt x="17747" y="8874"/>
                      <a:pt x="17613" y="8407"/>
                      <a:pt x="17446" y="7906"/>
                    </a:cubicBezTo>
                    <a:cubicBezTo>
                      <a:pt x="17079" y="6939"/>
                      <a:pt x="16612" y="6005"/>
                      <a:pt x="16045" y="5171"/>
                    </a:cubicBezTo>
                    <a:cubicBezTo>
                      <a:pt x="15912" y="5004"/>
                      <a:pt x="15812" y="4838"/>
                      <a:pt x="15678" y="4671"/>
                    </a:cubicBezTo>
                    <a:cubicBezTo>
                      <a:pt x="14811" y="3537"/>
                      <a:pt x="13744" y="2569"/>
                      <a:pt x="12543" y="1802"/>
                    </a:cubicBezTo>
                    <a:cubicBezTo>
                      <a:pt x="12243" y="1635"/>
                      <a:pt x="11942" y="1435"/>
                      <a:pt x="11642" y="1302"/>
                    </a:cubicBezTo>
                    <a:cubicBezTo>
                      <a:pt x="11042" y="968"/>
                      <a:pt x="10441" y="735"/>
                      <a:pt x="9808" y="534"/>
                    </a:cubicBezTo>
                    <a:cubicBezTo>
                      <a:pt x="8707" y="168"/>
                      <a:pt x="7539" y="1"/>
                      <a:pt x="63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636;p61">
                <a:extLst>
                  <a:ext uri="{FF2B5EF4-FFF2-40B4-BE49-F238E27FC236}">
                    <a16:creationId xmlns:a16="http://schemas.microsoft.com/office/drawing/2014/main" id="{C7624618-6D20-41CA-A65C-B36ACC342756}"/>
                  </a:ext>
                </a:extLst>
              </p:cNvPr>
              <p:cNvSpPr/>
              <p:nvPr/>
            </p:nvSpPr>
            <p:spPr>
              <a:xfrm>
                <a:off x="2854700" y="3591350"/>
                <a:ext cx="9845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938" h="3470" extrusionOk="0">
                    <a:moveTo>
                      <a:pt x="2269" y="0"/>
                    </a:moveTo>
                    <a:lnTo>
                      <a:pt x="1" y="1968"/>
                    </a:lnTo>
                    <a:cubicBezTo>
                      <a:pt x="234" y="2402"/>
                      <a:pt x="535" y="2802"/>
                      <a:pt x="868" y="3169"/>
                    </a:cubicBezTo>
                    <a:cubicBezTo>
                      <a:pt x="968" y="3269"/>
                      <a:pt x="1068" y="3369"/>
                      <a:pt x="1168" y="3470"/>
                    </a:cubicBezTo>
                    <a:lnTo>
                      <a:pt x="3937" y="1068"/>
                    </a:lnTo>
                    <a:lnTo>
                      <a:pt x="3804" y="1068"/>
                    </a:lnTo>
                    <a:cubicBezTo>
                      <a:pt x="3537" y="1001"/>
                      <a:pt x="3270" y="901"/>
                      <a:pt x="3036" y="734"/>
                    </a:cubicBezTo>
                    <a:cubicBezTo>
                      <a:pt x="2736" y="534"/>
                      <a:pt x="2469" y="301"/>
                      <a:pt x="2269" y="0"/>
                    </a:cubicBez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637;p61">
                <a:extLst>
                  <a:ext uri="{FF2B5EF4-FFF2-40B4-BE49-F238E27FC236}">
                    <a16:creationId xmlns:a16="http://schemas.microsoft.com/office/drawing/2014/main" id="{86528023-12B4-42E6-880C-0DFC36F824BE}"/>
                  </a:ext>
                </a:extLst>
              </p:cNvPr>
              <p:cNvSpPr/>
              <p:nvPr/>
            </p:nvSpPr>
            <p:spPr>
              <a:xfrm>
                <a:off x="2946450" y="3211075"/>
                <a:ext cx="286900" cy="506225"/>
              </a:xfrm>
              <a:custGeom>
                <a:avLst/>
                <a:gdLst/>
                <a:ahLst/>
                <a:cxnLst/>
                <a:rect l="l" t="t" r="r" b="b"/>
                <a:pathLst>
                  <a:path w="11476" h="20249" extrusionOk="0">
                    <a:moveTo>
                      <a:pt x="3403" y="0"/>
                    </a:moveTo>
                    <a:lnTo>
                      <a:pt x="0" y="8773"/>
                    </a:lnTo>
                    <a:cubicBezTo>
                      <a:pt x="167" y="8740"/>
                      <a:pt x="334" y="8673"/>
                      <a:pt x="501" y="8640"/>
                    </a:cubicBezTo>
                    <a:cubicBezTo>
                      <a:pt x="826" y="8500"/>
                      <a:pt x="1168" y="8442"/>
                      <a:pt x="1515" y="8442"/>
                    </a:cubicBezTo>
                    <a:cubicBezTo>
                      <a:pt x="1665" y="8442"/>
                      <a:pt x="1817" y="8453"/>
                      <a:pt x="1968" y="8473"/>
                    </a:cubicBezTo>
                    <a:cubicBezTo>
                      <a:pt x="2402" y="8540"/>
                      <a:pt x="2802" y="8673"/>
                      <a:pt x="3169" y="8907"/>
                    </a:cubicBezTo>
                    <a:lnTo>
                      <a:pt x="6171" y="1235"/>
                    </a:lnTo>
                    <a:cubicBezTo>
                      <a:pt x="5871" y="1068"/>
                      <a:pt x="5537" y="901"/>
                      <a:pt x="5237" y="768"/>
                    </a:cubicBezTo>
                    <a:cubicBezTo>
                      <a:pt x="4637" y="467"/>
                      <a:pt x="4036" y="201"/>
                      <a:pt x="3403" y="0"/>
                    </a:cubicBezTo>
                    <a:close/>
                    <a:moveTo>
                      <a:pt x="9674" y="4604"/>
                    </a:moveTo>
                    <a:lnTo>
                      <a:pt x="3836" y="9340"/>
                    </a:lnTo>
                    <a:cubicBezTo>
                      <a:pt x="4270" y="9707"/>
                      <a:pt x="4603" y="10141"/>
                      <a:pt x="4870" y="10641"/>
                    </a:cubicBezTo>
                    <a:cubicBezTo>
                      <a:pt x="5104" y="11075"/>
                      <a:pt x="5237" y="11542"/>
                      <a:pt x="5304" y="12042"/>
                    </a:cubicBezTo>
                    <a:lnTo>
                      <a:pt x="11075" y="7372"/>
                    </a:lnTo>
                    <a:cubicBezTo>
                      <a:pt x="10708" y="6372"/>
                      <a:pt x="10241" y="5471"/>
                      <a:pt x="9674" y="4604"/>
                    </a:cubicBezTo>
                    <a:close/>
                    <a:moveTo>
                      <a:pt x="11475" y="12476"/>
                    </a:moveTo>
                    <a:lnTo>
                      <a:pt x="5237" y="12676"/>
                    </a:lnTo>
                    <a:cubicBezTo>
                      <a:pt x="5137" y="13277"/>
                      <a:pt x="4904" y="13844"/>
                      <a:pt x="4537" y="14311"/>
                    </a:cubicBezTo>
                    <a:lnTo>
                      <a:pt x="4537" y="14277"/>
                    </a:lnTo>
                    <a:cubicBezTo>
                      <a:pt x="4036" y="14911"/>
                      <a:pt x="3403" y="15445"/>
                      <a:pt x="2702" y="15812"/>
                    </a:cubicBezTo>
                    <a:lnTo>
                      <a:pt x="10374" y="15512"/>
                    </a:lnTo>
                    <a:cubicBezTo>
                      <a:pt x="10641" y="15045"/>
                      <a:pt x="10875" y="14544"/>
                      <a:pt x="11075" y="14044"/>
                    </a:cubicBezTo>
                    <a:cubicBezTo>
                      <a:pt x="11242" y="13510"/>
                      <a:pt x="11408" y="13010"/>
                      <a:pt x="11475" y="12476"/>
                    </a:cubicBezTo>
                    <a:close/>
                    <a:moveTo>
                      <a:pt x="2569" y="15845"/>
                    </a:moveTo>
                    <a:cubicBezTo>
                      <a:pt x="2011" y="16152"/>
                      <a:pt x="1384" y="16295"/>
                      <a:pt x="745" y="16295"/>
                    </a:cubicBezTo>
                    <a:cubicBezTo>
                      <a:pt x="619" y="16295"/>
                      <a:pt x="493" y="16290"/>
                      <a:pt x="367" y="16279"/>
                    </a:cubicBezTo>
                    <a:cubicBezTo>
                      <a:pt x="300" y="16279"/>
                      <a:pt x="200" y="16245"/>
                      <a:pt x="134" y="16245"/>
                    </a:cubicBezTo>
                    <a:lnTo>
                      <a:pt x="2902" y="20248"/>
                    </a:lnTo>
                    <a:cubicBezTo>
                      <a:pt x="3236" y="20215"/>
                      <a:pt x="3603" y="20148"/>
                      <a:pt x="3936" y="20082"/>
                    </a:cubicBezTo>
                    <a:cubicBezTo>
                      <a:pt x="4370" y="19981"/>
                      <a:pt x="4804" y="19848"/>
                      <a:pt x="5237" y="19715"/>
                    </a:cubicBezTo>
                    <a:lnTo>
                      <a:pt x="2569" y="15845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638;p61">
                <a:extLst>
                  <a:ext uri="{FF2B5EF4-FFF2-40B4-BE49-F238E27FC236}">
                    <a16:creationId xmlns:a16="http://schemas.microsoft.com/office/drawing/2014/main" id="{A7C99034-2644-403E-84E9-F9B21A44AB36}"/>
                  </a:ext>
                </a:extLst>
              </p:cNvPr>
              <p:cNvSpPr/>
              <p:nvPr/>
            </p:nvSpPr>
            <p:spPr>
              <a:xfrm>
                <a:off x="2823850" y="3197725"/>
                <a:ext cx="120950" cy="234375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9375" extrusionOk="0">
                    <a:moveTo>
                      <a:pt x="3670" y="1"/>
                    </a:moveTo>
                    <a:cubicBezTo>
                      <a:pt x="3136" y="1"/>
                      <a:pt x="2603" y="101"/>
                      <a:pt x="2102" y="301"/>
                    </a:cubicBezTo>
                    <a:cubicBezTo>
                      <a:pt x="1902" y="368"/>
                      <a:pt x="1702" y="468"/>
                      <a:pt x="1502" y="568"/>
                    </a:cubicBezTo>
                    <a:lnTo>
                      <a:pt x="1" y="7606"/>
                    </a:lnTo>
                    <a:cubicBezTo>
                      <a:pt x="368" y="8073"/>
                      <a:pt x="768" y="8440"/>
                      <a:pt x="1268" y="8774"/>
                    </a:cubicBezTo>
                    <a:cubicBezTo>
                      <a:pt x="1735" y="9074"/>
                      <a:pt x="2302" y="9274"/>
                      <a:pt x="2869" y="9374"/>
                    </a:cubicBezTo>
                    <a:lnTo>
                      <a:pt x="4837" y="1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639;p61">
                <a:extLst>
                  <a:ext uri="{FF2B5EF4-FFF2-40B4-BE49-F238E27FC236}">
                    <a16:creationId xmlns:a16="http://schemas.microsoft.com/office/drawing/2014/main" id="{7653C96C-2679-4E51-9853-DF00CF59AD7C}"/>
                  </a:ext>
                </a:extLst>
              </p:cNvPr>
              <p:cNvSpPr/>
              <p:nvPr/>
            </p:nvSpPr>
            <p:spPr>
              <a:xfrm>
                <a:off x="3027325" y="3074300"/>
                <a:ext cx="220200" cy="402450"/>
              </a:xfrm>
              <a:custGeom>
                <a:avLst/>
                <a:gdLst/>
                <a:ahLst/>
                <a:cxnLst/>
                <a:rect l="l" t="t" r="r" b="b"/>
                <a:pathLst>
                  <a:path w="8808" h="16098" extrusionOk="0">
                    <a:moveTo>
                      <a:pt x="768" y="1"/>
                    </a:moveTo>
                    <a:lnTo>
                      <a:pt x="635" y="2903"/>
                    </a:lnTo>
                    <a:cubicBezTo>
                      <a:pt x="3470" y="3036"/>
                      <a:pt x="5638" y="5438"/>
                      <a:pt x="5505" y="8273"/>
                    </a:cubicBezTo>
                    <a:cubicBezTo>
                      <a:pt x="5375" y="11027"/>
                      <a:pt x="3106" y="13183"/>
                      <a:pt x="379" y="13183"/>
                    </a:cubicBezTo>
                    <a:cubicBezTo>
                      <a:pt x="298" y="13183"/>
                      <a:pt x="216" y="13181"/>
                      <a:pt x="134" y="13177"/>
                    </a:cubicBezTo>
                    <a:lnTo>
                      <a:pt x="1" y="16079"/>
                    </a:lnTo>
                    <a:cubicBezTo>
                      <a:pt x="184" y="16091"/>
                      <a:pt x="367" y="16097"/>
                      <a:pt x="548" y="16097"/>
                    </a:cubicBezTo>
                    <a:cubicBezTo>
                      <a:pt x="4813" y="16097"/>
                      <a:pt x="8383" y="12759"/>
                      <a:pt x="8607" y="8407"/>
                    </a:cubicBezTo>
                    <a:cubicBezTo>
                      <a:pt x="8807" y="3904"/>
                      <a:pt x="5271" y="101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640;p61">
                <a:extLst>
                  <a:ext uri="{FF2B5EF4-FFF2-40B4-BE49-F238E27FC236}">
                    <a16:creationId xmlns:a16="http://schemas.microsoft.com/office/drawing/2014/main" id="{62E79D38-11B4-4295-99D2-059D5916BAE4}"/>
                  </a:ext>
                </a:extLst>
              </p:cNvPr>
              <p:cNvSpPr/>
              <p:nvPr/>
            </p:nvSpPr>
            <p:spPr>
              <a:xfrm>
                <a:off x="2787150" y="3540475"/>
                <a:ext cx="216025" cy="402250"/>
              </a:xfrm>
              <a:custGeom>
                <a:avLst/>
                <a:gdLst/>
                <a:ahLst/>
                <a:cxnLst/>
                <a:rect l="l" t="t" r="r" b="b"/>
                <a:pathLst>
                  <a:path w="8641" h="16090" extrusionOk="0">
                    <a:moveTo>
                      <a:pt x="768" y="1"/>
                    </a:moveTo>
                    <a:lnTo>
                      <a:pt x="601" y="2903"/>
                    </a:lnTo>
                    <a:cubicBezTo>
                      <a:pt x="3437" y="3036"/>
                      <a:pt x="5638" y="5438"/>
                      <a:pt x="5505" y="8273"/>
                    </a:cubicBezTo>
                    <a:cubicBezTo>
                      <a:pt x="5375" y="11027"/>
                      <a:pt x="3107" y="13182"/>
                      <a:pt x="379" y="13182"/>
                    </a:cubicBezTo>
                    <a:cubicBezTo>
                      <a:pt x="298" y="13182"/>
                      <a:pt x="216" y="13181"/>
                      <a:pt x="134" y="13177"/>
                    </a:cubicBezTo>
                    <a:lnTo>
                      <a:pt x="1" y="16079"/>
                    </a:lnTo>
                    <a:cubicBezTo>
                      <a:pt x="144" y="16086"/>
                      <a:pt x="286" y="16090"/>
                      <a:pt x="427" y="16090"/>
                    </a:cubicBezTo>
                    <a:cubicBezTo>
                      <a:pt x="4676" y="16090"/>
                      <a:pt x="8213" y="12733"/>
                      <a:pt x="8407" y="8407"/>
                    </a:cubicBezTo>
                    <a:cubicBezTo>
                      <a:pt x="8640" y="3970"/>
                      <a:pt x="5205" y="201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641;p61">
                <a:extLst>
                  <a:ext uri="{FF2B5EF4-FFF2-40B4-BE49-F238E27FC236}">
                    <a16:creationId xmlns:a16="http://schemas.microsoft.com/office/drawing/2014/main" id="{0D26DC08-1017-44F1-9118-C1F6ED5C2679}"/>
                  </a:ext>
                </a:extLst>
              </p:cNvPr>
              <p:cNvSpPr/>
              <p:nvPr/>
            </p:nvSpPr>
            <p:spPr>
              <a:xfrm>
                <a:off x="3026500" y="3971625"/>
                <a:ext cx="216000" cy="402175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6087" extrusionOk="0">
                    <a:moveTo>
                      <a:pt x="768" y="0"/>
                    </a:moveTo>
                    <a:lnTo>
                      <a:pt x="634" y="2902"/>
                    </a:lnTo>
                    <a:cubicBezTo>
                      <a:pt x="3470" y="3036"/>
                      <a:pt x="5638" y="5437"/>
                      <a:pt x="5538" y="8273"/>
                    </a:cubicBezTo>
                    <a:cubicBezTo>
                      <a:pt x="5376" y="11026"/>
                      <a:pt x="3106" y="13182"/>
                      <a:pt x="409" y="13182"/>
                    </a:cubicBezTo>
                    <a:cubicBezTo>
                      <a:pt x="329" y="13182"/>
                      <a:pt x="248" y="13180"/>
                      <a:pt x="167" y="13176"/>
                    </a:cubicBezTo>
                    <a:lnTo>
                      <a:pt x="0" y="16078"/>
                    </a:lnTo>
                    <a:cubicBezTo>
                      <a:pt x="125" y="16084"/>
                      <a:pt x="248" y="16087"/>
                      <a:pt x="372" y="16087"/>
                    </a:cubicBezTo>
                    <a:cubicBezTo>
                      <a:pt x="4677" y="16087"/>
                      <a:pt x="8245" y="12719"/>
                      <a:pt x="8440" y="8406"/>
                    </a:cubicBezTo>
                    <a:cubicBezTo>
                      <a:pt x="8640" y="3970"/>
                      <a:pt x="5204" y="200"/>
                      <a:pt x="7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642;p61">
                <a:extLst>
                  <a:ext uri="{FF2B5EF4-FFF2-40B4-BE49-F238E27FC236}">
                    <a16:creationId xmlns:a16="http://schemas.microsoft.com/office/drawing/2014/main" id="{2D90AEA2-1516-4CCE-B865-1AABA440F168}"/>
                  </a:ext>
                </a:extLst>
              </p:cNvPr>
              <p:cNvSpPr/>
              <p:nvPr/>
            </p:nvSpPr>
            <p:spPr>
              <a:xfrm>
                <a:off x="2683750" y="3135175"/>
                <a:ext cx="617125" cy="1188375"/>
              </a:xfrm>
              <a:custGeom>
                <a:avLst/>
                <a:gdLst/>
                <a:ahLst/>
                <a:cxnLst/>
                <a:rect l="l" t="t" r="r" b="b"/>
                <a:pathLst>
                  <a:path w="24685" h="47535" extrusionOk="0">
                    <a:moveTo>
                      <a:pt x="3036" y="1"/>
                    </a:moveTo>
                    <a:cubicBezTo>
                      <a:pt x="1335" y="1"/>
                      <a:pt x="1" y="1335"/>
                      <a:pt x="1" y="3036"/>
                    </a:cubicBezTo>
                    <a:lnTo>
                      <a:pt x="1" y="44499"/>
                    </a:lnTo>
                    <a:cubicBezTo>
                      <a:pt x="1" y="46201"/>
                      <a:pt x="1335" y="47535"/>
                      <a:pt x="3036" y="47535"/>
                    </a:cubicBezTo>
                    <a:lnTo>
                      <a:pt x="21649" y="47535"/>
                    </a:lnTo>
                    <a:cubicBezTo>
                      <a:pt x="23317" y="47535"/>
                      <a:pt x="24685" y="46201"/>
                      <a:pt x="24685" y="44499"/>
                    </a:cubicBezTo>
                    <a:lnTo>
                      <a:pt x="24685" y="3036"/>
                    </a:lnTo>
                    <a:cubicBezTo>
                      <a:pt x="24685" y="1335"/>
                      <a:pt x="23317" y="1"/>
                      <a:pt x="21649" y="1"/>
                    </a:cubicBezTo>
                    <a:close/>
                  </a:path>
                </a:pathLst>
              </a:custGeom>
              <a:solidFill>
                <a:srgbClr val="F1EFF2">
                  <a:alpha val="328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643;p61">
                <a:extLst>
                  <a:ext uri="{FF2B5EF4-FFF2-40B4-BE49-F238E27FC236}">
                    <a16:creationId xmlns:a16="http://schemas.microsoft.com/office/drawing/2014/main" id="{95F1CE8B-3DAF-43AE-97CA-34BBF60EFC5D}"/>
                  </a:ext>
                </a:extLst>
              </p:cNvPr>
              <p:cNvSpPr/>
              <p:nvPr/>
            </p:nvSpPr>
            <p:spPr>
              <a:xfrm>
                <a:off x="3410100" y="3132675"/>
                <a:ext cx="617150" cy="1188375"/>
              </a:xfrm>
              <a:custGeom>
                <a:avLst/>
                <a:gdLst/>
                <a:ahLst/>
                <a:cxnLst/>
                <a:rect l="l" t="t" r="r" b="b"/>
                <a:pathLst>
                  <a:path w="24686" h="47535" extrusionOk="0">
                    <a:moveTo>
                      <a:pt x="3036" y="1"/>
                    </a:moveTo>
                    <a:cubicBezTo>
                      <a:pt x="1368" y="1"/>
                      <a:pt x="1" y="1335"/>
                      <a:pt x="1" y="3036"/>
                    </a:cubicBezTo>
                    <a:lnTo>
                      <a:pt x="1" y="44499"/>
                    </a:lnTo>
                    <a:cubicBezTo>
                      <a:pt x="1" y="46201"/>
                      <a:pt x="1368" y="47535"/>
                      <a:pt x="3036" y="47535"/>
                    </a:cubicBezTo>
                    <a:lnTo>
                      <a:pt x="21650" y="47535"/>
                    </a:lnTo>
                    <a:cubicBezTo>
                      <a:pt x="23351" y="47535"/>
                      <a:pt x="24685" y="46201"/>
                      <a:pt x="24685" y="44499"/>
                    </a:cubicBezTo>
                    <a:lnTo>
                      <a:pt x="24685" y="3036"/>
                    </a:lnTo>
                    <a:cubicBezTo>
                      <a:pt x="24685" y="1335"/>
                      <a:pt x="23351" y="1"/>
                      <a:pt x="216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644;p61">
                <a:extLst>
                  <a:ext uri="{FF2B5EF4-FFF2-40B4-BE49-F238E27FC236}">
                    <a16:creationId xmlns:a16="http://schemas.microsoft.com/office/drawing/2014/main" id="{1DF96D66-067B-4195-ABF0-12FFB12708D5}"/>
                  </a:ext>
                </a:extLst>
              </p:cNvPr>
              <p:cNvSpPr/>
              <p:nvPr/>
            </p:nvSpPr>
            <p:spPr>
              <a:xfrm>
                <a:off x="3440950" y="3656400"/>
                <a:ext cx="560425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22417" h="34225" extrusionOk="0">
                    <a:moveTo>
                      <a:pt x="11142" y="0"/>
                    </a:moveTo>
                    <a:cubicBezTo>
                      <a:pt x="11142" y="0"/>
                      <a:pt x="3237" y="3169"/>
                      <a:pt x="1369" y="7839"/>
                    </a:cubicBezTo>
                    <a:cubicBezTo>
                      <a:pt x="1102" y="8440"/>
                      <a:pt x="968" y="9073"/>
                      <a:pt x="968" y="9741"/>
                    </a:cubicBezTo>
                    <a:cubicBezTo>
                      <a:pt x="935" y="11342"/>
                      <a:pt x="1635" y="12376"/>
                      <a:pt x="2670" y="12943"/>
                    </a:cubicBezTo>
                    <a:cubicBezTo>
                      <a:pt x="3670" y="13510"/>
                      <a:pt x="3904" y="14878"/>
                      <a:pt x="3137" y="15745"/>
                    </a:cubicBezTo>
                    <a:cubicBezTo>
                      <a:pt x="1135" y="17980"/>
                      <a:pt x="1" y="20949"/>
                      <a:pt x="2403" y="23250"/>
                    </a:cubicBezTo>
                    <a:cubicBezTo>
                      <a:pt x="2855" y="23727"/>
                      <a:pt x="3478" y="23965"/>
                      <a:pt x="4125" y="23965"/>
                    </a:cubicBezTo>
                    <a:cubicBezTo>
                      <a:pt x="4384" y="23965"/>
                      <a:pt x="4647" y="23927"/>
                      <a:pt x="4904" y="23851"/>
                    </a:cubicBezTo>
                    <a:cubicBezTo>
                      <a:pt x="5047" y="23816"/>
                      <a:pt x="5189" y="23800"/>
                      <a:pt x="5327" y="23800"/>
                    </a:cubicBezTo>
                    <a:cubicBezTo>
                      <a:pt x="6390" y="23800"/>
                      <a:pt x="7287" y="24764"/>
                      <a:pt x="7139" y="25885"/>
                    </a:cubicBezTo>
                    <a:cubicBezTo>
                      <a:pt x="6672" y="29221"/>
                      <a:pt x="6973" y="34225"/>
                      <a:pt x="11242" y="34225"/>
                    </a:cubicBezTo>
                    <a:cubicBezTo>
                      <a:pt x="15612" y="33991"/>
                      <a:pt x="15912" y="29154"/>
                      <a:pt x="15412" y="25885"/>
                    </a:cubicBezTo>
                    <a:cubicBezTo>
                      <a:pt x="15235" y="24764"/>
                      <a:pt x="16102" y="23800"/>
                      <a:pt x="17182" y="23800"/>
                    </a:cubicBezTo>
                    <a:cubicBezTo>
                      <a:pt x="17323" y="23800"/>
                      <a:pt x="17467" y="23816"/>
                      <a:pt x="17614" y="23851"/>
                    </a:cubicBezTo>
                    <a:cubicBezTo>
                      <a:pt x="17834" y="23910"/>
                      <a:pt x="18057" y="23939"/>
                      <a:pt x="18278" y="23939"/>
                    </a:cubicBezTo>
                    <a:cubicBezTo>
                      <a:pt x="18924" y="23939"/>
                      <a:pt x="19551" y="23689"/>
                      <a:pt x="20049" y="23217"/>
                    </a:cubicBezTo>
                    <a:cubicBezTo>
                      <a:pt x="22417" y="20882"/>
                      <a:pt x="21249" y="17946"/>
                      <a:pt x="19248" y="15711"/>
                    </a:cubicBezTo>
                    <a:cubicBezTo>
                      <a:pt x="18447" y="14844"/>
                      <a:pt x="18681" y="13477"/>
                      <a:pt x="19715" y="12909"/>
                    </a:cubicBezTo>
                    <a:cubicBezTo>
                      <a:pt x="20115" y="12676"/>
                      <a:pt x="20482" y="12342"/>
                      <a:pt x="20749" y="11975"/>
                    </a:cubicBezTo>
                    <a:cubicBezTo>
                      <a:pt x="21183" y="11275"/>
                      <a:pt x="21416" y="10508"/>
                      <a:pt x="21383" y="9707"/>
                    </a:cubicBezTo>
                    <a:cubicBezTo>
                      <a:pt x="21316" y="4003"/>
                      <a:pt x="11142" y="0"/>
                      <a:pt x="1114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645;p61">
                <a:extLst>
                  <a:ext uri="{FF2B5EF4-FFF2-40B4-BE49-F238E27FC236}">
                    <a16:creationId xmlns:a16="http://schemas.microsoft.com/office/drawing/2014/main" id="{81F5F9A9-2E6E-4B94-9696-2481A24CB349}"/>
                  </a:ext>
                </a:extLst>
              </p:cNvPr>
              <p:cNvSpPr/>
              <p:nvPr/>
            </p:nvSpPr>
            <p:spPr>
              <a:xfrm>
                <a:off x="3719500" y="3656400"/>
                <a:ext cx="6700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34225" fill="none" extrusionOk="0">
                    <a:moveTo>
                      <a:pt x="267" y="34225"/>
                    </a:moveTo>
                    <a:lnTo>
                      <a:pt x="0" y="0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646;p61">
                <a:extLst>
                  <a:ext uri="{FF2B5EF4-FFF2-40B4-BE49-F238E27FC236}">
                    <a16:creationId xmlns:a16="http://schemas.microsoft.com/office/drawing/2014/main" id="{BCAB0C19-B7B0-4726-93A5-1B2CE9929B4B}"/>
                  </a:ext>
                </a:extLst>
              </p:cNvPr>
              <p:cNvSpPr/>
              <p:nvPr/>
            </p:nvSpPr>
            <p:spPr>
              <a:xfrm>
                <a:off x="3483500" y="4014150"/>
                <a:ext cx="47870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19148" h="7973" fill="none" extrusionOk="0">
                    <a:moveTo>
                      <a:pt x="19147" y="7906"/>
                    </a:moveTo>
                    <a:lnTo>
                      <a:pt x="9574" y="0"/>
                    </a:lnTo>
                    <a:lnTo>
                      <a:pt x="0" y="7973"/>
                    </a:lnTo>
                  </a:path>
                </a:pathLst>
              </a:custGeom>
              <a:noFill/>
              <a:ln w="750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647;p61">
                <a:extLst>
                  <a:ext uri="{FF2B5EF4-FFF2-40B4-BE49-F238E27FC236}">
                    <a16:creationId xmlns:a16="http://schemas.microsoft.com/office/drawing/2014/main" id="{DDC213AB-837A-426E-948B-9ED68DE046E1}"/>
                  </a:ext>
                </a:extLst>
              </p:cNvPr>
              <p:cNvSpPr/>
              <p:nvPr/>
            </p:nvSpPr>
            <p:spPr>
              <a:xfrm>
                <a:off x="3615250" y="4281850"/>
                <a:ext cx="215175" cy="90925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3637" fill="none" extrusionOk="0">
                    <a:moveTo>
                      <a:pt x="8607" y="3503"/>
                    </a:moveTo>
                    <a:lnTo>
                      <a:pt x="4370" y="0"/>
                    </a:lnTo>
                    <a:lnTo>
                      <a:pt x="1" y="3636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648;p61">
                <a:extLst>
                  <a:ext uri="{FF2B5EF4-FFF2-40B4-BE49-F238E27FC236}">
                    <a16:creationId xmlns:a16="http://schemas.microsoft.com/office/drawing/2014/main" id="{7742CE39-EE2A-4A11-BE94-5FD98255E030}"/>
                  </a:ext>
                </a:extLst>
              </p:cNvPr>
              <p:cNvSpPr/>
              <p:nvPr/>
            </p:nvSpPr>
            <p:spPr>
              <a:xfrm>
                <a:off x="3475975" y="3748125"/>
                <a:ext cx="488725" cy="203500"/>
              </a:xfrm>
              <a:custGeom>
                <a:avLst/>
                <a:gdLst/>
                <a:ahLst/>
                <a:cxnLst/>
                <a:rect l="l" t="t" r="r" b="b"/>
                <a:pathLst>
                  <a:path w="19549" h="8140" fill="none" extrusionOk="0">
                    <a:moveTo>
                      <a:pt x="19548" y="8073"/>
                    </a:moveTo>
                    <a:lnTo>
                      <a:pt x="9808" y="1"/>
                    </a:lnTo>
                    <a:lnTo>
                      <a:pt x="1" y="8140"/>
                    </a:lnTo>
                  </a:path>
                </a:pathLst>
              </a:custGeom>
              <a:noFill/>
              <a:ln w="7500" cap="flat" cmpd="sng">
                <a:solidFill>
                  <a:srgbClr val="EFECF0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649;p61">
                <a:extLst>
                  <a:ext uri="{FF2B5EF4-FFF2-40B4-BE49-F238E27FC236}">
                    <a16:creationId xmlns:a16="http://schemas.microsoft.com/office/drawing/2014/main" id="{162A010C-3B1C-4F25-ACB2-BC448C43D6BB}"/>
                  </a:ext>
                </a:extLst>
              </p:cNvPr>
              <p:cNvSpPr/>
              <p:nvPr/>
            </p:nvSpPr>
            <p:spPr>
              <a:xfrm>
                <a:off x="3438450" y="2914200"/>
                <a:ext cx="561275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22451" h="34225" extrusionOk="0">
                    <a:moveTo>
                      <a:pt x="11209" y="0"/>
                    </a:moveTo>
                    <a:cubicBezTo>
                      <a:pt x="6806" y="200"/>
                      <a:pt x="6539" y="5071"/>
                      <a:pt x="7039" y="8306"/>
                    </a:cubicBezTo>
                    <a:cubicBezTo>
                      <a:pt x="7218" y="9441"/>
                      <a:pt x="6301" y="10416"/>
                      <a:pt x="5221" y="10416"/>
                    </a:cubicBezTo>
                    <a:cubicBezTo>
                      <a:pt x="5095" y="10416"/>
                      <a:pt x="4967" y="10402"/>
                      <a:pt x="4838" y="10374"/>
                    </a:cubicBezTo>
                    <a:cubicBezTo>
                      <a:pt x="4617" y="10315"/>
                      <a:pt x="4392" y="10286"/>
                      <a:pt x="4168" y="10286"/>
                    </a:cubicBezTo>
                    <a:cubicBezTo>
                      <a:pt x="3514" y="10286"/>
                      <a:pt x="2875" y="10536"/>
                      <a:pt x="2403" y="11008"/>
                    </a:cubicBezTo>
                    <a:cubicBezTo>
                      <a:pt x="1" y="13310"/>
                      <a:pt x="1168" y="16279"/>
                      <a:pt x="3203" y="18480"/>
                    </a:cubicBezTo>
                    <a:cubicBezTo>
                      <a:pt x="3970" y="19347"/>
                      <a:pt x="3737" y="20715"/>
                      <a:pt x="2736" y="21282"/>
                    </a:cubicBezTo>
                    <a:cubicBezTo>
                      <a:pt x="2303" y="21516"/>
                      <a:pt x="1936" y="21849"/>
                      <a:pt x="1669" y="22250"/>
                    </a:cubicBezTo>
                    <a:cubicBezTo>
                      <a:pt x="1235" y="22917"/>
                      <a:pt x="1035" y="23717"/>
                      <a:pt x="1068" y="24518"/>
                    </a:cubicBezTo>
                    <a:cubicBezTo>
                      <a:pt x="1102" y="30222"/>
                      <a:pt x="11309" y="34225"/>
                      <a:pt x="11309" y="34225"/>
                    </a:cubicBezTo>
                    <a:cubicBezTo>
                      <a:pt x="11309" y="34225"/>
                      <a:pt x="19215" y="31056"/>
                      <a:pt x="21083" y="26386"/>
                    </a:cubicBezTo>
                    <a:cubicBezTo>
                      <a:pt x="21349" y="25785"/>
                      <a:pt x="21483" y="25118"/>
                      <a:pt x="21483" y="24451"/>
                    </a:cubicBezTo>
                    <a:cubicBezTo>
                      <a:pt x="21483" y="22883"/>
                      <a:pt x="20782" y="21816"/>
                      <a:pt x="19782" y="21249"/>
                    </a:cubicBezTo>
                    <a:cubicBezTo>
                      <a:pt x="18781" y="20682"/>
                      <a:pt x="18547" y="19314"/>
                      <a:pt x="19315" y="18447"/>
                    </a:cubicBezTo>
                    <a:cubicBezTo>
                      <a:pt x="21316" y="16212"/>
                      <a:pt x="22450" y="13243"/>
                      <a:pt x="20049" y="10941"/>
                    </a:cubicBezTo>
                    <a:cubicBezTo>
                      <a:pt x="19564" y="10481"/>
                      <a:pt x="18940" y="10232"/>
                      <a:pt x="18289" y="10232"/>
                    </a:cubicBezTo>
                    <a:cubicBezTo>
                      <a:pt x="18043" y="10232"/>
                      <a:pt x="17794" y="10268"/>
                      <a:pt x="17547" y="10341"/>
                    </a:cubicBezTo>
                    <a:cubicBezTo>
                      <a:pt x="17404" y="10376"/>
                      <a:pt x="17263" y="10392"/>
                      <a:pt x="17124" y="10392"/>
                    </a:cubicBezTo>
                    <a:cubicBezTo>
                      <a:pt x="16061" y="10392"/>
                      <a:pt x="15164" y="9427"/>
                      <a:pt x="15312" y="8306"/>
                    </a:cubicBezTo>
                    <a:cubicBezTo>
                      <a:pt x="15779" y="5004"/>
                      <a:pt x="15479" y="0"/>
                      <a:pt x="11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650;p61">
                <a:extLst>
                  <a:ext uri="{FF2B5EF4-FFF2-40B4-BE49-F238E27FC236}">
                    <a16:creationId xmlns:a16="http://schemas.microsoft.com/office/drawing/2014/main" id="{C089A082-F6DF-4407-8A73-C22118432DF3}"/>
                  </a:ext>
                </a:extLst>
              </p:cNvPr>
              <p:cNvSpPr/>
              <p:nvPr/>
            </p:nvSpPr>
            <p:spPr>
              <a:xfrm>
                <a:off x="3713650" y="2913350"/>
                <a:ext cx="7525" cy="856475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4259" fill="none" extrusionOk="0">
                    <a:moveTo>
                      <a:pt x="1" y="1"/>
                    </a:moveTo>
                    <a:lnTo>
                      <a:pt x="301" y="34259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651;p61">
                <a:extLst>
                  <a:ext uri="{FF2B5EF4-FFF2-40B4-BE49-F238E27FC236}">
                    <a16:creationId xmlns:a16="http://schemas.microsoft.com/office/drawing/2014/main" id="{BD5F8736-B235-460F-925C-BF932829F7DF}"/>
                  </a:ext>
                </a:extLst>
              </p:cNvPr>
              <p:cNvSpPr/>
              <p:nvPr/>
            </p:nvSpPr>
            <p:spPr>
              <a:xfrm>
                <a:off x="3478500" y="3212750"/>
                <a:ext cx="4787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19148" h="7940" fill="none" extrusionOk="0">
                    <a:moveTo>
                      <a:pt x="0" y="67"/>
                    </a:moveTo>
                    <a:lnTo>
                      <a:pt x="9540" y="7939"/>
                    </a:lnTo>
                    <a:lnTo>
                      <a:pt x="19147" y="0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652;p61">
                <a:extLst>
                  <a:ext uri="{FF2B5EF4-FFF2-40B4-BE49-F238E27FC236}">
                    <a16:creationId xmlns:a16="http://schemas.microsoft.com/office/drawing/2014/main" id="{1AEA29D7-E94B-494B-8197-3CB17F9FB45B}"/>
                  </a:ext>
                </a:extLst>
              </p:cNvPr>
              <p:cNvSpPr/>
              <p:nvPr/>
            </p:nvSpPr>
            <p:spPr>
              <a:xfrm>
                <a:off x="3609425" y="3053450"/>
                <a:ext cx="215175" cy="90100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3604" fill="none" extrusionOk="0">
                    <a:moveTo>
                      <a:pt x="0" y="134"/>
                    </a:moveTo>
                    <a:lnTo>
                      <a:pt x="4236" y="3604"/>
                    </a:lnTo>
                    <a:lnTo>
                      <a:pt x="8606" y="1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653;p61">
                <a:extLst>
                  <a:ext uri="{FF2B5EF4-FFF2-40B4-BE49-F238E27FC236}">
                    <a16:creationId xmlns:a16="http://schemas.microsoft.com/office/drawing/2014/main" id="{82679ECE-C3FE-4659-8D9D-6125DA6700D8}"/>
                  </a:ext>
                </a:extLst>
              </p:cNvPr>
              <p:cNvSpPr/>
              <p:nvPr/>
            </p:nvSpPr>
            <p:spPr>
              <a:xfrm>
                <a:off x="3475150" y="3474600"/>
                <a:ext cx="488700" cy="202675"/>
              </a:xfrm>
              <a:custGeom>
                <a:avLst/>
                <a:gdLst/>
                <a:ahLst/>
                <a:cxnLst/>
                <a:rect l="l" t="t" r="r" b="b"/>
                <a:pathLst>
                  <a:path w="19548" h="8107" fill="none" extrusionOk="0">
                    <a:moveTo>
                      <a:pt x="1" y="67"/>
                    </a:moveTo>
                    <a:lnTo>
                      <a:pt x="9774" y="8106"/>
                    </a:lnTo>
                    <a:lnTo>
                      <a:pt x="19548" y="0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654;p61">
                <a:extLst>
                  <a:ext uri="{FF2B5EF4-FFF2-40B4-BE49-F238E27FC236}">
                    <a16:creationId xmlns:a16="http://schemas.microsoft.com/office/drawing/2014/main" id="{3857B9BE-7491-44E9-8E5A-50AECA4ED12B}"/>
                  </a:ext>
                </a:extLst>
              </p:cNvPr>
              <p:cNvSpPr/>
              <p:nvPr/>
            </p:nvSpPr>
            <p:spPr>
              <a:xfrm>
                <a:off x="3438450" y="3304475"/>
                <a:ext cx="561275" cy="855625"/>
              </a:xfrm>
              <a:custGeom>
                <a:avLst/>
                <a:gdLst/>
                <a:ahLst/>
                <a:cxnLst/>
                <a:rect l="l" t="t" r="r" b="b"/>
                <a:pathLst>
                  <a:path w="22451" h="34225" extrusionOk="0">
                    <a:moveTo>
                      <a:pt x="11209" y="0"/>
                    </a:moveTo>
                    <a:cubicBezTo>
                      <a:pt x="6806" y="201"/>
                      <a:pt x="6539" y="5071"/>
                      <a:pt x="7039" y="8306"/>
                    </a:cubicBezTo>
                    <a:cubicBezTo>
                      <a:pt x="7218" y="9441"/>
                      <a:pt x="6301" y="10416"/>
                      <a:pt x="5221" y="10416"/>
                    </a:cubicBezTo>
                    <a:cubicBezTo>
                      <a:pt x="5095" y="10416"/>
                      <a:pt x="4967" y="10402"/>
                      <a:pt x="4838" y="10375"/>
                    </a:cubicBezTo>
                    <a:cubicBezTo>
                      <a:pt x="4612" y="10305"/>
                      <a:pt x="4381" y="10272"/>
                      <a:pt x="4153" y="10272"/>
                    </a:cubicBezTo>
                    <a:cubicBezTo>
                      <a:pt x="3504" y="10272"/>
                      <a:pt x="2871" y="10540"/>
                      <a:pt x="2403" y="11008"/>
                    </a:cubicBezTo>
                    <a:cubicBezTo>
                      <a:pt x="1" y="13310"/>
                      <a:pt x="1168" y="16279"/>
                      <a:pt x="3203" y="18480"/>
                    </a:cubicBezTo>
                    <a:cubicBezTo>
                      <a:pt x="3970" y="19348"/>
                      <a:pt x="3737" y="20715"/>
                      <a:pt x="2736" y="21282"/>
                    </a:cubicBezTo>
                    <a:cubicBezTo>
                      <a:pt x="2303" y="21516"/>
                      <a:pt x="1936" y="21849"/>
                      <a:pt x="1669" y="22250"/>
                    </a:cubicBezTo>
                    <a:cubicBezTo>
                      <a:pt x="1235" y="22917"/>
                      <a:pt x="1035" y="23684"/>
                      <a:pt x="1068" y="24485"/>
                    </a:cubicBezTo>
                    <a:cubicBezTo>
                      <a:pt x="1102" y="30189"/>
                      <a:pt x="11309" y="34225"/>
                      <a:pt x="11309" y="34225"/>
                    </a:cubicBezTo>
                    <a:cubicBezTo>
                      <a:pt x="11309" y="34225"/>
                      <a:pt x="19215" y="31023"/>
                      <a:pt x="21083" y="26386"/>
                    </a:cubicBezTo>
                    <a:cubicBezTo>
                      <a:pt x="21349" y="25752"/>
                      <a:pt x="21483" y="25118"/>
                      <a:pt x="21483" y="24451"/>
                    </a:cubicBezTo>
                    <a:cubicBezTo>
                      <a:pt x="21483" y="22850"/>
                      <a:pt x="20782" y="21816"/>
                      <a:pt x="19782" y="21249"/>
                    </a:cubicBezTo>
                    <a:cubicBezTo>
                      <a:pt x="18781" y="20682"/>
                      <a:pt x="18547" y="19314"/>
                      <a:pt x="19315" y="18447"/>
                    </a:cubicBezTo>
                    <a:cubicBezTo>
                      <a:pt x="21316" y="16179"/>
                      <a:pt x="22450" y="13243"/>
                      <a:pt x="20049" y="10942"/>
                    </a:cubicBezTo>
                    <a:cubicBezTo>
                      <a:pt x="19574" y="10467"/>
                      <a:pt x="18965" y="10212"/>
                      <a:pt x="18329" y="10212"/>
                    </a:cubicBezTo>
                    <a:cubicBezTo>
                      <a:pt x="18070" y="10212"/>
                      <a:pt x="17807" y="10254"/>
                      <a:pt x="17547" y="10341"/>
                    </a:cubicBezTo>
                    <a:cubicBezTo>
                      <a:pt x="17404" y="10376"/>
                      <a:pt x="17263" y="10392"/>
                      <a:pt x="17124" y="10392"/>
                    </a:cubicBezTo>
                    <a:cubicBezTo>
                      <a:pt x="16061" y="10392"/>
                      <a:pt x="15164" y="9428"/>
                      <a:pt x="15312" y="8306"/>
                    </a:cubicBezTo>
                    <a:cubicBezTo>
                      <a:pt x="15779" y="4971"/>
                      <a:pt x="15479" y="0"/>
                      <a:pt x="112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655;p61">
                <a:extLst>
                  <a:ext uri="{FF2B5EF4-FFF2-40B4-BE49-F238E27FC236}">
                    <a16:creationId xmlns:a16="http://schemas.microsoft.com/office/drawing/2014/main" id="{48AB99B2-E3B8-441D-8AE4-3263E97E5AE9}"/>
                  </a:ext>
                </a:extLst>
              </p:cNvPr>
              <p:cNvSpPr/>
              <p:nvPr/>
            </p:nvSpPr>
            <p:spPr>
              <a:xfrm>
                <a:off x="3713650" y="3303650"/>
                <a:ext cx="7525" cy="85645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4258" fill="none" extrusionOk="0">
                    <a:moveTo>
                      <a:pt x="1" y="0"/>
                    </a:moveTo>
                    <a:lnTo>
                      <a:pt x="301" y="34258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656;p61">
                <a:extLst>
                  <a:ext uri="{FF2B5EF4-FFF2-40B4-BE49-F238E27FC236}">
                    <a16:creationId xmlns:a16="http://schemas.microsoft.com/office/drawing/2014/main" id="{EB672D72-A230-4484-AE32-477C2C361BFC}"/>
                  </a:ext>
                </a:extLst>
              </p:cNvPr>
              <p:cNvSpPr/>
              <p:nvPr/>
            </p:nvSpPr>
            <p:spPr>
              <a:xfrm>
                <a:off x="3478500" y="3603025"/>
                <a:ext cx="478700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19148" h="7940" fill="none" extrusionOk="0">
                    <a:moveTo>
                      <a:pt x="0" y="67"/>
                    </a:moveTo>
                    <a:lnTo>
                      <a:pt x="9540" y="7939"/>
                    </a:lnTo>
                    <a:lnTo>
                      <a:pt x="19147" y="0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657;p61">
                <a:extLst>
                  <a:ext uri="{FF2B5EF4-FFF2-40B4-BE49-F238E27FC236}">
                    <a16:creationId xmlns:a16="http://schemas.microsoft.com/office/drawing/2014/main" id="{AE2CCF6D-ED3B-4AEF-BFE9-3749A2466BFA}"/>
                  </a:ext>
                </a:extLst>
              </p:cNvPr>
              <p:cNvSpPr/>
              <p:nvPr/>
            </p:nvSpPr>
            <p:spPr>
              <a:xfrm>
                <a:off x="3609425" y="3442900"/>
                <a:ext cx="215175" cy="90925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3637" fill="none" extrusionOk="0">
                    <a:moveTo>
                      <a:pt x="0" y="168"/>
                    </a:moveTo>
                    <a:lnTo>
                      <a:pt x="4236" y="3637"/>
                    </a:lnTo>
                    <a:lnTo>
                      <a:pt x="8606" y="1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658;p61">
                <a:extLst>
                  <a:ext uri="{FF2B5EF4-FFF2-40B4-BE49-F238E27FC236}">
                    <a16:creationId xmlns:a16="http://schemas.microsoft.com/office/drawing/2014/main" id="{0893164B-52F2-45E7-B770-2326D2993054}"/>
                  </a:ext>
                </a:extLst>
              </p:cNvPr>
              <p:cNvSpPr/>
              <p:nvPr/>
            </p:nvSpPr>
            <p:spPr>
              <a:xfrm>
                <a:off x="3475150" y="3864875"/>
                <a:ext cx="488700" cy="202675"/>
              </a:xfrm>
              <a:custGeom>
                <a:avLst/>
                <a:gdLst/>
                <a:ahLst/>
                <a:cxnLst/>
                <a:rect l="l" t="t" r="r" b="b"/>
                <a:pathLst>
                  <a:path w="19548" h="8107" fill="none" extrusionOk="0">
                    <a:moveTo>
                      <a:pt x="1" y="67"/>
                    </a:moveTo>
                    <a:lnTo>
                      <a:pt x="9774" y="8106"/>
                    </a:lnTo>
                    <a:lnTo>
                      <a:pt x="19548" y="1"/>
                    </a:lnTo>
                  </a:path>
                </a:pathLst>
              </a:custGeom>
              <a:noFill/>
              <a:ln w="750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659;p61">
                <a:extLst>
                  <a:ext uri="{FF2B5EF4-FFF2-40B4-BE49-F238E27FC236}">
                    <a16:creationId xmlns:a16="http://schemas.microsoft.com/office/drawing/2014/main" id="{8B6FB305-8544-4DC9-A19E-77E409827E05}"/>
                  </a:ext>
                </a:extLst>
              </p:cNvPr>
              <p:cNvSpPr/>
              <p:nvPr/>
            </p:nvSpPr>
            <p:spPr>
              <a:xfrm>
                <a:off x="3436800" y="4105875"/>
                <a:ext cx="169300" cy="104275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4171" extrusionOk="0">
                    <a:moveTo>
                      <a:pt x="6071" y="1"/>
                    </a:moveTo>
                    <a:lnTo>
                      <a:pt x="0" y="301"/>
                    </a:lnTo>
                    <a:lnTo>
                      <a:pt x="1034" y="4170"/>
                    </a:lnTo>
                    <a:lnTo>
                      <a:pt x="6772" y="2669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660;p61">
                <a:extLst>
                  <a:ext uri="{FF2B5EF4-FFF2-40B4-BE49-F238E27FC236}">
                    <a16:creationId xmlns:a16="http://schemas.microsoft.com/office/drawing/2014/main" id="{D4169719-8606-4996-9441-1AA842F9E322}"/>
                  </a:ext>
                </a:extLst>
              </p:cNvPr>
              <p:cNvSpPr/>
              <p:nvPr/>
            </p:nvSpPr>
            <p:spPr>
              <a:xfrm>
                <a:off x="3454300" y="4165925"/>
                <a:ext cx="72575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68" fill="none" extrusionOk="0">
                    <a:moveTo>
                      <a:pt x="1" y="568"/>
                    </a:moveTo>
                    <a:lnTo>
                      <a:pt x="2903" y="0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2661;p61">
                <a:extLst>
                  <a:ext uri="{FF2B5EF4-FFF2-40B4-BE49-F238E27FC236}">
                    <a16:creationId xmlns:a16="http://schemas.microsoft.com/office/drawing/2014/main" id="{F387CE9A-3205-4082-9460-CBAB12C5457C}"/>
                  </a:ext>
                </a:extLst>
              </p:cNvPr>
              <p:cNvSpPr/>
              <p:nvPr/>
            </p:nvSpPr>
            <p:spPr>
              <a:xfrm>
                <a:off x="3445975" y="4134225"/>
                <a:ext cx="7257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2" fill="none" extrusionOk="0">
                    <a:moveTo>
                      <a:pt x="0" y="601"/>
                    </a:moveTo>
                    <a:lnTo>
                      <a:pt x="2902" y="1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2662;p61">
                <a:extLst>
                  <a:ext uri="{FF2B5EF4-FFF2-40B4-BE49-F238E27FC236}">
                    <a16:creationId xmlns:a16="http://schemas.microsoft.com/office/drawing/2014/main" id="{8B245249-256D-416D-9230-050C7A4F56C1}"/>
                  </a:ext>
                </a:extLst>
              </p:cNvPr>
              <p:cNvSpPr/>
              <p:nvPr/>
            </p:nvSpPr>
            <p:spPr>
              <a:xfrm>
                <a:off x="3562725" y="3979950"/>
                <a:ext cx="127600" cy="176825"/>
              </a:xfrm>
              <a:custGeom>
                <a:avLst/>
                <a:gdLst/>
                <a:ahLst/>
                <a:cxnLst/>
                <a:rect l="l" t="t" r="r" b="b"/>
                <a:pathLst>
                  <a:path w="5104" h="7073" extrusionOk="0">
                    <a:moveTo>
                      <a:pt x="1535" y="1"/>
                    </a:moveTo>
                    <a:lnTo>
                      <a:pt x="0" y="5872"/>
                    </a:lnTo>
                    <a:lnTo>
                      <a:pt x="2469" y="7073"/>
                    </a:lnTo>
                    <a:lnTo>
                      <a:pt x="5104" y="1769"/>
                    </a:lnTo>
                    <a:lnTo>
                      <a:pt x="153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2663;p61">
                <a:extLst>
                  <a:ext uri="{FF2B5EF4-FFF2-40B4-BE49-F238E27FC236}">
                    <a16:creationId xmlns:a16="http://schemas.microsoft.com/office/drawing/2014/main" id="{6F5E19D7-92F7-47A1-8342-3FE06FA431AE}"/>
                  </a:ext>
                </a:extLst>
              </p:cNvPr>
              <p:cNvSpPr/>
              <p:nvPr/>
            </p:nvSpPr>
            <p:spPr>
              <a:xfrm>
                <a:off x="3633600" y="4009975"/>
                <a:ext cx="292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2736" fill="none" extrusionOk="0">
                    <a:moveTo>
                      <a:pt x="1168" y="1"/>
                    </a:moveTo>
                    <a:lnTo>
                      <a:pt x="0" y="2736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2664;p61">
                <a:extLst>
                  <a:ext uri="{FF2B5EF4-FFF2-40B4-BE49-F238E27FC236}">
                    <a16:creationId xmlns:a16="http://schemas.microsoft.com/office/drawing/2014/main" id="{032ECE3B-1868-4CA1-AE0C-6C02BB223E76}"/>
                  </a:ext>
                </a:extLst>
              </p:cNvPr>
              <p:cNvSpPr/>
              <p:nvPr/>
            </p:nvSpPr>
            <p:spPr>
              <a:xfrm>
                <a:off x="3604400" y="3995800"/>
                <a:ext cx="2922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2736" fill="none" extrusionOk="0">
                    <a:moveTo>
                      <a:pt x="1168" y="1"/>
                    </a:moveTo>
                    <a:lnTo>
                      <a:pt x="1" y="2736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2665;p61">
                <a:extLst>
                  <a:ext uri="{FF2B5EF4-FFF2-40B4-BE49-F238E27FC236}">
                    <a16:creationId xmlns:a16="http://schemas.microsoft.com/office/drawing/2014/main" id="{9A8AF1B7-367A-4CAF-ACD3-5DBFC5DB99B9}"/>
                  </a:ext>
                </a:extLst>
              </p:cNvPr>
              <p:cNvSpPr/>
              <p:nvPr/>
            </p:nvSpPr>
            <p:spPr>
              <a:xfrm>
                <a:off x="3508500" y="3737275"/>
                <a:ext cx="457025" cy="521575"/>
              </a:xfrm>
              <a:custGeom>
                <a:avLst/>
                <a:gdLst/>
                <a:ahLst/>
                <a:cxnLst/>
                <a:rect l="l" t="t" r="r" b="b"/>
                <a:pathLst>
                  <a:path w="18281" h="20863" extrusionOk="0">
                    <a:moveTo>
                      <a:pt x="5371" y="1"/>
                    </a:moveTo>
                    <a:cubicBezTo>
                      <a:pt x="4838" y="34"/>
                      <a:pt x="4304" y="101"/>
                      <a:pt x="3804" y="301"/>
                    </a:cubicBezTo>
                    <a:cubicBezTo>
                      <a:pt x="3570" y="368"/>
                      <a:pt x="3370" y="468"/>
                      <a:pt x="3203" y="568"/>
                    </a:cubicBezTo>
                    <a:cubicBezTo>
                      <a:pt x="3103" y="635"/>
                      <a:pt x="3036" y="668"/>
                      <a:pt x="2970" y="701"/>
                    </a:cubicBezTo>
                    <a:lnTo>
                      <a:pt x="2970" y="735"/>
                    </a:lnTo>
                    <a:cubicBezTo>
                      <a:pt x="601" y="2202"/>
                      <a:pt x="1" y="5438"/>
                      <a:pt x="1735" y="7640"/>
                    </a:cubicBezTo>
                    <a:cubicBezTo>
                      <a:pt x="2069" y="8107"/>
                      <a:pt x="2503" y="8474"/>
                      <a:pt x="2970" y="8774"/>
                    </a:cubicBezTo>
                    <a:cubicBezTo>
                      <a:pt x="3470" y="9074"/>
                      <a:pt x="4004" y="9308"/>
                      <a:pt x="4571" y="9408"/>
                    </a:cubicBezTo>
                    <a:cubicBezTo>
                      <a:pt x="4867" y="9471"/>
                      <a:pt x="5163" y="9494"/>
                      <a:pt x="5468" y="9494"/>
                    </a:cubicBezTo>
                    <a:cubicBezTo>
                      <a:pt x="5643" y="9494"/>
                      <a:pt x="5822" y="9487"/>
                      <a:pt x="6005" y="9474"/>
                    </a:cubicBezTo>
                    <a:cubicBezTo>
                      <a:pt x="6205" y="9441"/>
                      <a:pt x="6405" y="9408"/>
                      <a:pt x="6606" y="9341"/>
                    </a:cubicBezTo>
                    <a:cubicBezTo>
                      <a:pt x="6772" y="9308"/>
                      <a:pt x="6939" y="9274"/>
                      <a:pt x="7106" y="9207"/>
                    </a:cubicBezTo>
                    <a:cubicBezTo>
                      <a:pt x="7432" y="9068"/>
                      <a:pt x="7773" y="9009"/>
                      <a:pt x="8120" y="9009"/>
                    </a:cubicBezTo>
                    <a:cubicBezTo>
                      <a:pt x="8271" y="9009"/>
                      <a:pt x="8422" y="9020"/>
                      <a:pt x="8574" y="9041"/>
                    </a:cubicBezTo>
                    <a:cubicBezTo>
                      <a:pt x="9007" y="9107"/>
                      <a:pt x="9408" y="9241"/>
                      <a:pt x="9808" y="9474"/>
                    </a:cubicBezTo>
                    <a:cubicBezTo>
                      <a:pt x="9941" y="9541"/>
                      <a:pt x="10075" y="9641"/>
                      <a:pt x="10208" y="9741"/>
                    </a:cubicBezTo>
                    <a:lnTo>
                      <a:pt x="10408" y="9908"/>
                    </a:lnTo>
                    <a:cubicBezTo>
                      <a:pt x="10842" y="10242"/>
                      <a:pt x="11209" y="10709"/>
                      <a:pt x="11476" y="11209"/>
                    </a:cubicBezTo>
                    <a:cubicBezTo>
                      <a:pt x="11709" y="11643"/>
                      <a:pt x="11843" y="12110"/>
                      <a:pt x="11876" y="12577"/>
                    </a:cubicBezTo>
                    <a:cubicBezTo>
                      <a:pt x="11909" y="12710"/>
                      <a:pt x="11909" y="12843"/>
                      <a:pt x="11876" y="12977"/>
                    </a:cubicBezTo>
                    <a:cubicBezTo>
                      <a:pt x="11876" y="13077"/>
                      <a:pt x="11876" y="13177"/>
                      <a:pt x="11843" y="13277"/>
                    </a:cubicBezTo>
                    <a:cubicBezTo>
                      <a:pt x="11743" y="13844"/>
                      <a:pt x="11509" y="14378"/>
                      <a:pt x="11142" y="14845"/>
                    </a:cubicBezTo>
                    <a:cubicBezTo>
                      <a:pt x="10642" y="15479"/>
                      <a:pt x="10008" y="16012"/>
                      <a:pt x="9308" y="16379"/>
                    </a:cubicBezTo>
                    <a:lnTo>
                      <a:pt x="9241" y="16413"/>
                    </a:lnTo>
                    <a:lnTo>
                      <a:pt x="9174" y="16446"/>
                    </a:lnTo>
                    <a:cubicBezTo>
                      <a:pt x="8618" y="16724"/>
                      <a:pt x="7993" y="16863"/>
                      <a:pt x="7356" y="16863"/>
                    </a:cubicBezTo>
                    <a:cubicBezTo>
                      <a:pt x="7228" y="16863"/>
                      <a:pt x="7100" y="16857"/>
                      <a:pt x="6973" y="16846"/>
                    </a:cubicBezTo>
                    <a:lnTo>
                      <a:pt x="6872" y="16846"/>
                    </a:lnTo>
                    <a:lnTo>
                      <a:pt x="6739" y="16813"/>
                    </a:lnTo>
                    <a:cubicBezTo>
                      <a:pt x="6472" y="16780"/>
                      <a:pt x="6205" y="16646"/>
                      <a:pt x="5972" y="16513"/>
                    </a:cubicBezTo>
                    <a:cubicBezTo>
                      <a:pt x="5672" y="16313"/>
                      <a:pt x="5405" y="16079"/>
                      <a:pt x="5205" y="15779"/>
                    </a:cubicBezTo>
                    <a:lnTo>
                      <a:pt x="5138" y="15679"/>
                    </a:lnTo>
                    <a:lnTo>
                      <a:pt x="5071" y="15612"/>
                    </a:lnTo>
                    <a:cubicBezTo>
                      <a:pt x="4763" y="15166"/>
                      <a:pt x="4337" y="14977"/>
                      <a:pt x="3918" y="14977"/>
                    </a:cubicBezTo>
                    <a:cubicBezTo>
                      <a:pt x="3022" y="14977"/>
                      <a:pt x="2160" y="15844"/>
                      <a:pt x="2569" y="16913"/>
                    </a:cubicBezTo>
                    <a:cubicBezTo>
                      <a:pt x="2669" y="17213"/>
                      <a:pt x="2803" y="17480"/>
                      <a:pt x="2936" y="17747"/>
                    </a:cubicBezTo>
                    <a:cubicBezTo>
                      <a:pt x="3170" y="18147"/>
                      <a:pt x="3470" y="18547"/>
                      <a:pt x="3770" y="18914"/>
                    </a:cubicBezTo>
                    <a:cubicBezTo>
                      <a:pt x="3870" y="19014"/>
                      <a:pt x="4004" y="19115"/>
                      <a:pt x="4104" y="19215"/>
                    </a:cubicBezTo>
                    <a:cubicBezTo>
                      <a:pt x="4604" y="19682"/>
                      <a:pt x="5205" y="20049"/>
                      <a:pt x="5838" y="20315"/>
                    </a:cubicBezTo>
                    <a:cubicBezTo>
                      <a:pt x="6572" y="20649"/>
                      <a:pt x="7406" y="20816"/>
                      <a:pt x="8207" y="20849"/>
                    </a:cubicBezTo>
                    <a:cubicBezTo>
                      <a:pt x="8334" y="20859"/>
                      <a:pt x="8461" y="20863"/>
                      <a:pt x="8587" y="20863"/>
                    </a:cubicBezTo>
                    <a:cubicBezTo>
                      <a:pt x="8892" y="20863"/>
                      <a:pt x="9191" y="20839"/>
                      <a:pt x="9474" y="20816"/>
                    </a:cubicBezTo>
                    <a:cubicBezTo>
                      <a:pt x="9841" y="20782"/>
                      <a:pt x="10208" y="20716"/>
                      <a:pt x="10542" y="20649"/>
                    </a:cubicBezTo>
                    <a:cubicBezTo>
                      <a:pt x="10975" y="20549"/>
                      <a:pt x="11409" y="20449"/>
                      <a:pt x="11843" y="20282"/>
                    </a:cubicBezTo>
                    <a:cubicBezTo>
                      <a:pt x="12143" y="20182"/>
                      <a:pt x="12443" y="20049"/>
                      <a:pt x="12710" y="19915"/>
                    </a:cubicBezTo>
                    <a:cubicBezTo>
                      <a:pt x="13444" y="19582"/>
                      <a:pt x="14111" y="19148"/>
                      <a:pt x="14711" y="18648"/>
                    </a:cubicBezTo>
                    <a:cubicBezTo>
                      <a:pt x="15612" y="17947"/>
                      <a:pt x="16379" y="17080"/>
                      <a:pt x="16946" y="16112"/>
                    </a:cubicBezTo>
                    <a:cubicBezTo>
                      <a:pt x="17247" y="15612"/>
                      <a:pt x="17480" y="15145"/>
                      <a:pt x="17680" y="14611"/>
                    </a:cubicBezTo>
                    <a:cubicBezTo>
                      <a:pt x="17847" y="14111"/>
                      <a:pt x="17980" y="13577"/>
                      <a:pt x="18080" y="13044"/>
                    </a:cubicBezTo>
                    <a:cubicBezTo>
                      <a:pt x="18281" y="11809"/>
                      <a:pt x="18281" y="10575"/>
                      <a:pt x="18014" y="9374"/>
                    </a:cubicBezTo>
                    <a:cubicBezTo>
                      <a:pt x="17947" y="8874"/>
                      <a:pt x="17814" y="8407"/>
                      <a:pt x="17647" y="7940"/>
                    </a:cubicBezTo>
                    <a:cubicBezTo>
                      <a:pt x="17280" y="6939"/>
                      <a:pt x="16813" y="6005"/>
                      <a:pt x="16246" y="5171"/>
                    </a:cubicBezTo>
                    <a:cubicBezTo>
                      <a:pt x="16112" y="5004"/>
                      <a:pt x="16012" y="4838"/>
                      <a:pt x="15879" y="4671"/>
                    </a:cubicBezTo>
                    <a:cubicBezTo>
                      <a:pt x="15012" y="3537"/>
                      <a:pt x="13978" y="2569"/>
                      <a:pt x="12743" y="1802"/>
                    </a:cubicBezTo>
                    <a:cubicBezTo>
                      <a:pt x="12443" y="1635"/>
                      <a:pt x="12143" y="1469"/>
                      <a:pt x="11843" y="1302"/>
                    </a:cubicBezTo>
                    <a:cubicBezTo>
                      <a:pt x="11242" y="1002"/>
                      <a:pt x="10642" y="735"/>
                      <a:pt x="10008" y="568"/>
                    </a:cubicBezTo>
                    <a:cubicBezTo>
                      <a:pt x="8874" y="201"/>
                      <a:pt x="7706" y="1"/>
                      <a:pt x="65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2666;p61">
                <a:extLst>
                  <a:ext uri="{FF2B5EF4-FFF2-40B4-BE49-F238E27FC236}">
                    <a16:creationId xmlns:a16="http://schemas.microsoft.com/office/drawing/2014/main" id="{71979DB0-9D21-486B-BCCB-C788169AD54B}"/>
                  </a:ext>
                </a:extLst>
              </p:cNvPr>
              <p:cNvSpPr/>
              <p:nvPr/>
            </p:nvSpPr>
            <p:spPr>
              <a:xfrm>
                <a:off x="3581900" y="4131725"/>
                <a:ext cx="97600" cy="85925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437" extrusionOk="0">
                    <a:moveTo>
                      <a:pt x="2235" y="1"/>
                    </a:moveTo>
                    <a:lnTo>
                      <a:pt x="0" y="1936"/>
                    </a:lnTo>
                    <a:cubicBezTo>
                      <a:pt x="234" y="2369"/>
                      <a:pt x="501" y="2769"/>
                      <a:pt x="834" y="3136"/>
                    </a:cubicBezTo>
                    <a:cubicBezTo>
                      <a:pt x="934" y="3236"/>
                      <a:pt x="1068" y="3337"/>
                      <a:pt x="1168" y="3437"/>
                    </a:cubicBezTo>
                    <a:lnTo>
                      <a:pt x="3903" y="1068"/>
                    </a:lnTo>
                    <a:lnTo>
                      <a:pt x="3803" y="1035"/>
                    </a:lnTo>
                    <a:cubicBezTo>
                      <a:pt x="3503" y="968"/>
                      <a:pt x="3269" y="868"/>
                      <a:pt x="3036" y="735"/>
                    </a:cubicBezTo>
                    <a:cubicBezTo>
                      <a:pt x="2736" y="535"/>
                      <a:pt x="2469" y="268"/>
                      <a:pt x="2235" y="1"/>
                    </a:cubicBez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2667;p61">
                <a:extLst>
                  <a:ext uri="{FF2B5EF4-FFF2-40B4-BE49-F238E27FC236}">
                    <a16:creationId xmlns:a16="http://schemas.microsoft.com/office/drawing/2014/main" id="{B958CFA3-283F-4925-A420-945FC6378F52}"/>
                  </a:ext>
                </a:extLst>
              </p:cNvPr>
              <p:cNvSpPr/>
              <p:nvPr/>
            </p:nvSpPr>
            <p:spPr>
              <a:xfrm>
                <a:off x="3672800" y="3750625"/>
                <a:ext cx="287725" cy="507050"/>
              </a:xfrm>
              <a:custGeom>
                <a:avLst/>
                <a:gdLst/>
                <a:ahLst/>
                <a:cxnLst/>
                <a:rect l="l" t="t" r="r" b="b"/>
                <a:pathLst>
                  <a:path w="11509" h="20282" extrusionOk="0">
                    <a:moveTo>
                      <a:pt x="3436" y="1"/>
                    </a:moveTo>
                    <a:lnTo>
                      <a:pt x="0" y="8807"/>
                    </a:lnTo>
                    <a:cubicBezTo>
                      <a:pt x="167" y="8740"/>
                      <a:pt x="334" y="8707"/>
                      <a:pt x="501" y="8640"/>
                    </a:cubicBezTo>
                    <a:cubicBezTo>
                      <a:pt x="818" y="8527"/>
                      <a:pt x="1166" y="8460"/>
                      <a:pt x="1514" y="8460"/>
                    </a:cubicBezTo>
                    <a:cubicBezTo>
                      <a:pt x="1677" y="8460"/>
                      <a:pt x="1841" y="8475"/>
                      <a:pt x="2002" y="8507"/>
                    </a:cubicBezTo>
                    <a:cubicBezTo>
                      <a:pt x="2402" y="8573"/>
                      <a:pt x="2836" y="8707"/>
                      <a:pt x="3203" y="8907"/>
                    </a:cubicBezTo>
                    <a:lnTo>
                      <a:pt x="6205" y="1268"/>
                    </a:lnTo>
                    <a:cubicBezTo>
                      <a:pt x="5904" y="1068"/>
                      <a:pt x="5571" y="901"/>
                      <a:pt x="5271" y="734"/>
                    </a:cubicBezTo>
                    <a:cubicBezTo>
                      <a:pt x="4670" y="434"/>
                      <a:pt x="4070" y="201"/>
                      <a:pt x="3436" y="1"/>
                    </a:cubicBezTo>
                    <a:close/>
                    <a:moveTo>
                      <a:pt x="9674" y="4637"/>
                    </a:moveTo>
                    <a:lnTo>
                      <a:pt x="3836" y="9341"/>
                    </a:lnTo>
                    <a:cubicBezTo>
                      <a:pt x="4270" y="9708"/>
                      <a:pt x="4637" y="10175"/>
                      <a:pt x="4904" y="10675"/>
                    </a:cubicBezTo>
                    <a:cubicBezTo>
                      <a:pt x="5137" y="11075"/>
                      <a:pt x="5271" y="11576"/>
                      <a:pt x="5304" y="12043"/>
                    </a:cubicBezTo>
                    <a:lnTo>
                      <a:pt x="11075" y="7373"/>
                    </a:lnTo>
                    <a:cubicBezTo>
                      <a:pt x="10741" y="6405"/>
                      <a:pt x="10274" y="5471"/>
                      <a:pt x="9674" y="4637"/>
                    </a:cubicBezTo>
                    <a:close/>
                    <a:moveTo>
                      <a:pt x="11508" y="12510"/>
                    </a:moveTo>
                    <a:lnTo>
                      <a:pt x="5271" y="12710"/>
                    </a:lnTo>
                    <a:cubicBezTo>
                      <a:pt x="5137" y="13310"/>
                      <a:pt x="4904" y="13844"/>
                      <a:pt x="4537" y="14311"/>
                    </a:cubicBezTo>
                    <a:cubicBezTo>
                      <a:pt x="4070" y="14945"/>
                      <a:pt x="3436" y="15478"/>
                      <a:pt x="2702" y="15845"/>
                    </a:cubicBezTo>
                    <a:lnTo>
                      <a:pt x="10374" y="15578"/>
                    </a:lnTo>
                    <a:cubicBezTo>
                      <a:pt x="10675" y="15078"/>
                      <a:pt x="10908" y="14578"/>
                      <a:pt x="11108" y="14077"/>
                    </a:cubicBezTo>
                    <a:cubicBezTo>
                      <a:pt x="11275" y="13544"/>
                      <a:pt x="11408" y="13043"/>
                      <a:pt x="11508" y="12510"/>
                    </a:cubicBezTo>
                    <a:close/>
                    <a:moveTo>
                      <a:pt x="2602" y="15879"/>
                    </a:moveTo>
                    <a:cubicBezTo>
                      <a:pt x="2017" y="16185"/>
                      <a:pt x="1385" y="16329"/>
                      <a:pt x="765" y="16329"/>
                    </a:cubicBezTo>
                    <a:cubicBezTo>
                      <a:pt x="643" y="16329"/>
                      <a:pt x="521" y="16323"/>
                      <a:pt x="401" y="16312"/>
                    </a:cubicBezTo>
                    <a:lnTo>
                      <a:pt x="167" y="16279"/>
                    </a:lnTo>
                    <a:lnTo>
                      <a:pt x="167" y="16279"/>
                    </a:lnTo>
                    <a:lnTo>
                      <a:pt x="2902" y="20282"/>
                    </a:lnTo>
                    <a:cubicBezTo>
                      <a:pt x="3269" y="20248"/>
                      <a:pt x="3603" y="20182"/>
                      <a:pt x="3970" y="20115"/>
                    </a:cubicBezTo>
                    <a:cubicBezTo>
                      <a:pt x="4403" y="20015"/>
                      <a:pt x="4837" y="19881"/>
                      <a:pt x="5271" y="19748"/>
                    </a:cubicBezTo>
                    <a:lnTo>
                      <a:pt x="2602" y="15879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2668;p61">
                <a:extLst>
                  <a:ext uri="{FF2B5EF4-FFF2-40B4-BE49-F238E27FC236}">
                    <a16:creationId xmlns:a16="http://schemas.microsoft.com/office/drawing/2014/main" id="{A190DC19-81D9-4CED-A9ED-F2E0D75EC3C5}"/>
                  </a:ext>
                </a:extLst>
              </p:cNvPr>
              <p:cNvSpPr/>
              <p:nvPr/>
            </p:nvSpPr>
            <p:spPr>
              <a:xfrm>
                <a:off x="3551050" y="3737275"/>
                <a:ext cx="120925" cy="235200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9408" extrusionOk="0">
                    <a:moveTo>
                      <a:pt x="3669" y="1"/>
                    </a:moveTo>
                    <a:cubicBezTo>
                      <a:pt x="3136" y="34"/>
                      <a:pt x="2602" y="101"/>
                      <a:pt x="2102" y="301"/>
                    </a:cubicBezTo>
                    <a:cubicBezTo>
                      <a:pt x="1868" y="368"/>
                      <a:pt x="1668" y="468"/>
                      <a:pt x="1501" y="568"/>
                    </a:cubicBezTo>
                    <a:lnTo>
                      <a:pt x="0" y="7640"/>
                    </a:lnTo>
                    <a:cubicBezTo>
                      <a:pt x="334" y="8073"/>
                      <a:pt x="767" y="8474"/>
                      <a:pt x="1268" y="8774"/>
                    </a:cubicBezTo>
                    <a:cubicBezTo>
                      <a:pt x="1735" y="9074"/>
                      <a:pt x="2268" y="9274"/>
                      <a:pt x="2835" y="9408"/>
                    </a:cubicBezTo>
                    <a:lnTo>
                      <a:pt x="4837" y="1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2669;p61">
                <a:extLst>
                  <a:ext uri="{FF2B5EF4-FFF2-40B4-BE49-F238E27FC236}">
                    <a16:creationId xmlns:a16="http://schemas.microsoft.com/office/drawing/2014/main" id="{5C5C222A-1410-4554-9F15-59147A0028AC}"/>
                  </a:ext>
                </a:extLst>
              </p:cNvPr>
              <p:cNvSpPr/>
              <p:nvPr/>
            </p:nvSpPr>
            <p:spPr>
              <a:xfrm>
                <a:off x="3436800" y="3563825"/>
                <a:ext cx="169300" cy="104275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4171" extrusionOk="0">
                    <a:moveTo>
                      <a:pt x="6071" y="1"/>
                    </a:moveTo>
                    <a:lnTo>
                      <a:pt x="0" y="301"/>
                    </a:lnTo>
                    <a:lnTo>
                      <a:pt x="1034" y="4170"/>
                    </a:lnTo>
                    <a:lnTo>
                      <a:pt x="6772" y="2669"/>
                    </a:lnTo>
                    <a:lnTo>
                      <a:pt x="60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2670;p61">
                <a:extLst>
                  <a:ext uri="{FF2B5EF4-FFF2-40B4-BE49-F238E27FC236}">
                    <a16:creationId xmlns:a16="http://schemas.microsoft.com/office/drawing/2014/main" id="{3A5FA643-A8DA-4390-ADB3-316F07646DD5}"/>
                  </a:ext>
                </a:extLst>
              </p:cNvPr>
              <p:cNvSpPr/>
              <p:nvPr/>
            </p:nvSpPr>
            <p:spPr>
              <a:xfrm>
                <a:off x="3454300" y="3623025"/>
                <a:ext cx="7257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2" fill="none" extrusionOk="0">
                    <a:moveTo>
                      <a:pt x="1" y="601"/>
                    </a:moveTo>
                    <a:lnTo>
                      <a:pt x="2903" y="1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2671;p61">
                <a:extLst>
                  <a:ext uri="{FF2B5EF4-FFF2-40B4-BE49-F238E27FC236}">
                    <a16:creationId xmlns:a16="http://schemas.microsoft.com/office/drawing/2014/main" id="{FC54E333-661F-48DF-8808-7AC72973C66E}"/>
                  </a:ext>
                </a:extLst>
              </p:cNvPr>
              <p:cNvSpPr/>
              <p:nvPr/>
            </p:nvSpPr>
            <p:spPr>
              <a:xfrm>
                <a:off x="3445975" y="3592175"/>
                <a:ext cx="7257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602" fill="none" extrusionOk="0">
                    <a:moveTo>
                      <a:pt x="0" y="601"/>
                    </a:moveTo>
                    <a:lnTo>
                      <a:pt x="2902" y="1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2672;p61">
                <a:extLst>
                  <a:ext uri="{FF2B5EF4-FFF2-40B4-BE49-F238E27FC236}">
                    <a16:creationId xmlns:a16="http://schemas.microsoft.com/office/drawing/2014/main" id="{402D8438-7D12-4A8A-BAD6-7F32181331D2}"/>
                  </a:ext>
                </a:extLst>
              </p:cNvPr>
              <p:cNvSpPr/>
              <p:nvPr/>
            </p:nvSpPr>
            <p:spPr>
              <a:xfrm>
                <a:off x="3562725" y="3437900"/>
                <a:ext cx="127600" cy="176825"/>
              </a:xfrm>
              <a:custGeom>
                <a:avLst/>
                <a:gdLst/>
                <a:ahLst/>
                <a:cxnLst/>
                <a:rect l="l" t="t" r="r" b="b"/>
                <a:pathLst>
                  <a:path w="5104" h="7073" extrusionOk="0">
                    <a:moveTo>
                      <a:pt x="1535" y="1"/>
                    </a:moveTo>
                    <a:lnTo>
                      <a:pt x="0" y="5871"/>
                    </a:lnTo>
                    <a:lnTo>
                      <a:pt x="2469" y="7072"/>
                    </a:lnTo>
                    <a:lnTo>
                      <a:pt x="5104" y="1769"/>
                    </a:lnTo>
                    <a:lnTo>
                      <a:pt x="153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2673;p61">
                <a:extLst>
                  <a:ext uri="{FF2B5EF4-FFF2-40B4-BE49-F238E27FC236}">
                    <a16:creationId xmlns:a16="http://schemas.microsoft.com/office/drawing/2014/main" id="{73BCB775-F076-4309-B954-96EEB91E8E3B}"/>
                  </a:ext>
                </a:extLst>
              </p:cNvPr>
              <p:cNvSpPr/>
              <p:nvPr/>
            </p:nvSpPr>
            <p:spPr>
              <a:xfrm>
                <a:off x="3633600" y="3467925"/>
                <a:ext cx="2920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2703" fill="none" extrusionOk="0">
                    <a:moveTo>
                      <a:pt x="1168" y="0"/>
                    </a:moveTo>
                    <a:lnTo>
                      <a:pt x="0" y="2702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2674;p61">
                <a:extLst>
                  <a:ext uri="{FF2B5EF4-FFF2-40B4-BE49-F238E27FC236}">
                    <a16:creationId xmlns:a16="http://schemas.microsoft.com/office/drawing/2014/main" id="{E9AF69C3-565E-4A5A-8F17-D3DF3341459B}"/>
                  </a:ext>
                </a:extLst>
              </p:cNvPr>
              <p:cNvSpPr/>
              <p:nvPr/>
            </p:nvSpPr>
            <p:spPr>
              <a:xfrm>
                <a:off x="3604400" y="3453750"/>
                <a:ext cx="29225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2703" fill="none" extrusionOk="0">
                    <a:moveTo>
                      <a:pt x="1168" y="0"/>
                    </a:moveTo>
                    <a:lnTo>
                      <a:pt x="1" y="2702"/>
                    </a:lnTo>
                  </a:path>
                </a:pathLst>
              </a:custGeom>
              <a:noFill/>
              <a:ln w="10850" cap="flat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2675;p61">
                <a:extLst>
                  <a:ext uri="{FF2B5EF4-FFF2-40B4-BE49-F238E27FC236}">
                    <a16:creationId xmlns:a16="http://schemas.microsoft.com/office/drawing/2014/main" id="{5F4AE0AE-51BA-4A6D-A4EB-3A4740C5140A}"/>
                  </a:ext>
                </a:extLst>
              </p:cNvPr>
              <p:cNvSpPr/>
              <p:nvPr/>
            </p:nvSpPr>
            <p:spPr>
              <a:xfrm>
                <a:off x="3508500" y="3195225"/>
                <a:ext cx="457025" cy="521225"/>
              </a:xfrm>
              <a:custGeom>
                <a:avLst/>
                <a:gdLst/>
                <a:ahLst/>
                <a:cxnLst/>
                <a:rect l="l" t="t" r="r" b="b"/>
                <a:pathLst>
                  <a:path w="18281" h="20849" extrusionOk="0">
                    <a:moveTo>
                      <a:pt x="5371" y="1"/>
                    </a:moveTo>
                    <a:cubicBezTo>
                      <a:pt x="4838" y="1"/>
                      <a:pt x="4304" y="101"/>
                      <a:pt x="3804" y="301"/>
                    </a:cubicBezTo>
                    <a:cubicBezTo>
                      <a:pt x="3570" y="368"/>
                      <a:pt x="3370" y="468"/>
                      <a:pt x="3203" y="568"/>
                    </a:cubicBezTo>
                    <a:cubicBezTo>
                      <a:pt x="3103" y="601"/>
                      <a:pt x="3036" y="668"/>
                      <a:pt x="2970" y="701"/>
                    </a:cubicBezTo>
                    <a:lnTo>
                      <a:pt x="2970" y="735"/>
                    </a:lnTo>
                    <a:cubicBezTo>
                      <a:pt x="601" y="2202"/>
                      <a:pt x="1" y="5405"/>
                      <a:pt x="1735" y="7639"/>
                    </a:cubicBezTo>
                    <a:cubicBezTo>
                      <a:pt x="2069" y="8106"/>
                      <a:pt x="2503" y="8473"/>
                      <a:pt x="2970" y="8774"/>
                    </a:cubicBezTo>
                    <a:cubicBezTo>
                      <a:pt x="3470" y="9074"/>
                      <a:pt x="4004" y="9274"/>
                      <a:pt x="4571" y="9407"/>
                    </a:cubicBezTo>
                    <a:cubicBezTo>
                      <a:pt x="4859" y="9449"/>
                      <a:pt x="5148" y="9477"/>
                      <a:pt x="5445" y="9477"/>
                    </a:cubicBezTo>
                    <a:cubicBezTo>
                      <a:pt x="5628" y="9477"/>
                      <a:pt x="5814" y="9466"/>
                      <a:pt x="6005" y="9441"/>
                    </a:cubicBezTo>
                    <a:cubicBezTo>
                      <a:pt x="6205" y="9441"/>
                      <a:pt x="6405" y="9407"/>
                      <a:pt x="6606" y="9341"/>
                    </a:cubicBezTo>
                    <a:cubicBezTo>
                      <a:pt x="6772" y="9307"/>
                      <a:pt x="6939" y="9241"/>
                      <a:pt x="7106" y="9174"/>
                    </a:cubicBezTo>
                    <a:cubicBezTo>
                      <a:pt x="7425" y="9060"/>
                      <a:pt x="7760" y="9008"/>
                      <a:pt x="8099" y="9008"/>
                    </a:cubicBezTo>
                    <a:cubicBezTo>
                      <a:pt x="8257" y="9008"/>
                      <a:pt x="8415" y="9019"/>
                      <a:pt x="8574" y="9040"/>
                    </a:cubicBezTo>
                    <a:cubicBezTo>
                      <a:pt x="9007" y="9107"/>
                      <a:pt x="9408" y="9241"/>
                      <a:pt x="9808" y="9474"/>
                    </a:cubicBezTo>
                    <a:cubicBezTo>
                      <a:pt x="9941" y="9541"/>
                      <a:pt x="10075" y="9641"/>
                      <a:pt x="10208" y="9741"/>
                    </a:cubicBezTo>
                    <a:lnTo>
                      <a:pt x="10408" y="9874"/>
                    </a:lnTo>
                    <a:cubicBezTo>
                      <a:pt x="10842" y="10241"/>
                      <a:pt x="11209" y="10675"/>
                      <a:pt x="11476" y="11209"/>
                    </a:cubicBezTo>
                    <a:cubicBezTo>
                      <a:pt x="11709" y="11609"/>
                      <a:pt x="11843" y="12109"/>
                      <a:pt x="11876" y="12576"/>
                    </a:cubicBezTo>
                    <a:cubicBezTo>
                      <a:pt x="11909" y="12710"/>
                      <a:pt x="11909" y="12843"/>
                      <a:pt x="11876" y="12943"/>
                    </a:cubicBezTo>
                    <a:cubicBezTo>
                      <a:pt x="11876" y="13043"/>
                      <a:pt x="11876" y="13143"/>
                      <a:pt x="11843" y="13243"/>
                    </a:cubicBezTo>
                    <a:cubicBezTo>
                      <a:pt x="11743" y="13844"/>
                      <a:pt x="11509" y="14378"/>
                      <a:pt x="11142" y="14845"/>
                    </a:cubicBezTo>
                    <a:cubicBezTo>
                      <a:pt x="10642" y="15478"/>
                      <a:pt x="10008" y="16012"/>
                      <a:pt x="9308" y="16379"/>
                    </a:cubicBezTo>
                    <a:lnTo>
                      <a:pt x="9241" y="16412"/>
                    </a:lnTo>
                    <a:lnTo>
                      <a:pt x="9174" y="16412"/>
                    </a:lnTo>
                    <a:cubicBezTo>
                      <a:pt x="8617" y="16719"/>
                      <a:pt x="7989" y="16863"/>
                      <a:pt x="7351" y="16863"/>
                    </a:cubicBezTo>
                    <a:cubicBezTo>
                      <a:pt x="7225" y="16863"/>
                      <a:pt x="7099" y="16857"/>
                      <a:pt x="6973" y="16846"/>
                    </a:cubicBezTo>
                    <a:lnTo>
                      <a:pt x="6872" y="16846"/>
                    </a:lnTo>
                    <a:lnTo>
                      <a:pt x="6739" y="16813"/>
                    </a:lnTo>
                    <a:cubicBezTo>
                      <a:pt x="6472" y="16746"/>
                      <a:pt x="6205" y="16646"/>
                      <a:pt x="5972" y="16512"/>
                    </a:cubicBezTo>
                    <a:cubicBezTo>
                      <a:pt x="5672" y="16312"/>
                      <a:pt x="5405" y="16045"/>
                      <a:pt x="5205" y="15779"/>
                    </a:cubicBezTo>
                    <a:lnTo>
                      <a:pt x="5138" y="15679"/>
                    </a:lnTo>
                    <a:lnTo>
                      <a:pt x="5071" y="15578"/>
                    </a:lnTo>
                    <a:cubicBezTo>
                      <a:pt x="4767" y="15149"/>
                      <a:pt x="4348" y="14966"/>
                      <a:pt x="3935" y="14966"/>
                    </a:cubicBezTo>
                    <a:cubicBezTo>
                      <a:pt x="3033" y="14966"/>
                      <a:pt x="2158" y="15837"/>
                      <a:pt x="2569" y="16913"/>
                    </a:cubicBezTo>
                    <a:cubicBezTo>
                      <a:pt x="2669" y="17180"/>
                      <a:pt x="2803" y="17446"/>
                      <a:pt x="2936" y="17713"/>
                    </a:cubicBezTo>
                    <a:cubicBezTo>
                      <a:pt x="3170" y="18147"/>
                      <a:pt x="3470" y="18547"/>
                      <a:pt x="3770" y="18914"/>
                    </a:cubicBezTo>
                    <a:cubicBezTo>
                      <a:pt x="3870" y="19014"/>
                      <a:pt x="4004" y="19114"/>
                      <a:pt x="4104" y="19214"/>
                    </a:cubicBezTo>
                    <a:cubicBezTo>
                      <a:pt x="4604" y="19681"/>
                      <a:pt x="5205" y="20048"/>
                      <a:pt x="5838" y="20315"/>
                    </a:cubicBezTo>
                    <a:cubicBezTo>
                      <a:pt x="6572" y="20615"/>
                      <a:pt x="7406" y="20816"/>
                      <a:pt x="8207" y="20849"/>
                    </a:cubicBezTo>
                    <a:cubicBezTo>
                      <a:pt x="8640" y="20849"/>
                      <a:pt x="9074" y="20849"/>
                      <a:pt x="9474" y="20816"/>
                    </a:cubicBezTo>
                    <a:cubicBezTo>
                      <a:pt x="9841" y="20782"/>
                      <a:pt x="10208" y="20716"/>
                      <a:pt x="10542" y="20649"/>
                    </a:cubicBezTo>
                    <a:cubicBezTo>
                      <a:pt x="10975" y="20549"/>
                      <a:pt x="11409" y="20415"/>
                      <a:pt x="11843" y="20282"/>
                    </a:cubicBezTo>
                    <a:cubicBezTo>
                      <a:pt x="12143" y="20148"/>
                      <a:pt x="12443" y="20048"/>
                      <a:pt x="12710" y="19915"/>
                    </a:cubicBezTo>
                    <a:cubicBezTo>
                      <a:pt x="13444" y="19581"/>
                      <a:pt x="14111" y="19148"/>
                      <a:pt x="14711" y="18647"/>
                    </a:cubicBezTo>
                    <a:cubicBezTo>
                      <a:pt x="15612" y="17947"/>
                      <a:pt x="16379" y="17080"/>
                      <a:pt x="16946" y="16112"/>
                    </a:cubicBezTo>
                    <a:cubicBezTo>
                      <a:pt x="17247" y="15612"/>
                      <a:pt x="17480" y="15111"/>
                      <a:pt x="17680" y="14611"/>
                    </a:cubicBezTo>
                    <a:cubicBezTo>
                      <a:pt x="17847" y="14077"/>
                      <a:pt x="17980" y="13577"/>
                      <a:pt x="18080" y="13043"/>
                    </a:cubicBezTo>
                    <a:cubicBezTo>
                      <a:pt x="18281" y="11809"/>
                      <a:pt x="18281" y="10575"/>
                      <a:pt x="18014" y="9374"/>
                    </a:cubicBezTo>
                    <a:cubicBezTo>
                      <a:pt x="17947" y="8874"/>
                      <a:pt x="17814" y="8373"/>
                      <a:pt x="17647" y="7906"/>
                    </a:cubicBezTo>
                    <a:cubicBezTo>
                      <a:pt x="17280" y="6939"/>
                      <a:pt x="16813" y="6005"/>
                      <a:pt x="16246" y="5171"/>
                    </a:cubicBezTo>
                    <a:cubicBezTo>
                      <a:pt x="16112" y="5004"/>
                      <a:pt x="16012" y="4837"/>
                      <a:pt x="15879" y="4671"/>
                    </a:cubicBezTo>
                    <a:cubicBezTo>
                      <a:pt x="15012" y="3537"/>
                      <a:pt x="13978" y="2569"/>
                      <a:pt x="12743" y="1802"/>
                    </a:cubicBezTo>
                    <a:cubicBezTo>
                      <a:pt x="12443" y="1635"/>
                      <a:pt x="12143" y="1435"/>
                      <a:pt x="11843" y="1268"/>
                    </a:cubicBezTo>
                    <a:cubicBezTo>
                      <a:pt x="11242" y="968"/>
                      <a:pt x="10642" y="735"/>
                      <a:pt x="10008" y="534"/>
                    </a:cubicBezTo>
                    <a:cubicBezTo>
                      <a:pt x="8874" y="201"/>
                      <a:pt x="7706" y="1"/>
                      <a:pt x="65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2676;p61">
                <a:extLst>
                  <a:ext uri="{FF2B5EF4-FFF2-40B4-BE49-F238E27FC236}">
                    <a16:creationId xmlns:a16="http://schemas.microsoft.com/office/drawing/2014/main" id="{64B5B173-6595-4F84-B0B5-A61852A20D6F}"/>
                  </a:ext>
                </a:extLst>
              </p:cNvPr>
              <p:cNvSpPr/>
              <p:nvPr/>
            </p:nvSpPr>
            <p:spPr>
              <a:xfrm>
                <a:off x="3581900" y="3588850"/>
                <a:ext cx="97600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3470" extrusionOk="0">
                    <a:moveTo>
                      <a:pt x="2235" y="0"/>
                    </a:moveTo>
                    <a:lnTo>
                      <a:pt x="0" y="1968"/>
                    </a:lnTo>
                    <a:cubicBezTo>
                      <a:pt x="234" y="2402"/>
                      <a:pt x="501" y="2802"/>
                      <a:pt x="834" y="3136"/>
                    </a:cubicBezTo>
                    <a:cubicBezTo>
                      <a:pt x="934" y="3269"/>
                      <a:pt x="1068" y="3369"/>
                      <a:pt x="1168" y="3469"/>
                    </a:cubicBezTo>
                    <a:lnTo>
                      <a:pt x="3903" y="1068"/>
                    </a:lnTo>
                    <a:lnTo>
                      <a:pt x="3803" y="1068"/>
                    </a:lnTo>
                    <a:cubicBezTo>
                      <a:pt x="3503" y="1001"/>
                      <a:pt x="3269" y="901"/>
                      <a:pt x="3036" y="734"/>
                    </a:cubicBezTo>
                    <a:cubicBezTo>
                      <a:pt x="2736" y="567"/>
                      <a:pt x="2469" y="300"/>
                      <a:pt x="2235" y="0"/>
                    </a:cubicBez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2677;p61">
                <a:extLst>
                  <a:ext uri="{FF2B5EF4-FFF2-40B4-BE49-F238E27FC236}">
                    <a16:creationId xmlns:a16="http://schemas.microsoft.com/office/drawing/2014/main" id="{6BBA97C8-035B-46FC-B049-1DD7E8F41709}"/>
                  </a:ext>
                </a:extLst>
              </p:cNvPr>
              <p:cNvSpPr/>
              <p:nvPr/>
            </p:nvSpPr>
            <p:spPr>
              <a:xfrm>
                <a:off x="3672800" y="3208575"/>
                <a:ext cx="287725" cy="506225"/>
              </a:xfrm>
              <a:custGeom>
                <a:avLst/>
                <a:gdLst/>
                <a:ahLst/>
                <a:cxnLst/>
                <a:rect l="l" t="t" r="r" b="b"/>
                <a:pathLst>
                  <a:path w="11509" h="20249" extrusionOk="0">
                    <a:moveTo>
                      <a:pt x="3436" y="0"/>
                    </a:moveTo>
                    <a:lnTo>
                      <a:pt x="0" y="8773"/>
                    </a:lnTo>
                    <a:cubicBezTo>
                      <a:pt x="167" y="8740"/>
                      <a:pt x="334" y="8673"/>
                      <a:pt x="501" y="8607"/>
                    </a:cubicBezTo>
                    <a:cubicBezTo>
                      <a:pt x="818" y="8493"/>
                      <a:pt x="1166" y="8426"/>
                      <a:pt x="1514" y="8426"/>
                    </a:cubicBezTo>
                    <a:cubicBezTo>
                      <a:pt x="1677" y="8426"/>
                      <a:pt x="1841" y="8441"/>
                      <a:pt x="2002" y="8473"/>
                    </a:cubicBezTo>
                    <a:cubicBezTo>
                      <a:pt x="2402" y="8540"/>
                      <a:pt x="2836" y="8673"/>
                      <a:pt x="3203" y="8873"/>
                    </a:cubicBezTo>
                    <a:lnTo>
                      <a:pt x="6205" y="1268"/>
                    </a:lnTo>
                    <a:cubicBezTo>
                      <a:pt x="5904" y="1068"/>
                      <a:pt x="5571" y="901"/>
                      <a:pt x="5271" y="734"/>
                    </a:cubicBezTo>
                    <a:cubicBezTo>
                      <a:pt x="4670" y="434"/>
                      <a:pt x="4070" y="201"/>
                      <a:pt x="3436" y="0"/>
                    </a:cubicBezTo>
                    <a:close/>
                    <a:moveTo>
                      <a:pt x="9674" y="4604"/>
                    </a:moveTo>
                    <a:lnTo>
                      <a:pt x="3836" y="9340"/>
                    </a:lnTo>
                    <a:cubicBezTo>
                      <a:pt x="4270" y="9707"/>
                      <a:pt x="4637" y="10141"/>
                      <a:pt x="4904" y="10641"/>
                    </a:cubicBezTo>
                    <a:cubicBezTo>
                      <a:pt x="5137" y="11075"/>
                      <a:pt x="5271" y="11542"/>
                      <a:pt x="5304" y="12009"/>
                    </a:cubicBezTo>
                    <a:lnTo>
                      <a:pt x="11075" y="7372"/>
                    </a:lnTo>
                    <a:cubicBezTo>
                      <a:pt x="10741" y="6372"/>
                      <a:pt x="10274" y="5438"/>
                      <a:pt x="9674" y="4604"/>
                    </a:cubicBezTo>
                    <a:close/>
                    <a:moveTo>
                      <a:pt x="11508" y="12476"/>
                    </a:moveTo>
                    <a:lnTo>
                      <a:pt x="5271" y="12709"/>
                    </a:lnTo>
                    <a:cubicBezTo>
                      <a:pt x="5137" y="13277"/>
                      <a:pt x="4904" y="13844"/>
                      <a:pt x="4537" y="14311"/>
                    </a:cubicBezTo>
                    <a:lnTo>
                      <a:pt x="4537" y="14277"/>
                    </a:lnTo>
                    <a:cubicBezTo>
                      <a:pt x="4070" y="14911"/>
                      <a:pt x="3436" y="15445"/>
                      <a:pt x="2702" y="15812"/>
                    </a:cubicBezTo>
                    <a:lnTo>
                      <a:pt x="10374" y="15545"/>
                    </a:lnTo>
                    <a:cubicBezTo>
                      <a:pt x="10675" y="15044"/>
                      <a:pt x="10908" y="14577"/>
                      <a:pt x="11108" y="14044"/>
                    </a:cubicBezTo>
                    <a:cubicBezTo>
                      <a:pt x="11275" y="13543"/>
                      <a:pt x="11408" y="13010"/>
                      <a:pt x="11508" y="12476"/>
                    </a:cubicBezTo>
                    <a:close/>
                    <a:moveTo>
                      <a:pt x="2602" y="15878"/>
                    </a:moveTo>
                    <a:cubicBezTo>
                      <a:pt x="2018" y="16156"/>
                      <a:pt x="1388" y="16295"/>
                      <a:pt x="770" y="16295"/>
                    </a:cubicBezTo>
                    <a:cubicBezTo>
                      <a:pt x="646" y="16295"/>
                      <a:pt x="523" y="16290"/>
                      <a:pt x="401" y="16279"/>
                    </a:cubicBezTo>
                    <a:lnTo>
                      <a:pt x="167" y="16245"/>
                    </a:lnTo>
                    <a:lnTo>
                      <a:pt x="2902" y="20248"/>
                    </a:lnTo>
                    <a:cubicBezTo>
                      <a:pt x="3269" y="20215"/>
                      <a:pt x="3603" y="20148"/>
                      <a:pt x="3970" y="20081"/>
                    </a:cubicBezTo>
                    <a:cubicBezTo>
                      <a:pt x="4403" y="19981"/>
                      <a:pt x="4837" y="19848"/>
                      <a:pt x="5271" y="19715"/>
                    </a:cubicBezTo>
                    <a:lnTo>
                      <a:pt x="2602" y="15878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2678;p61">
                <a:extLst>
                  <a:ext uri="{FF2B5EF4-FFF2-40B4-BE49-F238E27FC236}">
                    <a16:creationId xmlns:a16="http://schemas.microsoft.com/office/drawing/2014/main" id="{7F036ED2-FD6A-4770-BEFD-85B1A35C67F4}"/>
                  </a:ext>
                </a:extLst>
              </p:cNvPr>
              <p:cNvSpPr/>
              <p:nvPr/>
            </p:nvSpPr>
            <p:spPr>
              <a:xfrm>
                <a:off x="3551050" y="3195225"/>
                <a:ext cx="120925" cy="234375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9375" extrusionOk="0">
                    <a:moveTo>
                      <a:pt x="3669" y="1"/>
                    </a:moveTo>
                    <a:cubicBezTo>
                      <a:pt x="3136" y="1"/>
                      <a:pt x="2602" y="101"/>
                      <a:pt x="2102" y="301"/>
                    </a:cubicBezTo>
                    <a:cubicBezTo>
                      <a:pt x="1868" y="368"/>
                      <a:pt x="1668" y="468"/>
                      <a:pt x="1501" y="568"/>
                    </a:cubicBezTo>
                    <a:lnTo>
                      <a:pt x="0" y="7606"/>
                    </a:lnTo>
                    <a:cubicBezTo>
                      <a:pt x="334" y="8073"/>
                      <a:pt x="767" y="8473"/>
                      <a:pt x="1268" y="8774"/>
                    </a:cubicBezTo>
                    <a:cubicBezTo>
                      <a:pt x="1735" y="9074"/>
                      <a:pt x="2268" y="9274"/>
                      <a:pt x="2835" y="9374"/>
                    </a:cubicBezTo>
                    <a:lnTo>
                      <a:pt x="4837" y="1"/>
                    </a:lnTo>
                    <a:close/>
                  </a:path>
                </a:pathLst>
              </a:custGeom>
              <a:solidFill>
                <a:srgbClr val="F1EFF2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2679;p61">
                <a:extLst>
                  <a:ext uri="{FF2B5EF4-FFF2-40B4-BE49-F238E27FC236}">
                    <a16:creationId xmlns:a16="http://schemas.microsoft.com/office/drawing/2014/main" id="{694E3C89-A934-454C-88D9-2FE1B4A0F391}"/>
                  </a:ext>
                </a:extLst>
              </p:cNvPr>
              <p:cNvSpPr/>
              <p:nvPr/>
            </p:nvSpPr>
            <p:spPr>
              <a:xfrm>
                <a:off x="3754525" y="3071800"/>
                <a:ext cx="216000" cy="402275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6091" extrusionOk="0">
                    <a:moveTo>
                      <a:pt x="767" y="1"/>
                    </a:moveTo>
                    <a:lnTo>
                      <a:pt x="601" y="2903"/>
                    </a:lnTo>
                    <a:cubicBezTo>
                      <a:pt x="3436" y="3036"/>
                      <a:pt x="5638" y="5438"/>
                      <a:pt x="5504" y="8273"/>
                    </a:cubicBezTo>
                    <a:cubicBezTo>
                      <a:pt x="5375" y="11027"/>
                      <a:pt x="3106" y="13183"/>
                      <a:pt x="378" y="13183"/>
                    </a:cubicBezTo>
                    <a:cubicBezTo>
                      <a:pt x="297" y="13183"/>
                      <a:pt x="216" y="13181"/>
                      <a:pt x="134" y="13177"/>
                    </a:cubicBezTo>
                    <a:lnTo>
                      <a:pt x="0" y="16079"/>
                    </a:lnTo>
                    <a:cubicBezTo>
                      <a:pt x="143" y="16087"/>
                      <a:pt x="285" y="16090"/>
                      <a:pt x="427" y="16090"/>
                    </a:cubicBezTo>
                    <a:cubicBezTo>
                      <a:pt x="4676" y="16090"/>
                      <a:pt x="8213" y="12733"/>
                      <a:pt x="8406" y="8407"/>
                    </a:cubicBezTo>
                    <a:cubicBezTo>
                      <a:pt x="8640" y="3970"/>
                      <a:pt x="5204" y="201"/>
                      <a:pt x="7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2680;p61">
                <a:extLst>
                  <a:ext uri="{FF2B5EF4-FFF2-40B4-BE49-F238E27FC236}">
                    <a16:creationId xmlns:a16="http://schemas.microsoft.com/office/drawing/2014/main" id="{5EF6DB4D-9272-4A61-83A6-CFC3103ACEDD}"/>
                  </a:ext>
                </a:extLst>
              </p:cNvPr>
              <p:cNvSpPr/>
              <p:nvPr/>
            </p:nvSpPr>
            <p:spPr>
              <a:xfrm>
                <a:off x="3513525" y="3537975"/>
                <a:ext cx="216000" cy="403025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6121" extrusionOk="0">
                    <a:moveTo>
                      <a:pt x="767" y="0"/>
                    </a:moveTo>
                    <a:lnTo>
                      <a:pt x="634" y="2936"/>
                    </a:lnTo>
                    <a:cubicBezTo>
                      <a:pt x="3469" y="3069"/>
                      <a:pt x="5637" y="5471"/>
                      <a:pt x="5504" y="8273"/>
                    </a:cubicBezTo>
                    <a:cubicBezTo>
                      <a:pt x="5374" y="11027"/>
                      <a:pt x="3106" y="13182"/>
                      <a:pt x="378" y="13182"/>
                    </a:cubicBezTo>
                    <a:cubicBezTo>
                      <a:pt x="297" y="13182"/>
                      <a:pt x="215" y="13180"/>
                      <a:pt x="133" y="13177"/>
                    </a:cubicBezTo>
                    <a:lnTo>
                      <a:pt x="0" y="16112"/>
                    </a:lnTo>
                    <a:cubicBezTo>
                      <a:pt x="123" y="16118"/>
                      <a:pt x="246" y="16120"/>
                      <a:pt x="369" y="16120"/>
                    </a:cubicBezTo>
                    <a:cubicBezTo>
                      <a:pt x="4645" y="16120"/>
                      <a:pt x="8245" y="12753"/>
                      <a:pt x="8439" y="8440"/>
                    </a:cubicBezTo>
                    <a:cubicBezTo>
                      <a:pt x="8640" y="3970"/>
                      <a:pt x="5204" y="201"/>
                      <a:pt x="7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2681;p61">
                <a:extLst>
                  <a:ext uri="{FF2B5EF4-FFF2-40B4-BE49-F238E27FC236}">
                    <a16:creationId xmlns:a16="http://schemas.microsoft.com/office/drawing/2014/main" id="{51F06507-299B-48CA-BE96-AAD115DC0131}"/>
                  </a:ext>
                </a:extLst>
              </p:cNvPr>
              <p:cNvSpPr/>
              <p:nvPr/>
            </p:nvSpPr>
            <p:spPr>
              <a:xfrm>
                <a:off x="3753675" y="3968275"/>
                <a:ext cx="216025" cy="403025"/>
              </a:xfrm>
              <a:custGeom>
                <a:avLst/>
                <a:gdLst/>
                <a:ahLst/>
                <a:cxnLst/>
                <a:rect l="l" t="t" r="r" b="b"/>
                <a:pathLst>
                  <a:path w="8641" h="16121" extrusionOk="0">
                    <a:moveTo>
                      <a:pt x="768" y="1"/>
                    </a:moveTo>
                    <a:lnTo>
                      <a:pt x="601" y="2936"/>
                    </a:lnTo>
                    <a:cubicBezTo>
                      <a:pt x="3437" y="3070"/>
                      <a:pt x="5638" y="5471"/>
                      <a:pt x="5505" y="8307"/>
                    </a:cubicBezTo>
                    <a:cubicBezTo>
                      <a:pt x="5375" y="11059"/>
                      <a:pt x="3108" y="13183"/>
                      <a:pt x="382" y="13183"/>
                    </a:cubicBezTo>
                    <a:cubicBezTo>
                      <a:pt x="300" y="13183"/>
                      <a:pt x="217" y="13181"/>
                      <a:pt x="134" y="13177"/>
                    </a:cubicBezTo>
                    <a:lnTo>
                      <a:pt x="1" y="16112"/>
                    </a:lnTo>
                    <a:cubicBezTo>
                      <a:pt x="124" y="16118"/>
                      <a:pt x="247" y="16121"/>
                      <a:pt x="369" y="16121"/>
                    </a:cubicBezTo>
                    <a:cubicBezTo>
                      <a:pt x="4644" y="16121"/>
                      <a:pt x="8212" y="12753"/>
                      <a:pt x="8407" y="8440"/>
                    </a:cubicBezTo>
                    <a:cubicBezTo>
                      <a:pt x="8640" y="4004"/>
                      <a:pt x="5205" y="234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2682;p61">
                <a:extLst>
                  <a:ext uri="{FF2B5EF4-FFF2-40B4-BE49-F238E27FC236}">
                    <a16:creationId xmlns:a16="http://schemas.microsoft.com/office/drawing/2014/main" id="{EEEA8F1D-8368-465F-BEC9-FBC764A088A8}"/>
                  </a:ext>
                </a:extLst>
              </p:cNvPr>
              <p:cNvSpPr/>
              <p:nvPr/>
            </p:nvSpPr>
            <p:spPr>
              <a:xfrm>
                <a:off x="3410100" y="3132675"/>
                <a:ext cx="617150" cy="1188375"/>
              </a:xfrm>
              <a:custGeom>
                <a:avLst/>
                <a:gdLst/>
                <a:ahLst/>
                <a:cxnLst/>
                <a:rect l="l" t="t" r="r" b="b"/>
                <a:pathLst>
                  <a:path w="24686" h="47535" extrusionOk="0">
                    <a:moveTo>
                      <a:pt x="3036" y="1"/>
                    </a:moveTo>
                    <a:cubicBezTo>
                      <a:pt x="1368" y="1"/>
                      <a:pt x="1" y="1335"/>
                      <a:pt x="1" y="3036"/>
                    </a:cubicBezTo>
                    <a:lnTo>
                      <a:pt x="1" y="44499"/>
                    </a:lnTo>
                    <a:cubicBezTo>
                      <a:pt x="1" y="46201"/>
                      <a:pt x="1368" y="47535"/>
                      <a:pt x="3036" y="47535"/>
                    </a:cubicBezTo>
                    <a:lnTo>
                      <a:pt x="21650" y="47535"/>
                    </a:lnTo>
                    <a:cubicBezTo>
                      <a:pt x="23351" y="47535"/>
                      <a:pt x="24685" y="46201"/>
                      <a:pt x="24685" y="44499"/>
                    </a:cubicBezTo>
                    <a:lnTo>
                      <a:pt x="24685" y="3036"/>
                    </a:lnTo>
                    <a:cubicBezTo>
                      <a:pt x="24685" y="1335"/>
                      <a:pt x="23351" y="1"/>
                      <a:pt x="21650" y="1"/>
                    </a:cubicBezTo>
                    <a:close/>
                  </a:path>
                </a:pathLst>
              </a:custGeom>
              <a:solidFill>
                <a:srgbClr val="F1EFF2">
                  <a:alpha val="328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" name="Google Shape;1405;p41">
            <a:extLst>
              <a:ext uri="{FF2B5EF4-FFF2-40B4-BE49-F238E27FC236}">
                <a16:creationId xmlns:a16="http://schemas.microsoft.com/office/drawing/2014/main" id="{5F1AEC11-4BDF-4B27-A2DD-788407C2A93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8473" y="1738040"/>
            <a:ext cx="5219314" cy="22239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Ruang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lingkup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proyek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ini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mencakup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pembuatan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website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sederhana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untuk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promosi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dan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katalog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menu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Dapur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UNI. Website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menampilkan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informasi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produk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,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harga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,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serta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kontak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pemesanan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yang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terhubung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langsung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ke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WhatsApp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dengan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pesan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otomatis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.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Proyek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ini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tidak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mencakup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sistem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login,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pembayaran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online,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atau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dashboard admin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karena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difokuskan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pada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kemudahan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promosi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dan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komunikasi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dengan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pelanggan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.</a:t>
            </a:r>
            <a:endParaRPr sz="2000" dirty="0">
              <a:latin typeface="Chivo" panose="020B0604020202020204" charset="0"/>
              <a:ea typeface="Chivo" panose="020B0604020202020204" charset="0"/>
              <a:cs typeface="Chivo" panose="020B0604020202020204" charset="0"/>
            </a:endParaRPr>
          </a:p>
        </p:txBody>
      </p:sp>
      <p:sp>
        <p:nvSpPr>
          <p:cNvPr id="148" name="Google Shape;1390;p39">
            <a:extLst>
              <a:ext uri="{FF2B5EF4-FFF2-40B4-BE49-F238E27FC236}">
                <a16:creationId xmlns:a16="http://schemas.microsoft.com/office/drawing/2014/main" id="{F816EFD0-1E2E-47BA-96B3-6931FC07EA3C}"/>
              </a:ext>
            </a:extLst>
          </p:cNvPr>
          <p:cNvSpPr/>
          <p:nvPr/>
        </p:nvSpPr>
        <p:spPr>
          <a:xfrm>
            <a:off x="5647297" y="4384674"/>
            <a:ext cx="296954" cy="301900"/>
          </a:xfrm>
          <a:custGeom>
            <a:avLst/>
            <a:gdLst/>
            <a:ahLst/>
            <a:cxnLst/>
            <a:rect l="l" t="t" r="r" b="b"/>
            <a:pathLst>
              <a:path w="12077" h="12076" extrusionOk="0">
                <a:moveTo>
                  <a:pt x="6039" y="0"/>
                </a:moveTo>
                <a:lnTo>
                  <a:pt x="5472" y="2302"/>
                </a:lnTo>
                <a:cubicBezTo>
                  <a:pt x="5105" y="3870"/>
                  <a:pt x="3870" y="5104"/>
                  <a:pt x="2303" y="5471"/>
                </a:cubicBezTo>
                <a:lnTo>
                  <a:pt x="1" y="6005"/>
                </a:lnTo>
                <a:lnTo>
                  <a:pt x="2303" y="6572"/>
                </a:lnTo>
                <a:cubicBezTo>
                  <a:pt x="3870" y="6939"/>
                  <a:pt x="5105" y="8173"/>
                  <a:pt x="5472" y="9741"/>
                </a:cubicBezTo>
                <a:lnTo>
                  <a:pt x="6039" y="12076"/>
                </a:lnTo>
                <a:lnTo>
                  <a:pt x="6572" y="9741"/>
                </a:lnTo>
                <a:cubicBezTo>
                  <a:pt x="6973" y="8173"/>
                  <a:pt x="8173" y="6939"/>
                  <a:pt x="9775" y="6572"/>
                </a:cubicBezTo>
                <a:lnTo>
                  <a:pt x="12076" y="6038"/>
                </a:lnTo>
                <a:lnTo>
                  <a:pt x="9775" y="5471"/>
                </a:lnTo>
                <a:cubicBezTo>
                  <a:pt x="8173" y="5104"/>
                  <a:pt x="6973" y="3870"/>
                  <a:pt x="6572" y="2302"/>
                </a:cubicBezTo>
                <a:lnTo>
                  <a:pt x="6039" y="0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391;p39">
            <a:extLst>
              <a:ext uri="{FF2B5EF4-FFF2-40B4-BE49-F238E27FC236}">
                <a16:creationId xmlns:a16="http://schemas.microsoft.com/office/drawing/2014/main" id="{E856A557-927D-4A4F-B21F-FCA493AAC790}"/>
              </a:ext>
            </a:extLst>
          </p:cNvPr>
          <p:cNvSpPr/>
          <p:nvPr/>
        </p:nvSpPr>
        <p:spPr>
          <a:xfrm>
            <a:off x="6465425" y="1827137"/>
            <a:ext cx="302725" cy="301900"/>
          </a:xfrm>
          <a:custGeom>
            <a:avLst/>
            <a:gdLst/>
            <a:ahLst/>
            <a:cxnLst/>
            <a:rect l="l" t="t" r="r" b="b"/>
            <a:pathLst>
              <a:path w="12076" h="12076" extrusionOk="0">
                <a:moveTo>
                  <a:pt x="6038" y="1"/>
                </a:moveTo>
                <a:lnTo>
                  <a:pt x="5504" y="2336"/>
                </a:lnTo>
                <a:cubicBezTo>
                  <a:pt x="5104" y="3903"/>
                  <a:pt x="3903" y="5104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04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075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38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48"/>
          <p:cNvSpPr/>
          <p:nvPr/>
        </p:nvSpPr>
        <p:spPr>
          <a:xfrm>
            <a:off x="473826" y="4488766"/>
            <a:ext cx="250266" cy="250245"/>
          </a:xfrm>
          <a:custGeom>
            <a:avLst/>
            <a:gdLst/>
            <a:ahLst/>
            <a:cxnLst/>
            <a:rect l="l" t="t" r="r" b="b"/>
            <a:pathLst>
              <a:path w="12077" h="12076" extrusionOk="0">
                <a:moveTo>
                  <a:pt x="6039" y="0"/>
                </a:moveTo>
                <a:lnTo>
                  <a:pt x="5472" y="2302"/>
                </a:lnTo>
                <a:cubicBezTo>
                  <a:pt x="5105" y="3870"/>
                  <a:pt x="3870" y="5104"/>
                  <a:pt x="2303" y="5471"/>
                </a:cubicBezTo>
                <a:lnTo>
                  <a:pt x="1" y="6005"/>
                </a:lnTo>
                <a:lnTo>
                  <a:pt x="2303" y="6572"/>
                </a:lnTo>
                <a:cubicBezTo>
                  <a:pt x="3870" y="6939"/>
                  <a:pt x="5105" y="8173"/>
                  <a:pt x="5472" y="9741"/>
                </a:cubicBezTo>
                <a:lnTo>
                  <a:pt x="6039" y="12076"/>
                </a:lnTo>
                <a:lnTo>
                  <a:pt x="6572" y="9741"/>
                </a:lnTo>
                <a:cubicBezTo>
                  <a:pt x="6973" y="8173"/>
                  <a:pt x="8173" y="6939"/>
                  <a:pt x="9775" y="6572"/>
                </a:cubicBezTo>
                <a:lnTo>
                  <a:pt x="12076" y="6038"/>
                </a:lnTo>
                <a:lnTo>
                  <a:pt x="9775" y="5471"/>
                </a:lnTo>
                <a:cubicBezTo>
                  <a:pt x="8173" y="5104"/>
                  <a:pt x="6973" y="3870"/>
                  <a:pt x="6572" y="2302"/>
                </a:cubicBezTo>
                <a:lnTo>
                  <a:pt x="6039" y="0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48"/>
          <p:cNvSpPr/>
          <p:nvPr/>
        </p:nvSpPr>
        <p:spPr>
          <a:xfrm>
            <a:off x="408351" y="413249"/>
            <a:ext cx="250245" cy="250245"/>
          </a:xfrm>
          <a:custGeom>
            <a:avLst/>
            <a:gdLst/>
            <a:ahLst/>
            <a:cxnLst/>
            <a:rect l="l" t="t" r="r" b="b"/>
            <a:pathLst>
              <a:path w="12076" h="12076" extrusionOk="0">
                <a:moveTo>
                  <a:pt x="6038" y="1"/>
                </a:moveTo>
                <a:lnTo>
                  <a:pt x="5504" y="2336"/>
                </a:lnTo>
                <a:cubicBezTo>
                  <a:pt x="5104" y="3903"/>
                  <a:pt x="3903" y="5104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04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075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38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1422;p42">
            <a:extLst>
              <a:ext uri="{FF2B5EF4-FFF2-40B4-BE49-F238E27FC236}">
                <a16:creationId xmlns:a16="http://schemas.microsoft.com/office/drawing/2014/main" id="{A44FA7A6-58FC-48ED-849F-93117D680B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418194" y="2352762"/>
            <a:ext cx="1783657" cy="446735"/>
          </a:xfrm>
          <a:prstGeom prst="rect">
            <a:avLst/>
          </a:prstGeom>
        </p:spPr>
        <p:txBody>
          <a:bodyPr spcFirstLastPara="1" vert="eaVert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BPMN</a:t>
            </a:r>
            <a:endParaRPr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4C6958-E588-49D3-90C6-639751A9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02" y="533992"/>
            <a:ext cx="8134251" cy="4075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40;p61">
            <a:extLst>
              <a:ext uri="{FF2B5EF4-FFF2-40B4-BE49-F238E27FC236}">
                <a16:creationId xmlns:a16="http://schemas.microsoft.com/office/drawing/2014/main" id="{B6F598E1-1371-44CC-83D5-761752423000}"/>
              </a:ext>
            </a:extLst>
          </p:cNvPr>
          <p:cNvSpPr/>
          <p:nvPr/>
        </p:nvSpPr>
        <p:spPr>
          <a:xfrm>
            <a:off x="8270779" y="4288983"/>
            <a:ext cx="302725" cy="301900"/>
          </a:xfrm>
          <a:custGeom>
            <a:avLst/>
            <a:gdLst/>
            <a:ahLst/>
            <a:cxnLst/>
            <a:rect l="l" t="t" r="r" b="b"/>
            <a:pathLst>
              <a:path w="12109" h="12076" extrusionOk="0">
                <a:moveTo>
                  <a:pt x="6071" y="1"/>
                </a:moveTo>
                <a:lnTo>
                  <a:pt x="5504" y="2336"/>
                </a:lnTo>
                <a:cubicBezTo>
                  <a:pt x="5137" y="3903"/>
                  <a:pt x="3903" y="5138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37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109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71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405;p41">
            <a:extLst>
              <a:ext uri="{FF2B5EF4-FFF2-40B4-BE49-F238E27FC236}">
                <a16:creationId xmlns:a16="http://schemas.microsoft.com/office/drawing/2014/main" id="{4B3569D7-920A-4E72-B910-0D3F2ECB09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0287" y="1691148"/>
            <a:ext cx="7903427" cy="22239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Proyek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ini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dirancang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untuk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dapat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terus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berkembang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seiring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berjalannya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waktu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. Setelah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versi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awal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website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katalog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selesai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,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tim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akan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melakukan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evaluasi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bersama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klien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untuk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menentukan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arah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pengembangan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berikutnya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sesuai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kebutuhan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usaha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.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Metode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pengembangan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yang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digunakan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bersifat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agile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sederhana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,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sehingga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tim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dapat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menyesuaikan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proses secara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fleksibel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berdasarkan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hasil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uji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coba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dan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masukan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yang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diterima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selama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pelaksanaan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 </a:t>
            </a:r>
            <a:r>
              <a:rPr lang="en-US" sz="1600" dirty="0" err="1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proyek</a:t>
            </a:r>
            <a:r>
              <a:rPr lang="en-US" sz="1600" dirty="0">
                <a:latin typeface="Chivo" panose="020B0604020202020204" charset="0"/>
                <a:ea typeface="Chivo" panose="020B0604020202020204" charset="0"/>
                <a:cs typeface="Chivo" panose="020B0604020202020204" charset="0"/>
              </a:rPr>
              <a:t>.</a:t>
            </a:r>
            <a:endParaRPr lang="en-US" sz="2000" dirty="0">
              <a:latin typeface="Chivo" panose="020B0604020202020204" charset="0"/>
              <a:ea typeface="Chivo" panose="020B0604020202020204" charset="0"/>
              <a:cs typeface="Chivo" panose="020B0604020202020204" charset="0"/>
            </a:endParaRPr>
          </a:p>
        </p:txBody>
      </p:sp>
      <p:sp>
        <p:nvSpPr>
          <p:cNvPr id="4" name="Google Shape;1357;p38">
            <a:extLst>
              <a:ext uri="{FF2B5EF4-FFF2-40B4-BE49-F238E27FC236}">
                <a16:creationId xmlns:a16="http://schemas.microsoft.com/office/drawing/2014/main" id="{B12E978C-3E7D-4835-B0A5-B2CB5E5A91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62344" y="1005133"/>
            <a:ext cx="5219313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Kesimpulan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48"/>
          <p:cNvSpPr txBox="1">
            <a:spLocks noGrp="1"/>
          </p:cNvSpPr>
          <p:nvPr>
            <p:ph type="title"/>
          </p:nvPr>
        </p:nvSpPr>
        <p:spPr>
          <a:xfrm>
            <a:off x="722375" y="1460850"/>
            <a:ext cx="4602545" cy="13805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Terima</a:t>
            </a:r>
            <a:endParaRPr sz="9600" dirty="0"/>
          </a:p>
        </p:txBody>
      </p:sp>
      <p:sp>
        <p:nvSpPr>
          <p:cNvPr id="1738" name="Google Shape;1738;p48"/>
          <p:cNvSpPr/>
          <p:nvPr/>
        </p:nvSpPr>
        <p:spPr>
          <a:xfrm>
            <a:off x="820798" y="4017127"/>
            <a:ext cx="250266" cy="250245"/>
          </a:xfrm>
          <a:custGeom>
            <a:avLst/>
            <a:gdLst/>
            <a:ahLst/>
            <a:cxnLst/>
            <a:rect l="l" t="t" r="r" b="b"/>
            <a:pathLst>
              <a:path w="12077" h="12076" extrusionOk="0">
                <a:moveTo>
                  <a:pt x="6039" y="0"/>
                </a:moveTo>
                <a:lnTo>
                  <a:pt x="5472" y="2302"/>
                </a:lnTo>
                <a:cubicBezTo>
                  <a:pt x="5105" y="3870"/>
                  <a:pt x="3870" y="5104"/>
                  <a:pt x="2303" y="5471"/>
                </a:cubicBezTo>
                <a:lnTo>
                  <a:pt x="1" y="6005"/>
                </a:lnTo>
                <a:lnTo>
                  <a:pt x="2303" y="6572"/>
                </a:lnTo>
                <a:cubicBezTo>
                  <a:pt x="3870" y="6939"/>
                  <a:pt x="5105" y="8173"/>
                  <a:pt x="5472" y="9741"/>
                </a:cubicBezTo>
                <a:lnTo>
                  <a:pt x="6039" y="12076"/>
                </a:lnTo>
                <a:lnTo>
                  <a:pt x="6572" y="9741"/>
                </a:lnTo>
                <a:cubicBezTo>
                  <a:pt x="6973" y="8173"/>
                  <a:pt x="8173" y="6939"/>
                  <a:pt x="9775" y="6572"/>
                </a:cubicBezTo>
                <a:lnTo>
                  <a:pt x="12076" y="6038"/>
                </a:lnTo>
                <a:lnTo>
                  <a:pt x="9775" y="5471"/>
                </a:lnTo>
                <a:cubicBezTo>
                  <a:pt x="8173" y="5104"/>
                  <a:pt x="6973" y="3870"/>
                  <a:pt x="6572" y="2302"/>
                </a:cubicBezTo>
                <a:lnTo>
                  <a:pt x="6039" y="0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48"/>
          <p:cNvSpPr/>
          <p:nvPr/>
        </p:nvSpPr>
        <p:spPr>
          <a:xfrm>
            <a:off x="820810" y="876128"/>
            <a:ext cx="250245" cy="250245"/>
          </a:xfrm>
          <a:custGeom>
            <a:avLst/>
            <a:gdLst/>
            <a:ahLst/>
            <a:cxnLst/>
            <a:rect l="l" t="t" r="r" b="b"/>
            <a:pathLst>
              <a:path w="12076" h="12076" extrusionOk="0">
                <a:moveTo>
                  <a:pt x="6038" y="1"/>
                </a:moveTo>
                <a:lnTo>
                  <a:pt x="5504" y="2336"/>
                </a:lnTo>
                <a:cubicBezTo>
                  <a:pt x="5104" y="3903"/>
                  <a:pt x="3903" y="5104"/>
                  <a:pt x="2335" y="5505"/>
                </a:cubicBezTo>
                <a:lnTo>
                  <a:pt x="0" y="6038"/>
                </a:lnTo>
                <a:lnTo>
                  <a:pt x="2335" y="6605"/>
                </a:lnTo>
                <a:cubicBezTo>
                  <a:pt x="3903" y="6972"/>
                  <a:pt x="5104" y="8207"/>
                  <a:pt x="5504" y="9774"/>
                </a:cubicBezTo>
                <a:lnTo>
                  <a:pt x="6038" y="12076"/>
                </a:lnTo>
                <a:lnTo>
                  <a:pt x="6605" y="9774"/>
                </a:lnTo>
                <a:cubicBezTo>
                  <a:pt x="6972" y="8207"/>
                  <a:pt x="8206" y="6972"/>
                  <a:pt x="9774" y="6605"/>
                </a:cubicBezTo>
                <a:lnTo>
                  <a:pt x="12075" y="6038"/>
                </a:lnTo>
                <a:lnTo>
                  <a:pt x="9774" y="5505"/>
                </a:lnTo>
                <a:cubicBezTo>
                  <a:pt x="8206" y="5104"/>
                  <a:pt x="6972" y="3903"/>
                  <a:pt x="6605" y="2336"/>
                </a:cubicBezTo>
                <a:lnTo>
                  <a:pt x="6038" y="1"/>
                </a:lnTo>
                <a:close/>
              </a:path>
            </a:pathLst>
          </a:custGeom>
          <a:solidFill>
            <a:srgbClr val="F1EF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0" name="Google Shape;1740;p48"/>
          <p:cNvGrpSpPr/>
          <p:nvPr/>
        </p:nvGrpSpPr>
        <p:grpSpPr>
          <a:xfrm>
            <a:off x="6841811" y="458552"/>
            <a:ext cx="4604364" cy="4226397"/>
            <a:chOff x="6841811" y="458552"/>
            <a:chExt cx="4604364" cy="4226397"/>
          </a:xfrm>
        </p:grpSpPr>
        <p:grpSp>
          <p:nvGrpSpPr>
            <p:cNvPr id="1741" name="Google Shape;1741;p48"/>
            <p:cNvGrpSpPr/>
            <p:nvPr/>
          </p:nvGrpSpPr>
          <p:grpSpPr>
            <a:xfrm>
              <a:off x="6841811" y="458552"/>
              <a:ext cx="4604364" cy="4226397"/>
              <a:chOff x="6841811" y="458552"/>
              <a:chExt cx="4604364" cy="4226397"/>
            </a:xfrm>
          </p:grpSpPr>
          <p:sp>
            <p:nvSpPr>
              <p:cNvPr id="1742" name="Google Shape;1742;p48"/>
              <p:cNvSpPr/>
              <p:nvPr/>
            </p:nvSpPr>
            <p:spPr>
              <a:xfrm>
                <a:off x="6841811" y="458552"/>
                <a:ext cx="4604364" cy="4226397"/>
              </a:xfrm>
              <a:custGeom>
                <a:avLst/>
                <a:gdLst/>
                <a:ahLst/>
                <a:cxnLst/>
                <a:rect l="l" t="t" r="r" b="b"/>
                <a:pathLst>
                  <a:path w="97638" h="89623" extrusionOk="0">
                    <a:moveTo>
                      <a:pt x="48760" y="1"/>
                    </a:moveTo>
                    <a:cubicBezTo>
                      <a:pt x="27874" y="1"/>
                      <a:pt x="9174" y="14697"/>
                      <a:pt x="4904" y="35955"/>
                    </a:cubicBezTo>
                    <a:cubicBezTo>
                      <a:pt x="1" y="60206"/>
                      <a:pt x="15712" y="83823"/>
                      <a:pt x="39963" y="88726"/>
                    </a:cubicBezTo>
                    <a:cubicBezTo>
                      <a:pt x="42955" y="89331"/>
                      <a:pt x="45938" y="89623"/>
                      <a:pt x="48878" y="89623"/>
                    </a:cubicBezTo>
                    <a:cubicBezTo>
                      <a:pt x="69764" y="89623"/>
                      <a:pt x="88465" y="74926"/>
                      <a:pt x="92734" y="53668"/>
                    </a:cubicBezTo>
                    <a:cubicBezTo>
                      <a:pt x="97637" y="29417"/>
                      <a:pt x="81926" y="5767"/>
                      <a:pt x="57675" y="897"/>
                    </a:cubicBezTo>
                    <a:cubicBezTo>
                      <a:pt x="54683" y="292"/>
                      <a:pt x="51700" y="1"/>
                      <a:pt x="487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dist="133350" dir="10800000" algn="bl" rotWithShape="0">
                  <a:schemeClr val="lt2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48"/>
              <p:cNvSpPr/>
              <p:nvPr/>
            </p:nvSpPr>
            <p:spPr>
              <a:xfrm>
                <a:off x="7015420" y="630087"/>
                <a:ext cx="4275582" cy="3883326"/>
              </a:xfrm>
              <a:custGeom>
                <a:avLst/>
                <a:gdLst/>
                <a:ahLst/>
                <a:cxnLst/>
                <a:rect l="l" t="t" r="r" b="b"/>
                <a:pathLst>
                  <a:path w="90666" h="82348" extrusionOk="0">
                    <a:moveTo>
                      <a:pt x="45294" y="1"/>
                    </a:moveTo>
                    <a:cubicBezTo>
                      <a:pt x="26694" y="1"/>
                      <a:pt x="9833" y="12683"/>
                      <a:pt x="5304" y="31568"/>
                    </a:cubicBezTo>
                    <a:cubicBezTo>
                      <a:pt x="0" y="53684"/>
                      <a:pt x="13610" y="75900"/>
                      <a:pt x="35726" y="81204"/>
                    </a:cubicBezTo>
                    <a:cubicBezTo>
                      <a:pt x="38952" y="81977"/>
                      <a:pt x="42180" y="82348"/>
                      <a:pt x="45357" y="82348"/>
                    </a:cubicBezTo>
                    <a:cubicBezTo>
                      <a:pt x="63963" y="82348"/>
                      <a:pt x="80831" y="69643"/>
                      <a:pt x="85361" y="50782"/>
                    </a:cubicBezTo>
                    <a:cubicBezTo>
                      <a:pt x="90665" y="28666"/>
                      <a:pt x="77022" y="6450"/>
                      <a:pt x="54940" y="1147"/>
                    </a:cubicBezTo>
                    <a:cubicBezTo>
                      <a:pt x="51709" y="372"/>
                      <a:pt x="48476" y="1"/>
                      <a:pt x="452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48"/>
              <p:cNvSpPr/>
              <p:nvPr/>
            </p:nvSpPr>
            <p:spPr>
              <a:xfrm>
                <a:off x="7203591" y="766089"/>
                <a:ext cx="3751756" cy="3611321"/>
              </a:xfrm>
              <a:custGeom>
                <a:avLst/>
                <a:gdLst/>
                <a:ahLst/>
                <a:cxnLst/>
                <a:rect l="l" t="t" r="r" b="b"/>
                <a:pathLst>
                  <a:path w="79558" h="76580" extrusionOk="0">
                    <a:moveTo>
                      <a:pt x="41297" y="1"/>
                    </a:moveTo>
                    <a:cubicBezTo>
                      <a:pt x="25786" y="1"/>
                      <a:pt x="11842" y="9341"/>
                      <a:pt x="5905" y="23651"/>
                    </a:cubicBezTo>
                    <a:cubicBezTo>
                      <a:pt x="1" y="37961"/>
                      <a:pt x="3270" y="54406"/>
                      <a:pt x="14211" y="65381"/>
                    </a:cubicBezTo>
                    <a:cubicBezTo>
                      <a:pt x="21524" y="72694"/>
                      <a:pt x="31310" y="76579"/>
                      <a:pt x="41269" y="76579"/>
                    </a:cubicBezTo>
                    <a:cubicBezTo>
                      <a:pt x="46211" y="76579"/>
                      <a:pt x="51195" y="75623"/>
                      <a:pt x="55941" y="73653"/>
                    </a:cubicBezTo>
                    <a:cubicBezTo>
                      <a:pt x="70251" y="67749"/>
                      <a:pt x="79557" y="53773"/>
                      <a:pt x="79557" y="38295"/>
                    </a:cubicBezTo>
                    <a:cubicBezTo>
                      <a:pt x="79557" y="17146"/>
                      <a:pt x="62412" y="1"/>
                      <a:pt x="412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48"/>
              <p:cNvSpPr/>
              <p:nvPr/>
            </p:nvSpPr>
            <p:spPr>
              <a:xfrm>
                <a:off x="7389516" y="968982"/>
                <a:ext cx="3527391" cy="3205535"/>
              </a:xfrm>
              <a:custGeom>
                <a:avLst/>
                <a:gdLst/>
                <a:ahLst/>
                <a:cxnLst/>
                <a:rect l="l" t="t" r="r" b="b"/>
                <a:pathLst>
                  <a:path w="67182" h="61052" extrusionOk="0">
                    <a:moveTo>
                      <a:pt x="33569" y="0"/>
                    </a:moveTo>
                    <a:cubicBezTo>
                      <a:pt x="19776" y="0"/>
                      <a:pt x="7268" y="9423"/>
                      <a:pt x="3903" y="23454"/>
                    </a:cubicBezTo>
                    <a:cubicBezTo>
                      <a:pt x="0" y="39833"/>
                      <a:pt x="10108" y="56278"/>
                      <a:pt x="26519" y="60214"/>
                    </a:cubicBezTo>
                    <a:cubicBezTo>
                      <a:pt x="28895" y="60780"/>
                      <a:pt x="31273" y="61051"/>
                      <a:pt x="33613" y="61051"/>
                    </a:cubicBezTo>
                    <a:cubicBezTo>
                      <a:pt x="47406" y="61051"/>
                      <a:pt x="59914" y="51628"/>
                      <a:pt x="63279" y="37598"/>
                    </a:cubicBezTo>
                    <a:cubicBezTo>
                      <a:pt x="67182" y="21219"/>
                      <a:pt x="57075" y="4774"/>
                      <a:pt x="40663" y="838"/>
                    </a:cubicBezTo>
                    <a:cubicBezTo>
                      <a:pt x="38287" y="272"/>
                      <a:pt x="35909" y="0"/>
                      <a:pt x="335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48"/>
              <p:cNvSpPr/>
              <p:nvPr/>
            </p:nvSpPr>
            <p:spPr>
              <a:xfrm>
                <a:off x="7704215" y="1222687"/>
                <a:ext cx="2805815" cy="2698127"/>
              </a:xfrm>
              <a:custGeom>
                <a:avLst/>
                <a:gdLst/>
                <a:ahLst/>
                <a:cxnLst/>
                <a:rect l="l" t="t" r="r" b="b"/>
                <a:pathLst>
                  <a:path w="53439" h="51388" extrusionOk="0">
                    <a:moveTo>
                      <a:pt x="27782" y="1"/>
                    </a:moveTo>
                    <a:cubicBezTo>
                      <a:pt x="27761" y="1"/>
                      <a:pt x="27741" y="1"/>
                      <a:pt x="27720" y="1"/>
                    </a:cubicBezTo>
                    <a:cubicBezTo>
                      <a:pt x="17346" y="1"/>
                      <a:pt x="7973" y="6239"/>
                      <a:pt x="3970" y="15846"/>
                    </a:cubicBezTo>
                    <a:cubicBezTo>
                      <a:pt x="0" y="25452"/>
                      <a:pt x="2202" y="36527"/>
                      <a:pt x="9540" y="43866"/>
                    </a:cubicBezTo>
                    <a:cubicBezTo>
                      <a:pt x="14474" y="48777"/>
                      <a:pt x="21050" y="51387"/>
                      <a:pt x="27741" y="51387"/>
                    </a:cubicBezTo>
                    <a:cubicBezTo>
                      <a:pt x="31048" y="51387"/>
                      <a:pt x="34383" y="50749"/>
                      <a:pt x="37560" y="49436"/>
                    </a:cubicBezTo>
                    <a:cubicBezTo>
                      <a:pt x="47167" y="45467"/>
                      <a:pt x="53438" y="36093"/>
                      <a:pt x="53438" y="25686"/>
                    </a:cubicBezTo>
                    <a:cubicBezTo>
                      <a:pt x="53438" y="11530"/>
                      <a:pt x="41963" y="1"/>
                      <a:pt x="277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48"/>
              <p:cNvSpPr/>
              <p:nvPr/>
            </p:nvSpPr>
            <p:spPr>
              <a:xfrm>
                <a:off x="7916260" y="1401575"/>
                <a:ext cx="2492337" cy="2422040"/>
              </a:xfrm>
              <a:custGeom>
                <a:avLst/>
                <a:gdLst/>
                <a:ahLst/>
                <a:cxnLst/>
                <a:rect l="l" t="t" r="r" b="b"/>
                <a:pathLst>
                  <a:path w="49069" h="47685" extrusionOk="0">
                    <a:moveTo>
                      <a:pt x="24518" y="1"/>
                    </a:moveTo>
                    <a:cubicBezTo>
                      <a:pt x="22533" y="1"/>
                      <a:pt x="20549" y="693"/>
                      <a:pt x="18947" y="2077"/>
                    </a:cubicBezTo>
                    <a:lnTo>
                      <a:pt x="16412" y="4279"/>
                    </a:lnTo>
                    <a:lnTo>
                      <a:pt x="13077" y="4512"/>
                    </a:lnTo>
                    <a:cubicBezTo>
                      <a:pt x="8874" y="4812"/>
                      <a:pt x="5505" y="8181"/>
                      <a:pt x="5204" y="12384"/>
                    </a:cubicBezTo>
                    <a:lnTo>
                      <a:pt x="4971" y="15720"/>
                    </a:lnTo>
                    <a:lnTo>
                      <a:pt x="2769" y="18255"/>
                    </a:lnTo>
                    <a:cubicBezTo>
                      <a:pt x="1" y="21458"/>
                      <a:pt x="1" y="26228"/>
                      <a:pt x="2769" y="29397"/>
                    </a:cubicBezTo>
                    <a:lnTo>
                      <a:pt x="4971" y="31932"/>
                    </a:lnTo>
                    <a:lnTo>
                      <a:pt x="5204" y="35267"/>
                    </a:lnTo>
                    <a:cubicBezTo>
                      <a:pt x="5505" y="39504"/>
                      <a:pt x="8874" y="42873"/>
                      <a:pt x="13077" y="43173"/>
                    </a:cubicBezTo>
                    <a:lnTo>
                      <a:pt x="16412" y="43407"/>
                    </a:lnTo>
                    <a:lnTo>
                      <a:pt x="18947" y="45608"/>
                    </a:lnTo>
                    <a:cubicBezTo>
                      <a:pt x="20549" y="46992"/>
                      <a:pt x="22533" y="47685"/>
                      <a:pt x="24518" y="47685"/>
                    </a:cubicBezTo>
                    <a:cubicBezTo>
                      <a:pt x="26503" y="47685"/>
                      <a:pt x="28488" y="46992"/>
                      <a:pt x="30089" y="45608"/>
                    </a:cubicBezTo>
                    <a:lnTo>
                      <a:pt x="32624" y="43407"/>
                    </a:lnTo>
                    <a:lnTo>
                      <a:pt x="35960" y="43173"/>
                    </a:lnTo>
                    <a:cubicBezTo>
                      <a:pt x="40196" y="42873"/>
                      <a:pt x="43565" y="39504"/>
                      <a:pt x="43865" y="35267"/>
                    </a:cubicBezTo>
                    <a:lnTo>
                      <a:pt x="44099" y="31932"/>
                    </a:lnTo>
                    <a:lnTo>
                      <a:pt x="46300" y="29397"/>
                    </a:lnTo>
                    <a:cubicBezTo>
                      <a:pt x="49069" y="26194"/>
                      <a:pt x="49069" y="21458"/>
                      <a:pt x="46267" y="18255"/>
                    </a:cubicBezTo>
                    <a:lnTo>
                      <a:pt x="44099" y="15720"/>
                    </a:lnTo>
                    <a:lnTo>
                      <a:pt x="43865" y="12384"/>
                    </a:lnTo>
                    <a:cubicBezTo>
                      <a:pt x="43565" y="8181"/>
                      <a:pt x="40196" y="4812"/>
                      <a:pt x="35960" y="4512"/>
                    </a:cubicBezTo>
                    <a:lnTo>
                      <a:pt x="32624" y="4279"/>
                    </a:lnTo>
                    <a:lnTo>
                      <a:pt x="30089" y="2077"/>
                    </a:lnTo>
                    <a:cubicBezTo>
                      <a:pt x="28488" y="693"/>
                      <a:pt x="26503" y="1"/>
                      <a:pt x="245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8" name="Google Shape;1748;p48"/>
            <p:cNvGrpSpPr/>
            <p:nvPr/>
          </p:nvGrpSpPr>
          <p:grpSpPr>
            <a:xfrm>
              <a:off x="7681456" y="1552638"/>
              <a:ext cx="2925075" cy="2190625"/>
              <a:chOff x="1873350" y="1136150"/>
              <a:chExt cx="2925075" cy="2190625"/>
            </a:xfrm>
          </p:grpSpPr>
          <p:sp>
            <p:nvSpPr>
              <p:cNvPr id="1749" name="Google Shape;1749;p48"/>
              <p:cNvSpPr/>
              <p:nvPr/>
            </p:nvSpPr>
            <p:spPr>
              <a:xfrm>
                <a:off x="2204675" y="1136150"/>
                <a:ext cx="1390450" cy="1912250"/>
              </a:xfrm>
              <a:custGeom>
                <a:avLst/>
                <a:gdLst/>
                <a:ahLst/>
                <a:cxnLst/>
                <a:rect l="l" t="t" r="r" b="b"/>
                <a:pathLst>
                  <a:path w="55618" h="76490" extrusionOk="0">
                    <a:moveTo>
                      <a:pt x="11538" y="1"/>
                    </a:moveTo>
                    <a:cubicBezTo>
                      <a:pt x="9826" y="1"/>
                      <a:pt x="8088" y="433"/>
                      <a:pt x="6488" y="1342"/>
                    </a:cubicBezTo>
                    <a:cubicBezTo>
                      <a:pt x="1664" y="4170"/>
                      <a:pt x="0" y="10325"/>
                      <a:pt x="2828" y="15205"/>
                    </a:cubicBezTo>
                    <a:lnTo>
                      <a:pt x="35267" y="71432"/>
                    </a:lnTo>
                    <a:cubicBezTo>
                      <a:pt x="37168" y="74675"/>
                      <a:pt x="40571" y="76489"/>
                      <a:pt x="44080" y="76489"/>
                    </a:cubicBezTo>
                    <a:cubicBezTo>
                      <a:pt x="45792" y="76489"/>
                      <a:pt x="47529" y="76057"/>
                      <a:pt x="49130" y="75148"/>
                    </a:cubicBezTo>
                    <a:cubicBezTo>
                      <a:pt x="53954" y="72320"/>
                      <a:pt x="55618" y="66109"/>
                      <a:pt x="52845" y="61285"/>
                    </a:cubicBezTo>
                    <a:lnTo>
                      <a:pt x="20351" y="5057"/>
                    </a:lnTo>
                    <a:cubicBezTo>
                      <a:pt x="18450" y="1815"/>
                      <a:pt x="15047" y="1"/>
                      <a:pt x="115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48"/>
              <p:cNvSpPr/>
              <p:nvPr/>
            </p:nvSpPr>
            <p:spPr>
              <a:xfrm>
                <a:off x="2366850" y="1408125"/>
                <a:ext cx="820700" cy="1382150"/>
              </a:xfrm>
              <a:custGeom>
                <a:avLst/>
                <a:gdLst/>
                <a:ahLst/>
                <a:cxnLst/>
                <a:rect l="l" t="t" r="r" b="b"/>
                <a:pathLst>
                  <a:path w="32828" h="55286" extrusionOk="0">
                    <a:moveTo>
                      <a:pt x="1332" y="1"/>
                    </a:moveTo>
                    <a:lnTo>
                      <a:pt x="1" y="777"/>
                    </a:lnTo>
                    <a:lnTo>
                      <a:pt x="31442" y="55286"/>
                    </a:lnTo>
                    <a:lnTo>
                      <a:pt x="32828" y="54509"/>
                    </a:lnTo>
                    <a:lnTo>
                      <a:pt x="13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48"/>
              <p:cNvSpPr/>
              <p:nvPr/>
            </p:nvSpPr>
            <p:spPr>
              <a:xfrm>
                <a:off x="2429250" y="1373475"/>
                <a:ext cx="820700" cy="1380750"/>
              </a:xfrm>
              <a:custGeom>
                <a:avLst/>
                <a:gdLst/>
                <a:ahLst/>
                <a:cxnLst/>
                <a:rect l="l" t="t" r="r" b="b"/>
                <a:pathLst>
                  <a:path w="32828" h="55230" extrusionOk="0">
                    <a:moveTo>
                      <a:pt x="1331" y="1"/>
                    </a:moveTo>
                    <a:lnTo>
                      <a:pt x="0" y="777"/>
                    </a:lnTo>
                    <a:lnTo>
                      <a:pt x="31441" y="55230"/>
                    </a:lnTo>
                    <a:lnTo>
                      <a:pt x="32827" y="54454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48"/>
              <p:cNvSpPr/>
              <p:nvPr/>
            </p:nvSpPr>
            <p:spPr>
              <a:xfrm>
                <a:off x="2491625" y="1337425"/>
                <a:ext cx="820700" cy="1382150"/>
              </a:xfrm>
              <a:custGeom>
                <a:avLst/>
                <a:gdLst/>
                <a:ahLst/>
                <a:cxnLst/>
                <a:rect l="l" t="t" r="r" b="b"/>
                <a:pathLst>
                  <a:path w="32828" h="55286" extrusionOk="0">
                    <a:moveTo>
                      <a:pt x="1331" y="1"/>
                    </a:moveTo>
                    <a:lnTo>
                      <a:pt x="0" y="777"/>
                    </a:lnTo>
                    <a:lnTo>
                      <a:pt x="31441" y="55286"/>
                    </a:lnTo>
                    <a:lnTo>
                      <a:pt x="32828" y="54509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48"/>
              <p:cNvSpPr/>
              <p:nvPr/>
            </p:nvSpPr>
            <p:spPr>
              <a:xfrm>
                <a:off x="2554000" y="1301400"/>
                <a:ext cx="819325" cy="1382125"/>
              </a:xfrm>
              <a:custGeom>
                <a:avLst/>
                <a:gdLst/>
                <a:ahLst/>
                <a:cxnLst/>
                <a:rect l="l" t="t" r="r" b="b"/>
                <a:pathLst>
                  <a:path w="32773" h="55285" extrusionOk="0">
                    <a:moveTo>
                      <a:pt x="1332" y="0"/>
                    </a:moveTo>
                    <a:lnTo>
                      <a:pt x="1" y="776"/>
                    </a:lnTo>
                    <a:lnTo>
                      <a:pt x="31442" y="55285"/>
                    </a:lnTo>
                    <a:lnTo>
                      <a:pt x="32772" y="54509"/>
                    </a:lnTo>
                    <a:lnTo>
                      <a:pt x="13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48"/>
              <p:cNvSpPr/>
              <p:nvPr/>
            </p:nvSpPr>
            <p:spPr>
              <a:xfrm>
                <a:off x="2264275" y="1496850"/>
                <a:ext cx="833175" cy="1444525"/>
              </a:xfrm>
              <a:custGeom>
                <a:avLst/>
                <a:gdLst/>
                <a:ahLst/>
                <a:cxnLst/>
                <a:rect l="l" t="t" r="r" b="b"/>
                <a:pathLst>
                  <a:path w="33327" h="57781" extrusionOk="0">
                    <a:moveTo>
                      <a:pt x="0" y="1"/>
                    </a:moveTo>
                    <a:lnTo>
                      <a:pt x="33327" y="57781"/>
                    </a:lnTo>
                    <a:lnTo>
                      <a:pt x="30887" y="33216"/>
                    </a:lnTo>
                    <a:lnTo>
                      <a:pt x="29667" y="21349"/>
                    </a:lnTo>
                    <a:lnTo>
                      <a:pt x="20018" y="144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48"/>
              <p:cNvSpPr/>
              <p:nvPr/>
            </p:nvSpPr>
            <p:spPr>
              <a:xfrm>
                <a:off x="2965725" y="2251000"/>
                <a:ext cx="124800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4992" h="5047" extrusionOk="0">
                    <a:moveTo>
                      <a:pt x="1054" y="0"/>
                    </a:moveTo>
                    <a:lnTo>
                      <a:pt x="1" y="3993"/>
                    </a:lnTo>
                    <a:lnTo>
                      <a:pt x="3938" y="5046"/>
                    </a:lnTo>
                    <a:lnTo>
                      <a:pt x="4991" y="1054"/>
                    </a:lnTo>
                    <a:lnTo>
                      <a:pt x="1054" y="0"/>
                    </a:lnTo>
                    <a:close/>
                  </a:path>
                </a:pathLst>
              </a:custGeom>
              <a:solidFill>
                <a:srgbClr val="7D9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48"/>
              <p:cNvSpPr/>
              <p:nvPr/>
            </p:nvSpPr>
            <p:spPr>
              <a:xfrm>
                <a:off x="2836800" y="2029175"/>
                <a:ext cx="126175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5047" h="5047" extrusionOk="0">
                    <a:moveTo>
                      <a:pt x="1110" y="1"/>
                    </a:moveTo>
                    <a:lnTo>
                      <a:pt x="1" y="3993"/>
                    </a:lnTo>
                    <a:lnTo>
                      <a:pt x="3993" y="5047"/>
                    </a:lnTo>
                    <a:lnTo>
                      <a:pt x="5047" y="1054"/>
                    </a:lnTo>
                    <a:lnTo>
                      <a:pt x="1110" y="1"/>
                    </a:lnTo>
                    <a:close/>
                  </a:path>
                </a:pathLst>
              </a:custGeom>
              <a:solidFill>
                <a:srgbClr val="5F8D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48"/>
              <p:cNvSpPr/>
              <p:nvPr/>
            </p:nvSpPr>
            <p:spPr>
              <a:xfrm>
                <a:off x="2709275" y="1807375"/>
                <a:ext cx="124775" cy="124800"/>
              </a:xfrm>
              <a:custGeom>
                <a:avLst/>
                <a:gdLst/>
                <a:ahLst/>
                <a:cxnLst/>
                <a:rect l="l" t="t" r="r" b="b"/>
                <a:pathLst>
                  <a:path w="4991" h="4992" extrusionOk="0">
                    <a:moveTo>
                      <a:pt x="1054" y="1"/>
                    </a:moveTo>
                    <a:lnTo>
                      <a:pt x="0" y="3938"/>
                    </a:lnTo>
                    <a:lnTo>
                      <a:pt x="3937" y="4991"/>
                    </a:lnTo>
                    <a:lnTo>
                      <a:pt x="4991" y="1054"/>
                    </a:lnTo>
                    <a:lnTo>
                      <a:pt x="1054" y="1"/>
                    </a:lnTo>
                    <a:close/>
                  </a:path>
                </a:pathLst>
              </a:custGeom>
              <a:solidFill>
                <a:srgbClr val="7D90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48"/>
              <p:cNvSpPr/>
              <p:nvPr/>
            </p:nvSpPr>
            <p:spPr>
              <a:xfrm>
                <a:off x="2702350" y="1243175"/>
                <a:ext cx="834550" cy="1444525"/>
              </a:xfrm>
              <a:custGeom>
                <a:avLst/>
                <a:gdLst/>
                <a:ahLst/>
                <a:cxnLst/>
                <a:rect l="l" t="t" r="r" b="b"/>
                <a:pathLst>
                  <a:path w="33382" h="57781" extrusionOk="0">
                    <a:moveTo>
                      <a:pt x="0" y="0"/>
                    </a:moveTo>
                    <a:lnTo>
                      <a:pt x="3660" y="36432"/>
                    </a:lnTo>
                    <a:lnTo>
                      <a:pt x="33382" y="577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48"/>
              <p:cNvSpPr/>
              <p:nvPr/>
            </p:nvSpPr>
            <p:spPr>
              <a:xfrm>
                <a:off x="2803525" y="1136150"/>
                <a:ext cx="1390475" cy="1912250"/>
              </a:xfrm>
              <a:custGeom>
                <a:avLst/>
                <a:gdLst/>
                <a:ahLst/>
                <a:cxnLst/>
                <a:rect l="l" t="t" r="r" b="b"/>
                <a:pathLst>
                  <a:path w="55619" h="76490" extrusionOk="0">
                    <a:moveTo>
                      <a:pt x="11568" y="1"/>
                    </a:moveTo>
                    <a:cubicBezTo>
                      <a:pt x="9858" y="1"/>
                      <a:pt x="8126" y="433"/>
                      <a:pt x="6544" y="1342"/>
                    </a:cubicBezTo>
                    <a:cubicBezTo>
                      <a:pt x="1665" y="4170"/>
                      <a:pt x="1" y="10325"/>
                      <a:pt x="2829" y="15205"/>
                    </a:cubicBezTo>
                    <a:lnTo>
                      <a:pt x="35268" y="71432"/>
                    </a:lnTo>
                    <a:cubicBezTo>
                      <a:pt x="37168" y="74675"/>
                      <a:pt x="40572" y="76489"/>
                      <a:pt x="44080" y="76489"/>
                    </a:cubicBezTo>
                    <a:cubicBezTo>
                      <a:pt x="45793" y="76489"/>
                      <a:pt x="47530" y="76057"/>
                      <a:pt x="49131" y="75148"/>
                    </a:cubicBezTo>
                    <a:cubicBezTo>
                      <a:pt x="53955" y="72320"/>
                      <a:pt x="55618" y="66109"/>
                      <a:pt x="52790" y="61285"/>
                    </a:cubicBezTo>
                    <a:lnTo>
                      <a:pt x="20352" y="5057"/>
                    </a:lnTo>
                    <a:cubicBezTo>
                      <a:pt x="18488" y="1815"/>
                      <a:pt x="15072" y="1"/>
                      <a:pt x="115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48"/>
              <p:cNvSpPr/>
              <p:nvPr/>
            </p:nvSpPr>
            <p:spPr>
              <a:xfrm>
                <a:off x="2965725" y="1408125"/>
                <a:ext cx="820700" cy="1382150"/>
              </a:xfrm>
              <a:custGeom>
                <a:avLst/>
                <a:gdLst/>
                <a:ahLst/>
                <a:cxnLst/>
                <a:rect l="l" t="t" r="r" b="b"/>
                <a:pathLst>
                  <a:path w="32828" h="55286" extrusionOk="0">
                    <a:moveTo>
                      <a:pt x="1332" y="1"/>
                    </a:moveTo>
                    <a:lnTo>
                      <a:pt x="1" y="777"/>
                    </a:lnTo>
                    <a:lnTo>
                      <a:pt x="31442" y="55286"/>
                    </a:lnTo>
                    <a:lnTo>
                      <a:pt x="32828" y="54509"/>
                    </a:lnTo>
                    <a:lnTo>
                      <a:pt x="13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48"/>
              <p:cNvSpPr/>
              <p:nvPr/>
            </p:nvSpPr>
            <p:spPr>
              <a:xfrm>
                <a:off x="3028125" y="1373475"/>
                <a:ext cx="820700" cy="1380750"/>
              </a:xfrm>
              <a:custGeom>
                <a:avLst/>
                <a:gdLst/>
                <a:ahLst/>
                <a:cxnLst/>
                <a:rect l="l" t="t" r="r" b="b"/>
                <a:pathLst>
                  <a:path w="32828" h="55230" extrusionOk="0">
                    <a:moveTo>
                      <a:pt x="1331" y="1"/>
                    </a:moveTo>
                    <a:lnTo>
                      <a:pt x="0" y="777"/>
                    </a:lnTo>
                    <a:lnTo>
                      <a:pt x="31441" y="55230"/>
                    </a:lnTo>
                    <a:lnTo>
                      <a:pt x="32827" y="54454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48"/>
              <p:cNvSpPr/>
              <p:nvPr/>
            </p:nvSpPr>
            <p:spPr>
              <a:xfrm>
                <a:off x="3090500" y="1337425"/>
                <a:ext cx="820700" cy="1382150"/>
              </a:xfrm>
              <a:custGeom>
                <a:avLst/>
                <a:gdLst/>
                <a:ahLst/>
                <a:cxnLst/>
                <a:rect l="l" t="t" r="r" b="b"/>
                <a:pathLst>
                  <a:path w="32828" h="55286" extrusionOk="0">
                    <a:moveTo>
                      <a:pt x="1331" y="1"/>
                    </a:moveTo>
                    <a:lnTo>
                      <a:pt x="0" y="777"/>
                    </a:lnTo>
                    <a:lnTo>
                      <a:pt x="31441" y="55286"/>
                    </a:lnTo>
                    <a:lnTo>
                      <a:pt x="32827" y="54509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48"/>
              <p:cNvSpPr/>
              <p:nvPr/>
            </p:nvSpPr>
            <p:spPr>
              <a:xfrm>
                <a:off x="3152875" y="1301400"/>
                <a:ext cx="819325" cy="1382125"/>
              </a:xfrm>
              <a:custGeom>
                <a:avLst/>
                <a:gdLst/>
                <a:ahLst/>
                <a:cxnLst/>
                <a:rect l="l" t="t" r="r" b="b"/>
                <a:pathLst>
                  <a:path w="32773" h="55285" extrusionOk="0">
                    <a:moveTo>
                      <a:pt x="1331" y="0"/>
                    </a:moveTo>
                    <a:lnTo>
                      <a:pt x="1" y="776"/>
                    </a:lnTo>
                    <a:lnTo>
                      <a:pt x="31441" y="55285"/>
                    </a:lnTo>
                    <a:lnTo>
                      <a:pt x="32772" y="54509"/>
                    </a:lnTo>
                    <a:lnTo>
                      <a:pt x="133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48"/>
              <p:cNvSpPr/>
              <p:nvPr/>
            </p:nvSpPr>
            <p:spPr>
              <a:xfrm>
                <a:off x="2863150" y="1496850"/>
                <a:ext cx="833175" cy="1444525"/>
              </a:xfrm>
              <a:custGeom>
                <a:avLst/>
                <a:gdLst/>
                <a:ahLst/>
                <a:cxnLst/>
                <a:rect l="l" t="t" r="r" b="b"/>
                <a:pathLst>
                  <a:path w="33327" h="57781" extrusionOk="0">
                    <a:moveTo>
                      <a:pt x="0" y="1"/>
                    </a:moveTo>
                    <a:lnTo>
                      <a:pt x="33327" y="57781"/>
                    </a:lnTo>
                    <a:lnTo>
                      <a:pt x="30887" y="33216"/>
                    </a:lnTo>
                    <a:lnTo>
                      <a:pt x="29667" y="21349"/>
                    </a:lnTo>
                    <a:lnTo>
                      <a:pt x="20018" y="144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48"/>
              <p:cNvSpPr/>
              <p:nvPr/>
            </p:nvSpPr>
            <p:spPr>
              <a:xfrm>
                <a:off x="3564600" y="2251000"/>
                <a:ext cx="124800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4992" h="5047" extrusionOk="0">
                    <a:moveTo>
                      <a:pt x="1054" y="0"/>
                    </a:moveTo>
                    <a:lnTo>
                      <a:pt x="1" y="3993"/>
                    </a:lnTo>
                    <a:lnTo>
                      <a:pt x="3938" y="5046"/>
                    </a:lnTo>
                    <a:lnTo>
                      <a:pt x="4991" y="1109"/>
                    </a:lnTo>
                    <a:lnTo>
                      <a:pt x="105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48"/>
              <p:cNvSpPr/>
              <p:nvPr/>
            </p:nvSpPr>
            <p:spPr>
              <a:xfrm>
                <a:off x="3435675" y="2029175"/>
                <a:ext cx="126175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5047" h="5047" extrusionOk="0">
                    <a:moveTo>
                      <a:pt x="1110" y="1"/>
                    </a:moveTo>
                    <a:lnTo>
                      <a:pt x="1" y="3993"/>
                    </a:lnTo>
                    <a:lnTo>
                      <a:pt x="3993" y="5047"/>
                    </a:lnTo>
                    <a:lnTo>
                      <a:pt x="5047" y="1054"/>
                    </a:lnTo>
                    <a:lnTo>
                      <a:pt x="1110" y="1"/>
                    </a:lnTo>
                    <a:close/>
                  </a:path>
                </a:pathLst>
              </a:custGeom>
              <a:solidFill>
                <a:srgbClr val="5F8D6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48"/>
              <p:cNvSpPr/>
              <p:nvPr/>
            </p:nvSpPr>
            <p:spPr>
              <a:xfrm>
                <a:off x="3308150" y="1807375"/>
                <a:ext cx="124775" cy="124800"/>
              </a:xfrm>
              <a:custGeom>
                <a:avLst/>
                <a:gdLst/>
                <a:ahLst/>
                <a:cxnLst/>
                <a:rect l="l" t="t" r="r" b="b"/>
                <a:pathLst>
                  <a:path w="4991" h="4992" extrusionOk="0">
                    <a:moveTo>
                      <a:pt x="1054" y="1"/>
                    </a:moveTo>
                    <a:lnTo>
                      <a:pt x="0" y="3938"/>
                    </a:lnTo>
                    <a:lnTo>
                      <a:pt x="3937" y="4991"/>
                    </a:lnTo>
                    <a:lnTo>
                      <a:pt x="4991" y="1054"/>
                    </a:lnTo>
                    <a:lnTo>
                      <a:pt x="105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48"/>
              <p:cNvSpPr/>
              <p:nvPr/>
            </p:nvSpPr>
            <p:spPr>
              <a:xfrm>
                <a:off x="3301200" y="1243175"/>
                <a:ext cx="834575" cy="1444525"/>
              </a:xfrm>
              <a:custGeom>
                <a:avLst/>
                <a:gdLst/>
                <a:ahLst/>
                <a:cxnLst/>
                <a:rect l="l" t="t" r="r" b="b"/>
                <a:pathLst>
                  <a:path w="33383" h="57781" extrusionOk="0">
                    <a:moveTo>
                      <a:pt x="1" y="0"/>
                    </a:moveTo>
                    <a:lnTo>
                      <a:pt x="3661" y="36432"/>
                    </a:lnTo>
                    <a:lnTo>
                      <a:pt x="33383" y="5778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48"/>
              <p:cNvSpPr/>
              <p:nvPr/>
            </p:nvSpPr>
            <p:spPr>
              <a:xfrm>
                <a:off x="3402400" y="1136150"/>
                <a:ext cx="1396025" cy="1919875"/>
              </a:xfrm>
              <a:custGeom>
                <a:avLst/>
                <a:gdLst/>
                <a:ahLst/>
                <a:cxnLst/>
                <a:rect l="l" t="t" r="r" b="b"/>
                <a:pathLst>
                  <a:path w="55841" h="76795" extrusionOk="0">
                    <a:moveTo>
                      <a:pt x="11568" y="1"/>
                    </a:moveTo>
                    <a:cubicBezTo>
                      <a:pt x="9858" y="1"/>
                      <a:pt x="8126" y="433"/>
                      <a:pt x="6544" y="1342"/>
                    </a:cubicBezTo>
                    <a:cubicBezTo>
                      <a:pt x="1664" y="4170"/>
                      <a:pt x="1" y="10325"/>
                      <a:pt x="2829" y="15205"/>
                    </a:cubicBezTo>
                    <a:lnTo>
                      <a:pt x="35323" y="71432"/>
                    </a:lnTo>
                    <a:cubicBezTo>
                      <a:pt x="37127" y="74852"/>
                      <a:pt x="40636" y="76794"/>
                      <a:pt x="44247" y="76794"/>
                    </a:cubicBezTo>
                    <a:cubicBezTo>
                      <a:pt x="45965" y="76794"/>
                      <a:pt x="47706" y="76355"/>
                      <a:pt x="49297" y="75425"/>
                    </a:cubicBezTo>
                    <a:cubicBezTo>
                      <a:pt x="54232" y="72542"/>
                      <a:pt x="55840" y="66165"/>
                      <a:pt x="52790" y="61285"/>
                    </a:cubicBezTo>
                    <a:lnTo>
                      <a:pt x="20351" y="5057"/>
                    </a:lnTo>
                    <a:cubicBezTo>
                      <a:pt x="18488" y="1815"/>
                      <a:pt x="15072" y="1"/>
                      <a:pt x="115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48"/>
              <p:cNvSpPr/>
              <p:nvPr/>
            </p:nvSpPr>
            <p:spPr>
              <a:xfrm>
                <a:off x="3564600" y="1408125"/>
                <a:ext cx="820700" cy="1382150"/>
              </a:xfrm>
              <a:custGeom>
                <a:avLst/>
                <a:gdLst/>
                <a:ahLst/>
                <a:cxnLst/>
                <a:rect l="l" t="t" r="r" b="b"/>
                <a:pathLst>
                  <a:path w="32828" h="55286" extrusionOk="0">
                    <a:moveTo>
                      <a:pt x="1331" y="1"/>
                    </a:moveTo>
                    <a:lnTo>
                      <a:pt x="1" y="777"/>
                    </a:lnTo>
                    <a:lnTo>
                      <a:pt x="31441" y="55286"/>
                    </a:lnTo>
                    <a:lnTo>
                      <a:pt x="32828" y="54509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48"/>
              <p:cNvSpPr/>
              <p:nvPr/>
            </p:nvSpPr>
            <p:spPr>
              <a:xfrm>
                <a:off x="3626975" y="1373475"/>
                <a:ext cx="820725" cy="1380750"/>
              </a:xfrm>
              <a:custGeom>
                <a:avLst/>
                <a:gdLst/>
                <a:ahLst/>
                <a:cxnLst/>
                <a:rect l="l" t="t" r="r" b="b"/>
                <a:pathLst>
                  <a:path w="32829" h="55230" extrusionOk="0">
                    <a:moveTo>
                      <a:pt x="1332" y="1"/>
                    </a:moveTo>
                    <a:lnTo>
                      <a:pt x="1" y="777"/>
                    </a:lnTo>
                    <a:lnTo>
                      <a:pt x="31442" y="55230"/>
                    </a:lnTo>
                    <a:lnTo>
                      <a:pt x="32828" y="54454"/>
                    </a:lnTo>
                    <a:lnTo>
                      <a:pt x="13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48"/>
              <p:cNvSpPr/>
              <p:nvPr/>
            </p:nvSpPr>
            <p:spPr>
              <a:xfrm>
                <a:off x="3689375" y="1337425"/>
                <a:ext cx="820700" cy="1382150"/>
              </a:xfrm>
              <a:custGeom>
                <a:avLst/>
                <a:gdLst/>
                <a:ahLst/>
                <a:cxnLst/>
                <a:rect l="l" t="t" r="r" b="b"/>
                <a:pathLst>
                  <a:path w="32828" h="55286" extrusionOk="0">
                    <a:moveTo>
                      <a:pt x="1331" y="1"/>
                    </a:moveTo>
                    <a:lnTo>
                      <a:pt x="0" y="777"/>
                    </a:lnTo>
                    <a:lnTo>
                      <a:pt x="31441" y="55286"/>
                    </a:lnTo>
                    <a:lnTo>
                      <a:pt x="32827" y="54509"/>
                    </a:lnTo>
                    <a:lnTo>
                      <a:pt x="13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48"/>
              <p:cNvSpPr/>
              <p:nvPr/>
            </p:nvSpPr>
            <p:spPr>
              <a:xfrm>
                <a:off x="3751750" y="1301400"/>
                <a:ext cx="819325" cy="1382125"/>
              </a:xfrm>
              <a:custGeom>
                <a:avLst/>
                <a:gdLst/>
                <a:ahLst/>
                <a:cxnLst/>
                <a:rect l="l" t="t" r="r" b="b"/>
                <a:pathLst>
                  <a:path w="32773" h="55285" extrusionOk="0">
                    <a:moveTo>
                      <a:pt x="1331" y="0"/>
                    </a:moveTo>
                    <a:lnTo>
                      <a:pt x="1" y="776"/>
                    </a:lnTo>
                    <a:lnTo>
                      <a:pt x="31441" y="55285"/>
                    </a:lnTo>
                    <a:lnTo>
                      <a:pt x="32772" y="54509"/>
                    </a:lnTo>
                    <a:lnTo>
                      <a:pt x="133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48"/>
              <p:cNvSpPr/>
              <p:nvPr/>
            </p:nvSpPr>
            <p:spPr>
              <a:xfrm>
                <a:off x="3462025" y="1496850"/>
                <a:ext cx="833175" cy="1444525"/>
              </a:xfrm>
              <a:custGeom>
                <a:avLst/>
                <a:gdLst/>
                <a:ahLst/>
                <a:cxnLst/>
                <a:rect l="l" t="t" r="r" b="b"/>
                <a:pathLst>
                  <a:path w="33327" h="57781" extrusionOk="0">
                    <a:moveTo>
                      <a:pt x="0" y="1"/>
                    </a:moveTo>
                    <a:lnTo>
                      <a:pt x="33326" y="57781"/>
                    </a:lnTo>
                    <a:lnTo>
                      <a:pt x="30887" y="33216"/>
                    </a:lnTo>
                    <a:lnTo>
                      <a:pt x="29667" y="21349"/>
                    </a:lnTo>
                    <a:lnTo>
                      <a:pt x="20018" y="144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48"/>
              <p:cNvSpPr/>
              <p:nvPr/>
            </p:nvSpPr>
            <p:spPr>
              <a:xfrm>
                <a:off x="3918100" y="1817075"/>
                <a:ext cx="126175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5047" h="5047" extrusionOk="0">
                    <a:moveTo>
                      <a:pt x="1054" y="1"/>
                    </a:moveTo>
                    <a:lnTo>
                      <a:pt x="1" y="3993"/>
                    </a:lnTo>
                    <a:lnTo>
                      <a:pt x="3938" y="5047"/>
                    </a:lnTo>
                    <a:lnTo>
                      <a:pt x="5047" y="1110"/>
                    </a:lnTo>
                    <a:lnTo>
                      <a:pt x="105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48"/>
              <p:cNvSpPr/>
              <p:nvPr/>
            </p:nvSpPr>
            <p:spPr>
              <a:xfrm>
                <a:off x="3900075" y="1243175"/>
                <a:ext cx="834575" cy="1444525"/>
              </a:xfrm>
              <a:custGeom>
                <a:avLst/>
                <a:gdLst/>
                <a:ahLst/>
                <a:cxnLst/>
                <a:rect l="l" t="t" r="r" b="b"/>
                <a:pathLst>
                  <a:path w="33383" h="57781" extrusionOk="0">
                    <a:moveTo>
                      <a:pt x="1" y="0"/>
                    </a:moveTo>
                    <a:lnTo>
                      <a:pt x="3661" y="36432"/>
                    </a:lnTo>
                    <a:lnTo>
                      <a:pt x="33382" y="5778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48"/>
              <p:cNvSpPr/>
              <p:nvPr/>
            </p:nvSpPr>
            <p:spPr>
              <a:xfrm>
                <a:off x="3678275" y="1929375"/>
                <a:ext cx="209350" cy="238475"/>
              </a:xfrm>
              <a:custGeom>
                <a:avLst/>
                <a:gdLst/>
                <a:ahLst/>
                <a:cxnLst/>
                <a:rect l="l" t="t" r="r" b="b"/>
                <a:pathLst>
                  <a:path w="8374" h="9539" extrusionOk="0">
                    <a:moveTo>
                      <a:pt x="5379" y="0"/>
                    </a:moveTo>
                    <a:cubicBezTo>
                      <a:pt x="5269" y="56"/>
                      <a:pt x="5102" y="56"/>
                      <a:pt x="4991" y="111"/>
                    </a:cubicBezTo>
                    <a:lnTo>
                      <a:pt x="4825" y="167"/>
                    </a:lnTo>
                    <a:cubicBezTo>
                      <a:pt x="4603" y="222"/>
                      <a:pt x="4381" y="333"/>
                      <a:pt x="4159" y="444"/>
                    </a:cubicBezTo>
                    <a:cubicBezTo>
                      <a:pt x="2829" y="1054"/>
                      <a:pt x="1720" y="2052"/>
                      <a:pt x="1054" y="3328"/>
                    </a:cubicBezTo>
                    <a:lnTo>
                      <a:pt x="1054" y="3383"/>
                    </a:lnTo>
                    <a:cubicBezTo>
                      <a:pt x="888" y="3605"/>
                      <a:pt x="777" y="3882"/>
                      <a:pt x="666" y="4159"/>
                    </a:cubicBezTo>
                    <a:lnTo>
                      <a:pt x="278" y="4936"/>
                    </a:lnTo>
                    <a:lnTo>
                      <a:pt x="389" y="4936"/>
                    </a:lnTo>
                    <a:lnTo>
                      <a:pt x="333" y="5102"/>
                    </a:lnTo>
                    <a:lnTo>
                      <a:pt x="333" y="5268"/>
                    </a:lnTo>
                    <a:lnTo>
                      <a:pt x="112" y="6266"/>
                    </a:lnTo>
                    <a:cubicBezTo>
                      <a:pt x="1" y="6710"/>
                      <a:pt x="1" y="7209"/>
                      <a:pt x="167" y="7653"/>
                    </a:cubicBezTo>
                    <a:cubicBezTo>
                      <a:pt x="167" y="7764"/>
                      <a:pt x="222" y="7875"/>
                      <a:pt x="278" y="7985"/>
                    </a:cubicBezTo>
                    <a:lnTo>
                      <a:pt x="333" y="8096"/>
                    </a:lnTo>
                    <a:lnTo>
                      <a:pt x="444" y="8207"/>
                    </a:lnTo>
                    <a:cubicBezTo>
                      <a:pt x="555" y="8374"/>
                      <a:pt x="666" y="8540"/>
                      <a:pt x="777" y="8706"/>
                    </a:cubicBezTo>
                    <a:cubicBezTo>
                      <a:pt x="722" y="8429"/>
                      <a:pt x="722" y="8207"/>
                      <a:pt x="777" y="7985"/>
                    </a:cubicBezTo>
                    <a:lnTo>
                      <a:pt x="943" y="7154"/>
                    </a:lnTo>
                    <a:cubicBezTo>
                      <a:pt x="1276" y="5490"/>
                      <a:pt x="2496" y="4159"/>
                      <a:pt x="4104" y="3605"/>
                    </a:cubicBezTo>
                    <a:cubicBezTo>
                      <a:pt x="4215" y="3549"/>
                      <a:pt x="4381" y="3549"/>
                      <a:pt x="4548" y="3549"/>
                    </a:cubicBezTo>
                    <a:cubicBezTo>
                      <a:pt x="4880" y="3549"/>
                      <a:pt x="5213" y="3660"/>
                      <a:pt x="5490" y="3937"/>
                    </a:cubicBezTo>
                    <a:cubicBezTo>
                      <a:pt x="5546" y="3993"/>
                      <a:pt x="5601" y="4048"/>
                      <a:pt x="5657" y="4104"/>
                    </a:cubicBezTo>
                    <a:cubicBezTo>
                      <a:pt x="5878" y="4381"/>
                      <a:pt x="5934" y="4658"/>
                      <a:pt x="5934" y="4991"/>
                    </a:cubicBezTo>
                    <a:cubicBezTo>
                      <a:pt x="5934" y="5046"/>
                      <a:pt x="5934" y="5157"/>
                      <a:pt x="5934" y="5213"/>
                    </a:cubicBezTo>
                    <a:lnTo>
                      <a:pt x="5768" y="6045"/>
                    </a:lnTo>
                    <a:cubicBezTo>
                      <a:pt x="5712" y="6211"/>
                      <a:pt x="5657" y="6433"/>
                      <a:pt x="5601" y="6599"/>
                    </a:cubicBezTo>
                    <a:cubicBezTo>
                      <a:pt x="5102" y="7930"/>
                      <a:pt x="4104" y="8984"/>
                      <a:pt x="2773" y="9538"/>
                    </a:cubicBezTo>
                    <a:lnTo>
                      <a:pt x="2940" y="9538"/>
                    </a:lnTo>
                    <a:cubicBezTo>
                      <a:pt x="3217" y="9483"/>
                      <a:pt x="3439" y="9427"/>
                      <a:pt x="3660" y="9372"/>
                    </a:cubicBezTo>
                    <a:cubicBezTo>
                      <a:pt x="4936" y="8928"/>
                      <a:pt x="6045" y="8152"/>
                      <a:pt x="6877" y="7098"/>
                    </a:cubicBezTo>
                    <a:lnTo>
                      <a:pt x="6987" y="7098"/>
                    </a:lnTo>
                    <a:lnTo>
                      <a:pt x="7098" y="6765"/>
                    </a:lnTo>
                    <a:lnTo>
                      <a:pt x="7265" y="6544"/>
                    </a:lnTo>
                    <a:cubicBezTo>
                      <a:pt x="7708" y="5823"/>
                      <a:pt x="7986" y="5046"/>
                      <a:pt x="8152" y="4270"/>
                    </a:cubicBezTo>
                    <a:lnTo>
                      <a:pt x="8374" y="3272"/>
                    </a:lnTo>
                    <a:cubicBezTo>
                      <a:pt x="8374" y="3217"/>
                      <a:pt x="8374" y="3217"/>
                      <a:pt x="8374" y="3217"/>
                    </a:cubicBezTo>
                    <a:cubicBezTo>
                      <a:pt x="8374" y="3161"/>
                      <a:pt x="8374" y="3106"/>
                      <a:pt x="8374" y="3050"/>
                    </a:cubicBezTo>
                    <a:lnTo>
                      <a:pt x="8374" y="2995"/>
                    </a:lnTo>
                    <a:lnTo>
                      <a:pt x="8374" y="2939"/>
                    </a:lnTo>
                    <a:lnTo>
                      <a:pt x="8374" y="2718"/>
                    </a:lnTo>
                    <a:cubicBezTo>
                      <a:pt x="8374" y="2329"/>
                      <a:pt x="8318" y="1886"/>
                      <a:pt x="8097" y="1498"/>
                    </a:cubicBezTo>
                    <a:cubicBezTo>
                      <a:pt x="7986" y="1220"/>
                      <a:pt x="7764" y="943"/>
                      <a:pt x="7487" y="721"/>
                    </a:cubicBezTo>
                    <a:cubicBezTo>
                      <a:pt x="7209" y="444"/>
                      <a:pt x="6932" y="278"/>
                      <a:pt x="6544" y="167"/>
                    </a:cubicBezTo>
                    <a:cubicBezTo>
                      <a:pt x="6488" y="111"/>
                      <a:pt x="6378" y="111"/>
                      <a:pt x="6211" y="56"/>
                    </a:cubicBezTo>
                    <a:cubicBezTo>
                      <a:pt x="6045" y="56"/>
                      <a:pt x="5878" y="0"/>
                      <a:pt x="5712" y="0"/>
                    </a:cubicBezTo>
                    <a:close/>
                  </a:path>
                </a:pathLst>
              </a:custGeom>
              <a:solidFill>
                <a:srgbClr val="7D92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48"/>
              <p:cNvSpPr/>
              <p:nvPr/>
            </p:nvSpPr>
            <p:spPr>
              <a:xfrm>
                <a:off x="3747600" y="21678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48"/>
              <p:cNvSpPr/>
              <p:nvPr/>
            </p:nvSpPr>
            <p:spPr>
              <a:xfrm>
                <a:off x="3678275" y="1929725"/>
                <a:ext cx="20935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8374" h="9525" extrusionOk="0">
                    <a:moveTo>
                      <a:pt x="5546" y="0"/>
                    </a:moveTo>
                    <a:cubicBezTo>
                      <a:pt x="5490" y="0"/>
                      <a:pt x="5435" y="14"/>
                      <a:pt x="5379" y="42"/>
                    </a:cubicBezTo>
                    <a:cubicBezTo>
                      <a:pt x="5213" y="42"/>
                      <a:pt x="5102" y="42"/>
                      <a:pt x="4991" y="97"/>
                    </a:cubicBezTo>
                    <a:lnTo>
                      <a:pt x="4825" y="153"/>
                    </a:lnTo>
                    <a:cubicBezTo>
                      <a:pt x="4603" y="208"/>
                      <a:pt x="4381" y="319"/>
                      <a:pt x="4159" y="430"/>
                    </a:cubicBezTo>
                    <a:cubicBezTo>
                      <a:pt x="2829" y="1040"/>
                      <a:pt x="1720" y="2038"/>
                      <a:pt x="1054" y="3314"/>
                    </a:cubicBezTo>
                    <a:lnTo>
                      <a:pt x="1054" y="3369"/>
                    </a:lnTo>
                    <a:cubicBezTo>
                      <a:pt x="888" y="3591"/>
                      <a:pt x="777" y="3868"/>
                      <a:pt x="666" y="4145"/>
                    </a:cubicBezTo>
                    <a:lnTo>
                      <a:pt x="278" y="4922"/>
                    </a:lnTo>
                    <a:lnTo>
                      <a:pt x="389" y="4922"/>
                    </a:lnTo>
                    <a:cubicBezTo>
                      <a:pt x="333" y="4977"/>
                      <a:pt x="333" y="5032"/>
                      <a:pt x="333" y="5088"/>
                    </a:cubicBezTo>
                    <a:cubicBezTo>
                      <a:pt x="333" y="5143"/>
                      <a:pt x="333" y="5199"/>
                      <a:pt x="333" y="5254"/>
                    </a:cubicBezTo>
                    <a:lnTo>
                      <a:pt x="112" y="6252"/>
                    </a:lnTo>
                    <a:cubicBezTo>
                      <a:pt x="1" y="6696"/>
                      <a:pt x="1" y="7195"/>
                      <a:pt x="167" y="7639"/>
                    </a:cubicBezTo>
                    <a:cubicBezTo>
                      <a:pt x="167" y="7750"/>
                      <a:pt x="222" y="7861"/>
                      <a:pt x="278" y="7971"/>
                    </a:cubicBezTo>
                    <a:lnTo>
                      <a:pt x="333" y="8082"/>
                    </a:lnTo>
                    <a:lnTo>
                      <a:pt x="444" y="8193"/>
                    </a:lnTo>
                    <a:cubicBezTo>
                      <a:pt x="555" y="8360"/>
                      <a:pt x="666" y="8526"/>
                      <a:pt x="777" y="8692"/>
                    </a:cubicBezTo>
                    <a:cubicBezTo>
                      <a:pt x="722" y="8415"/>
                      <a:pt x="722" y="8193"/>
                      <a:pt x="777" y="7971"/>
                    </a:cubicBezTo>
                    <a:lnTo>
                      <a:pt x="943" y="7140"/>
                    </a:lnTo>
                    <a:cubicBezTo>
                      <a:pt x="1276" y="5476"/>
                      <a:pt x="2496" y="4145"/>
                      <a:pt x="4104" y="3591"/>
                    </a:cubicBezTo>
                    <a:cubicBezTo>
                      <a:pt x="4215" y="3535"/>
                      <a:pt x="4381" y="3535"/>
                      <a:pt x="4548" y="3535"/>
                    </a:cubicBezTo>
                    <a:cubicBezTo>
                      <a:pt x="4880" y="3535"/>
                      <a:pt x="5213" y="3646"/>
                      <a:pt x="5490" y="3923"/>
                    </a:cubicBezTo>
                    <a:cubicBezTo>
                      <a:pt x="5546" y="3979"/>
                      <a:pt x="5601" y="4034"/>
                      <a:pt x="5657" y="4090"/>
                    </a:cubicBezTo>
                    <a:cubicBezTo>
                      <a:pt x="5878" y="4367"/>
                      <a:pt x="5934" y="4644"/>
                      <a:pt x="5934" y="4977"/>
                    </a:cubicBezTo>
                    <a:cubicBezTo>
                      <a:pt x="5934" y="5032"/>
                      <a:pt x="5934" y="5143"/>
                      <a:pt x="5934" y="5199"/>
                    </a:cubicBezTo>
                    <a:lnTo>
                      <a:pt x="5768" y="6031"/>
                    </a:lnTo>
                    <a:cubicBezTo>
                      <a:pt x="5712" y="6197"/>
                      <a:pt x="5657" y="6419"/>
                      <a:pt x="5601" y="6585"/>
                    </a:cubicBezTo>
                    <a:cubicBezTo>
                      <a:pt x="5102" y="7916"/>
                      <a:pt x="4104" y="8970"/>
                      <a:pt x="2773" y="9524"/>
                    </a:cubicBezTo>
                    <a:lnTo>
                      <a:pt x="2940" y="9524"/>
                    </a:lnTo>
                    <a:cubicBezTo>
                      <a:pt x="3217" y="9469"/>
                      <a:pt x="3439" y="9413"/>
                      <a:pt x="3660" y="9358"/>
                    </a:cubicBezTo>
                    <a:cubicBezTo>
                      <a:pt x="4936" y="8914"/>
                      <a:pt x="6045" y="8138"/>
                      <a:pt x="6877" y="7084"/>
                    </a:cubicBezTo>
                    <a:lnTo>
                      <a:pt x="6987" y="7084"/>
                    </a:lnTo>
                    <a:lnTo>
                      <a:pt x="7098" y="6807"/>
                    </a:lnTo>
                    <a:lnTo>
                      <a:pt x="7265" y="6530"/>
                    </a:lnTo>
                    <a:cubicBezTo>
                      <a:pt x="7708" y="5809"/>
                      <a:pt x="7986" y="5088"/>
                      <a:pt x="8152" y="4256"/>
                    </a:cubicBezTo>
                    <a:lnTo>
                      <a:pt x="8374" y="3258"/>
                    </a:lnTo>
                    <a:cubicBezTo>
                      <a:pt x="8374" y="3258"/>
                      <a:pt x="8374" y="3203"/>
                      <a:pt x="8374" y="3203"/>
                    </a:cubicBezTo>
                    <a:cubicBezTo>
                      <a:pt x="8374" y="3147"/>
                      <a:pt x="8374" y="3092"/>
                      <a:pt x="8374" y="3036"/>
                    </a:cubicBezTo>
                    <a:lnTo>
                      <a:pt x="8374" y="2981"/>
                    </a:lnTo>
                    <a:lnTo>
                      <a:pt x="8374" y="2925"/>
                    </a:lnTo>
                    <a:lnTo>
                      <a:pt x="8374" y="2704"/>
                    </a:lnTo>
                    <a:cubicBezTo>
                      <a:pt x="8374" y="2315"/>
                      <a:pt x="8318" y="1872"/>
                      <a:pt x="8097" y="1539"/>
                    </a:cubicBezTo>
                    <a:cubicBezTo>
                      <a:pt x="7930" y="1206"/>
                      <a:pt x="7764" y="929"/>
                      <a:pt x="7487" y="707"/>
                    </a:cubicBezTo>
                    <a:cubicBezTo>
                      <a:pt x="7209" y="486"/>
                      <a:pt x="6932" y="264"/>
                      <a:pt x="6544" y="153"/>
                    </a:cubicBezTo>
                    <a:cubicBezTo>
                      <a:pt x="6433" y="97"/>
                      <a:pt x="6322" y="97"/>
                      <a:pt x="6211" y="97"/>
                    </a:cubicBezTo>
                    <a:cubicBezTo>
                      <a:pt x="6045" y="42"/>
                      <a:pt x="5878" y="42"/>
                      <a:pt x="5712" y="42"/>
                    </a:cubicBezTo>
                    <a:cubicBezTo>
                      <a:pt x="5657" y="14"/>
                      <a:pt x="5601" y="0"/>
                      <a:pt x="55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48"/>
              <p:cNvSpPr/>
              <p:nvPr/>
            </p:nvSpPr>
            <p:spPr>
              <a:xfrm>
                <a:off x="3650825" y="1977900"/>
                <a:ext cx="216000" cy="237925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9517" extrusionOk="0">
                    <a:moveTo>
                      <a:pt x="5701" y="1608"/>
                    </a:moveTo>
                    <a:cubicBezTo>
                      <a:pt x="6034" y="1608"/>
                      <a:pt x="6367" y="1719"/>
                      <a:pt x="6644" y="1996"/>
                    </a:cubicBezTo>
                    <a:cubicBezTo>
                      <a:pt x="6699" y="2052"/>
                      <a:pt x="6755" y="2107"/>
                      <a:pt x="6810" y="2163"/>
                    </a:cubicBezTo>
                    <a:cubicBezTo>
                      <a:pt x="7032" y="2440"/>
                      <a:pt x="7087" y="2717"/>
                      <a:pt x="7087" y="3050"/>
                    </a:cubicBezTo>
                    <a:cubicBezTo>
                      <a:pt x="7087" y="3105"/>
                      <a:pt x="7087" y="3161"/>
                      <a:pt x="7087" y="3272"/>
                    </a:cubicBezTo>
                    <a:lnTo>
                      <a:pt x="6921" y="4048"/>
                    </a:lnTo>
                    <a:cubicBezTo>
                      <a:pt x="6866" y="4270"/>
                      <a:pt x="6810" y="4436"/>
                      <a:pt x="6755" y="4658"/>
                    </a:cubicBezTo>
                    <a:cubicBezTo>
                      <a:pt x="6256" y="5989"/>
                      <a:pt x="5257" y="7043"/>
                      <a:pt x="3927" y="7542"/>
                    </a:cubicBezTo>
                    <a:lnTo>
                      <a:pt x="3871" y="7597"/>
                    </a:lnTo>
                    <a:lnTo>
                      <a:pt x="3705" y="7652"/>
                    </a:lnTo>
                    <a:cubicBezTo>
                      <a:pt x="3569" y="7694"/>
                      <a:pt x="3429" y="7714"/>
                      <a:pt x="3291" y="7714"/>
                    </a:cubicBezTo>
                    <a:cubicBezTo>
                      <a:pt x="2692" y="7714"/>
                      <a:pt x="2110" y="7340"/>
                      <a:pt x="1930" y="6710"/>
                    </a:cubicBezTo>
                    <a:cubicBezTo>
                      <a:pt x="1875" y="6488"/>
                      <a:pt x="1875" y="6266"/>
                      <a:pt x="1930" y="6044"/>
                    </a:cubicBezTo>
                    <a:lnTo>
                      <a:pt x="2097" y="5213"/>
                    </a:lnTo>
                    <a:cubicBezTo>
                      <a:pt x="2429" y="3549"/>
                      <a:pt x="3649" y="2218"/>
                      <a:pt x="5257" y="1664"/>
                    </a:cubicBezTo>
                    <a:cubicBezTo>
                      <a:pt x="5368" y="1608"/>
                      <a:pt x="5535" y="1608"/>
                      <a:pt x="5701" y="1608"/>
                    </a:cubicBezTo>
                    <a:close/>
                    <a:moveTo>
                      <a:pt x="5701" y="0"/>
                    </a:moveTo>
                    <a:cubicBezTo>
                      <a:pt x="5479" y="0"/>
                      <a:pt x="5313" y="56"/>
                      <a:pt x="5147" y="111"/>
                    </a:cubicBezTo>
                    <a:cubicBezTo>
                      <a:pt x="3594" y="610"/>
                      <a:pt x="2319" y="1664"/>
                      <a:pt x="1487" y="2995"/>
                    </a:cubicBezTo>
                    <a:cubicBezTo>
                      <a:pt x="1043" y="3715"/>
                      <a:pt x="766" y="4436"/>
                      <a:pt x="544" y="5268"/>
                    </a:cubicBezTo>
                    <a:lnTo>
                      <a:pt x="378" y="6266"/>
                    </a:lnTo>
                    <a:cubicBezTo>
                      <a:pt x="0" y="8012"/>
                      <a:pt x="1349" y="9517"/>
                      <a:pt x="2990" y="9517"/>
                    </a:cubicBezTo>
                    <a:cubicBezTo>
                      <a:pt x="3277" y="9517"/>
                      <a:pt x="3574" y="9471"/>
                      <a:pt x="3871" y="9371"/>
                    </a:cubicBezTo>
                    <a:cubicBezTo>
                      <a:pt x="5313" y="8872"/>
                      <a:pt x="6533" y="7874"/>
                      <a:pt x="7365" y="6599"/>
                    </a:cubicBezTo>
                    <a:cubicBezTo>
                      <a:pt x="7420" y="6488"/>
                      <a:pt x="7420" y="6433"/>
                      <a:pt x="7476" y="6322"/>
                    </a:cubicBezTo>
                    <a:cubicBezTo>
                      <a:pt x="7531" y="6266"/>
                      <a:pt x="7531" y="6266"/>
                      <a:pt x="7531" y="6211"/>
                    </a:cubicBezTo>
                    <a:cubicBezTo>
                      <a:pt x="7586" y="6211"/>
                      <a:pt x="7642" y="6155"/>
                      <a:pt x="7642" y="6100"/>
                    </a:cubicBezTo>
                    <a:lnTo>
                      <a:pt x="7697" y="5934"/>
                    </a:lnTo>
                    <a:cubicBezTo>
                      <a:pt x="7753" y="5934"/>
                      <a:pt x="7753" y="5878"/>
                      <a:pt x="7808" y="5823"/>
                    </a:cubicBezTo>
                    <a:cubicBezTo>
                      <a:pt x="7808" y="5712"/>
                      <a:pt x="7864" y="5656"/>
                      <a:pt x="7919" y="5545"/>
                    </a:cubicBezTo>
                    <a:cubicBezTo>
                      <a:pt x="7919" y="5545"/>
                      <a:pt x="7975" y="5379"/>
                      <a:pt x="8030" y="5324"/>
                    </a:cubicBezTo>
                    <a:lnTo>
                      <a:pt x="8085" y="5213"/>
                    </a:lnTo>
                    <a:cubicBezTo>
                      <a:pt x="8085" y="5046"/>
                      <a:pt x="8141" y="4935"/>
                      <a:pt x="8196" y="4824"/>
                    </a:cubicBezTo>
                    <a:cubicBezTo>
                      <a:pt x="8252" y="4603"/>
                      <a:pt x="8307" y="4436"/>
                      <a:pt x="8363" y="4215"/>
                    </a:cubicBezTo>
                    <a:lnTo>
                      <a:pt x="8585" y="3161"/>
                    </a:lnTo>
                    <a:cubicBezTo>
                      <a:pt x="8585" y="2995"/>
                      <a:pt x="8585" y="2828"/>
                      <a:pt x="8640" y="2662"/>
                    </a:cubicBezTo>
                    <a:lnTo>
                      <a:pt x="8640" y="2496"/>
                    </a:lnTo>
                    <a:cubicBezTo>
                      <a:pt x="8585" y="2496"/>
                      <a:pt x="8585" y="2440"/>
                      <a:pt x="8640" y="2440"/>
                    </a:cubicBezTo>
                    <a:cubicBezTo>
                      <a:pt x="8640" y="2385"/>
                      <a:pt x="8640" y="2385"/>
                      <a:pt x="8640" y="2329"/>
                    </a:cubicBezTo>
                    <a:lnTo>
                      <a:pt x="8640" y="2218"/>
                    </a:lnTo>
                    <a:cubicBezTo>
                      <a:pt x="8640" y="2163"/>
                      <a:pt x="8640" y="2107"/>
                      <a:pt x="8640" y="2052"/>
                    </a:cubicBezTo>
                    <a:cubicBezTo>
                      <a:pt x="8640" y="1941"/>
                      <a:pt x="8585" y="1886"/>
                      <a:pt x="8529" y="1775"/>
                    </a:cubicBezTo>
                    <a:cubicBezTo>
                      <a:pt x="8529" y="1719"/>
                      <a:pt x="8529" y="1664"/>
                      <a:pt x="8474" y="1664"/>
                    </a:cubicBezTo>
                    <a:cubicBezTo>
                      <a:pt x="8474" y="1553"/>
                      <a:pt x="8418" y="1497"/>
                      <a:pt x="8418" y="1442"/>
                    </a:cubicBezTo>
                    <a:cubicBezTo>
                      <a:pt x="8363" y="1387"/>
                      <a:pt x="8363" y="1387"/>
                      <a:pt x="8363" y="1331"/>
                    </a:cubicBezTo>
                    <a:lnTo>
                      <a:pt x="8363" y="1276"/>
                    </a:lnTo>
                    <a:cubicBezTo>
                      <a:pt x="8307" y="1220"/>
                      <a:pt x="8252" y="1165"/>
                      <a:pt x="8196" y="1054"/>
                    </a:cubicBezTo>
                    <a:cubicBezTo>
                      <a:pt x="8085" y="887"/>
                      <a:pt x="7975" y="777"/>
                      <a:pt x="7808" y="610"/>
                    </a:cubicBezTo>
                    <a:cubicBezTo>
                      <a:pt x="7697" y="555"/>
                      <a:pt x="7642" y="499"/>
                      <a:pt x="7531" y="444"/>
                    </a:cubicBezTo>
                    <a:lnTo>
                      <a:pt x="7420" y="333"/>
                    </a:lnTo>
                    <a:lnTo>
                      <a:pt x="7309" y="277"/>
                    </a:lnTo>
                    <a:lnTo>
                      <a:pt x="7254" y="277"/>
                    </a:lnTo>
                    <a:lnTo>
                      <a:pt x="7198" y="222"/>
                    </a:lnTo>
                    <a:lnTo>
                      <a:pt x="7087" y="167"/>
                    </a:lnTo>
                    <a:lnTo>
                      <a:pt x="6976" y="111"/>
                    </a:lnTo>
                    <a:cubicBezTo>
                      <a:pt x="6866" y="56"/>
                      <a:pt x="6755" y="56"/>
                      <a:pt x="6644" y="56"/>
                    </a:cubicBezTo>
                    <a:lnTo>
                      <a:pt x="64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48"/>
              <p:cNvSpPr/>
              <p:nvPr/>
            </p:nvSpPr>
            <p:spPr>
              <a:xfrm>
                <a:off x="3699075" y="2147025"/>
                <a:ext cx="1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6" h="1" extrusionOk="0">
                    <a:moveTo>
                      <a:pt x="56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48"/>
              <p:cNvSpPr/>
              <p:nvPr/>
            </p:nvSpPr>
            <p:spPr>
              <a:xfrm>
                <a:off x="3747600" y="21678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48"/>
              <p:cNvSpPr/>
              <p:nvPr/>
            </p:nvSpPr>
            <p:spPr>
              <a:xfrm>
                <a:off x="3925025" y="1929375"/>
                <a:ext cx="210750" cy="238475"/>
              </a:xfrm>
              <a:custGeom>
                <a:avLst/>
                <a:gdLst/>
                <a:ahLst/>
                <a:cxnLst/>
                <a:rect l="l" t="t" r="r" b="b"/>
                <a:pathLst>
                  <a:path w="8430" h="9539" extrusionOk="0">
                    <a:moveTo>
                      <a:pt x="5380" y="0"/>
                    </a:moveTo>
                    <a:cubicBezTo>
                      <a:pt x="5269" y="56"/>
                      <a:pt x="5158" y="56"/>
                      <a:pt x="5047" y="111"/>
                    </a:cubicBezTo>
                    <a:lnTo>
                      <a:pt x="4825" y="167"/>
                    </a:lnTo>
                    <a:cubicBezTo>
                      <a:pt x="3217" y="721"/>
                      <a:pt x="1886" y="1830"/>
                      <a:pt x="1055" y="3328"/>
                    </a:cubicBezTo>
                    <a:lnTo>
                      <a:pt x="1055" y="3383"/>
                    </a:lnTo>
                    <a:cubicBezTo>
                      <a:pt x="888" y="3605"/>
                      <a:pt x="777" y="3882"/>
                      <a:pt x="666" y="4159"/>
                    </a:cubicBezTo>
                    <a:lnTo>
                      <a:pt x="278" y="4936"/>
                    </a:lnTo>
                    <a:lnTo>
                      <a:pt x="389" y="4936"/>
                    </a:lnTo>
                    <a:lnTo>
                      <a:pt x="334" y="5102"/>
                    </a:lnTo>
                    <a:lnTo>
                      <a:pt x="278" y="5268"/>
                    </a:lnTo>
                    <a:lnTo>
                      <a:pt x="56" y="6266"/>
                    </a:lnTo>
                    <a:cubicBezTo>
                      <a:pt x="1" y="6710"/>
                      <a:pt x="1" y="7209"/>
                      <a:pt x="167" y="7653"/>
                    </a:cubicBezTo>
                    <a:cubicBezTo>
                      <a:pt x="167" y="7764"/>
                      <a:pt x="223" y="7875"/>
                      <a:pt x="278" y="7985"/>
                    </a:cubicBezTo>
                    <a:cubicBezTo>
                      <a:pt x="278" y="7985"/>
                      <a:pt x="334" y="8096"/>
                      <a:pt x="334" y="8096"/>
                    </a:cubicBezTo>
                    <a:lnTo>
                      <a:pt x="389" y="8207"/>
                    </a:lnTo>
                    <a:cubicBezTo>
                      <a:pt x="500" y="8374"/>
                      <a:pt x="611" y="8540"/>
                      <a:pt x="777" y="8706"/>
                    </a:cubicBezTo>
                    <a:cubicBezTo>
                      <a:pt x="722" y="8429"/>
                      <a:pt x="722" y="8207"/>
                      <a:pt x="777" y="7985"/>
                    </a:cubicBezTo>
                    <a:lnTo>
                      <a:pt x="944" y="7154"/>
                    </a:lnTo>
                    <a:cubicBezTo>
                      <a:pt x="1276" y="5490"/>
                      <a:pt x="2496" y="4159"/>
                      <a:pt x="4104" y="3605"/>
                    </a:cubicBezTo>
                    <a:cubicBezTo>
                      <a:pt x="4215" y="3549"/>
                      <a:pt x="4382" y="3549"/>
                      <a:pt x="4548" y="3549"/>
                    </a:cubicBezTo>
                    <a:cubicBezTo>
                      <a:pt x="4881" y="3549"/>
                      <a:pt x="5213" y="3660"/>
                      <a:pt x="5491" y="3937"/>
                    </a:cubicBezTo>
                    <a:cubicBezTo>
                      <a:pt x="5546" y="3993"/>
                      <a:pt x="5602" y="4048"/>
                      <a:pt x="5657" y="4104"/>
                    </a:cubicBezTo>
                    <a:cubicBezTo>
                      <a:pt x="5823" y="4381"/>
                      <a:pt x="5934" y="4658"/>
                      <a:pt x="5934" y="4991"/>
                    </a:cubicBezTo>
                    <a:cubicBezTo>
                      <a:pt x="5934" y="5046"/>
                      <a:pt x="5934" y="5157"/>
                      <a:pt x="5934" y="5213"/>
                    </a:cubicBezTo>
                    <a:lnTo>
                      <a:pt x="5712" y="6045"/>
                    </a:lnTo>
                    <a:cubicBezTo>
                      <a:pt x="5712" y="6211"/>
                      <a:pt x="5657" y="6433"/>
                      <a:pt x="5602" y="6599"/>
                    </a:cubicBezTo>
                    <a:cubicBezTo>
                      <a:pt x="5102" y="7930"/>
                      <a:pt x="4104" y="8984"/>
                      <a:pt x="2774" y="9538"/>
                    </a:cubicBezTo>
                    <a:lnTo>
                      <a:pt x="2940" y="9538"/>
                    </a:lnTo>
                    <a:cubicBezTo>
                      <a:pt x="3162" y="9483"/>
                      <a:pt x="3383" y="9427"/>
                      <a:pt x="3605" y="9372"/>
                    </a:cubicBezTo>
                    <a:cubicBezTo>
                      <a:pt x="4881" y="8928"/>
                      <a:pt x="6045" y="8152"/>
                      <a:pt x="6877" y="7098"/>
                    </a:cubicBezTo>
                    <a:lnTo>
                      <a:pt x="6988" y="7098"/>
                    </a:lnTo>
                    <a:lnTo>
                      <a:pt x="7099" y="6765"/>
                    </a:lnTo>
                    <a:lnTo>
                      <a:pt x="7265" y="6544"/>
                    </a:lnTo>
                    <a:cubicBezTo>
                      <a:pt x="7709" y="5823"/>
                      <a:pt x="8041" y="5046"/>
                      <a:pt x="8208" y="4270"/>
                    </a:cubicBezTo>
                    <a:lnTo>
                      <a:pt x="8374" y="3272"/>
                    </a:lnTo>
                    <a:cubicBezTo>
                      <a:pt x="8374" y="3217"/>
                      <a:pt x="8374" y="3217"/>
                      <a:pt x="8374" y="3217"/>
                    </a:cubicBezTo>
                    <a:cubicBezTo>
                      <a:pt x="8374" y="3161"/>
                      <a:pt x="8374" y="3106"/>
                      <a:pt x="8374" y="3050"/>
                    </a:cubicBezTo>
                    <a:cubicBezTo>
                      <a:pt x="8374" y="3050"/>
                      <a:pt x="8374" y="2995"/>
                      <a:pt x="8374" y="2995"/>
                    </a:cubicBezTo>
                    <a:cubicBezTo>
                      <a:pt x="8374" y="2995"/>
                      <a:pt x="8374" y="2939"/>
                      <a:pt x="8374" y="2939"/>
                    </a:cubicBezTo>
                    <a:lnTo>
                      <a:pt x="8374" y="2718"/>
                    </a:lnTo>
                    <a:cubicBezTo>
                      <a:pt x="8430" y="2329"/>
                      <a:pt x="8319" y="1886"/>
                      <a:pt x="8097" y="1498"/>
                    </a:cubicBezTo>
                    <a:cubicBezTo>
                      <a:pt x="7986" y="1220"/>
                      <a:pt x="7764" y="943"/>
                      <a:pt x="7487" y="721"/>
                    </a:cubicBezTo>
                    <a:cubicBezTo>
                      <a:pt x="7210" y="444"/>
                      <a:pt x="6932" y="278"/>
                      <a:pt x="6600" y="167"/>
                    </a:cubicBezTo>
                    <a:cubicBezTo>
                      <a:pt x="6489" y="111"/>
                      <a:pt x="6378" y="111"/>
                      <a:pt x="6267" y="56"/>
                    </a:cubicBezTo>
                    <a:cubicBezTo>
                      <a:pt x="6045" y="56"/>
                      <a:pt x="5879" y="0"/>
                      <a:pt x="5712" y="0"/>
                    </a:cubicBezTo>
                    <a:close/>
                  </a:path>
                </a:pathLst>
              </a:custGeom>
              <a:solidFill>
                <a:srgbClr val="7D92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48"/>
              <p:cNvSpPr/>
              <p:nvPr/>
            </p:nvSpPr>
            <p:spPr>
              <a:xfrm>
                <a:off x="3992975" y="21678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2542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48"/>
              <p:cNvSpPr/>
              <p:nvPr/>
            </p:nvSpPr>
            <p:spPr>
              <a:xfrm>
                <a:off x="3925025" y="1929725"/>
                <a:ext cx="20937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8375" h="9525" extrusionOk="0">
                    <a:moveTo>
                      <a:pt x="5546" y="0"/>
                    </a:moveTo>
                    <a:cubicBezTo>
                      <a:pt x="5491" y="0"/>
                      <a:pt x="5435" y="14"/>
                      <a:pt x="5380" y="42"/>
                    </a:cubicBezTo>
                    <a:cubicBezTo>
                      <a:pt x="5213" y="42"/>
                      <a:pt x="5102" y="42"/>
                      <a:pt x="4992" y="97"/>
                    </a:cubicBezTo>
                    <a:lnTo>
                      <a:pt x="4825" y="153"/>
                    </a:lnTo>
                    <a:cubicBezTo>
                      <a:pt x="4603" y="208"/>
                      <a:pt x="4382" y="319"/>
                      <a:pt x="4160" y="430"/>
                    </a:cubicBezTo>
                    <a:cubicBezTo>
                      <a:pt x="2829" y="1040"/>
                      <a:pt x="1720" y="2038"/>
                      <a:pt x="1055" y="3314"/>
                    </a:cubicBezTo>
                    <a:lnTo>
                      <a:pt x="1055" y="3369"/>
                    </a:lnTo>
                    <a:cubicBezTo>
                      <a:pt x="888" y="3591"/>
                      <a:pt x="777" y="3868"/>
                      <a:pt x="666" y="4145"/>
                    </a:cubicBezTo>
                    <a:lnTo>
                      <a:pt x="278" y="4922"/>
                    </a:lnTo>
                    <a:lnTo>
                      <a:pt x="389" y="4922"/>
                    </a:lnTo>
                    <a:lnTo>
                      <a:pt x="334" y="5088"/>
                    </a:lnTo>
                    <a:cubicBezTo>
                      <a:pt x="334" y="5143"/>
                      <a:pt x="334" y="5199"/>
                      <a:pt x="278" y="5254"/>
                    </a:cubicBezTo>
                    <a:lnTo>
                      <a:pt x="56" y="6252"/>
                    </a:lnTo>
                    <a:cubicBezTo>
                      <a:pt x="1" y="6696"/>
                      <a:pt x="1" y="7195"/>
                      <a:pt x="167" y="7639"/>
                    </a:cubicBezTo>
                    <a:cubicBezTo>
                      <a:pt x="167" y="7750"/>
                      <a:pt x="223" y="7861"/>
                      <a:pt x="278" y="7971"/>
                    </a:cubicBezTo>
                    <a:cubicBezTo>
                      <a:pt x="278" y="7971"/>
                      <a:pt x="334" y="8082"/>
                      <a:pt x="334" y="8082"/>
                    </a:cubicBezTo>
                    <a:lnTo>
                      <a:pt x="389" y="8193"/>
                    </a:lnTo>
                    <a:cubicBezTo>
                      <a:pt x="500" y="8360"/>
                      <a:pt x="611" y="8526"/>
                      <a:pt x="777" y="8692"/>
                    </a:cubicBezTo>
                    <a:cubicBezTo>
                      <a:pt x="722" y="8415"/>
                      <a:pt x="722" y="8193"/>
                      <a:pt x="777" y="7971"/>
                    </a:cubicBezTo>
                    <a:lnTo>
                      <a:pt x="944" y="7140"/>
                    </a:lnTo>
                    <a:cubicBezTo>
                      <a:pt x="1276" y="5476"/>
                      <a:pt x="2496" y="4145"/>
                      <a:pt x="4104" y="3591"/>
                    </a:cubicBezTo>
                    <a:cubicBezTo>
                      <a:pt x="4215" y="3535"/>
                      <a:pt x="4382" y="3535"/>
                      <a:pt x="4548" y="3535"/>
                    </a:cubicBezTo>
                    <a:cubicBezTo>
                      <a:pt x="4881" y="3535"/>
                      <a:pt x="5213" y="3646"/>
                      <a:pt x="5491" y="3923"/>
                    </a:cubicBezTo>
                    <a:cubicBezTo>
                      <a:pt x="5546" y="3979"/>
                      <a:pt x="5602" y="4034"/>
                      <a:pt x="5657" y="4090"/>
                    </a:cubicBezTo>
                    <a:cubicBezTo>
                      <a:pt x="5823" y="4367"/>
                      <a:pt x="5934" y="4644"/>
                      <a:pt x="5934" y="4977"/>
                    </a:cubicBezTo>
                    <a:cubicBezTo>
                      <a:pt x="5934" y="5032"/>
                      <a:pt x="5934" y="5143"/>
                      <a:pt x="5934" y="5199"/>
                    </a:cubicBezTo>
                    <a:lnTo>
                      <a:pt x="5712" y="6031"/>
                    </a:lnTo>
                    <a:cubicBezTo>
                      <a:pt x="5712" y="6197"/>
                      <a:pt x="5657" y="6419"/>
                      <a:pt x="5602" y="6585"/>
                    </a:cubicBezTo>
                    <a:cubicBezTo>
                      <a:pt x="5102" y="7916"/>
                      <a:pt x="4104" y="8970"/>
                      <a:pt x="2774" y="9524"/>
                    </a:cubicBezTo>
                    <a:lnTo>
                      <a:pt x="2940" y="9524"/>
                    </a:lnTo>
                    <a:cubicBezTo>
                      <a:pt x="3162" y="9469"/>
                      <a:pt x="3383" y="9413"/>
                      <a:pt x="3605" y="9358"/>
                    </a:cubicBezTo>
                    <a:cubicBezTo>
                      <a:pt x="4881" y="8914"/>
                      <a:pt x="6045" y="8138"/>
                      <a:pt x="6877" y="7084"/>
                    </a:cubicBezTo>
                    <a:lnTo>
                      <a:pt x="6988" y="7084"/>
                    </a:lnTo>
                    <a:lnTo>
                      <a:pt x="7099" y="6807"/>
                    </a:lnTo>
                    <a:lnTo>
                      <a:pt x="7265" y="6530"/>
                    </a:lnTo>
                    <a:cubicBezTo>
                      <a:pt x="7709" y="5809"/>
                      <a:pt x="7986" y="5088"/>
                      <a:pt x="8152" y="4256"/>
                    </a:cubicBezTo>
                    <a:lnTo>
                      <a:pt x="8374" y="3258"/>
                    </a:lnTo>
                    <a:cubicBezTo>
                      <a:pt x="8374" y="3258"/>
                      <a:pt x="8374" y="3203"/>
                      <a:pt x="8374" y="3203"/>
                    </a:cubicBezTo>
                    <a:cubicBezTo>
                      <a:pt x="8374" y="3147"/>
                      <a:pt x="8374" y="3092"/>
                      <a:pt x="8374" y="3036"/>
                    </a:cubicBezTo>
                    <a:cubicBezTo>
                      <a:pt x="8374" y="3036"/>
                      <a:pt x="8374" y="2981"/>
                      <a:pt x="8374" y="2981"/>
                    </a:cubicBezTo>
                    <a:cubicBezTo>
                      <a:pt x="8374" y="2981"/>
                      <a:pt x="8374" y="2925"/>
                      <a:pt x="8374" y="2925"/>
                    </a:cubicBezTo>
                    <a:lnTo>
                      <a:pt x="8374" y="2704"/>
                    </a:lnTo>
                    <a:cubicBezTo>
                      <a:pt x="8374" y="2315"/>
                      <a:pt x="8319" y="1872"/>
                      <a:pt x="8097" y="1539"/>
                    </a:cubicBezTo>
                    <a:cubicBezTo>
                      <a:pt x="7930" y="1206"/>
                      <a:pt x="7764" y="929"/>
                      <a:pt x="7487" y="707"/>
                    </a:cubicBezTo>
                    <a:cubicBezTo>
                      <a:pt x="7210" y="486"/>
                      <a:pt x="6877" y="264"/>
                      <a:pt x="6544" y="153"/>
                    </a:cubicBezTo>
                    <a:cubicBezTo>
                      <a:pt x="6433" y="97"/>
                      <a:pt x="6322" y="97"/>
                      <a:pt x="6211" y="97"/>
                    </a:cubicBezTo>
                    <a:cubicBezTo>
                      <a:pt x="6045" y="42"/>
                      <a:pt x="5879" y="42"/>
                      <a:pt x="5712" y="42"/>
                    </a:cubicBezTo>
                    <a:cubicBezTo>
                      <a:pt x="5657" y="14"/>
                      <a:pt x="5602" y="0"/>
                      <a:pt x="55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48"/>
              <p:cNvSpPr/>
              <p:nvPr/>
            </p:nvSpPr>
            <p:spPr>
              <a:xfrm>
                <a:off x="3898675" y="1977900"/>
                <a:ext cx="21492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8597" h="9497" extrusionOk="0">
                    <a:moveTo>
                      <a:pt x="5657" y="1608"/>
                    </a:moveTo>
                    <a:cubicBezTo>
                      <a:pt x="5990" y="1608"/>
                      <a:pt x="6378" y="1719"/>
                      <a:pt x="6600" y="1996"/>
                    </a:cubicBezTo>
                    <a:cubicBezTo>
                      <a:pt x="6656" y="2052"/>
                      <a:pt x="6711" y="2107"/>
                      <a:pt x="6766" y="2163"/>
                    </a:cubicBezTo>
                    <a:cubicBezTo>
                      <a:pt x="6988" y="2440"/>
                      <a:pt x="7044" y="2717"/>
                      <a:pt x="7044" y="3050"/>
                    </a:cubicBezTo>
                    <a:cubicBezTo>
                      <a:pt x="7044" y="3105"/>
                      <a:pt x="7044" y="3161"/>
                      <a:pt x="7044" y="3272"/>
                    </a:cubicBezTo>
                    <a:lnTo>
                      <a:pt x="6877" y="4048"/>
                    </a:lnTo>
                    <a:cubicBezTo>
                      <a:pt x="6822" y="4270"/>
                      <a:pt x="6766" y="4436"/>
                      <a:pt x="6711" y="4658"/>
                    </a:cubicBezTo>
                    <a:cubicBezTo>
                      <a:pt x="6212" y="5989"/>
                      <a:pt x="5214" y="7043"/>
                      <a:pt x="3883" y="7542"/>
                    </a:cubicBezTo>
                    <a:lnTo>
                      <a:pt x="3828" y="7597"/>
                    </a:lnTo>
                    <a:lnTo>
                      <a:pt x="3661" y="7652"/>
                    </a:lnTo>
                    <a:cubicBezTo>
                      <a:pt x="3525" y="7694"/>
                      <a:pt x="3386" y="7714"/>
                      <a:pt x="3247" y="7714"/>
                    </a:cubicBezTo>
                    <a:cubicBezTo>
                      <a:pt x="2649" y="7714"/>
                      <a:pt x="2067" y="7340"/>
                      <a:pt x="1887" y="6710"/>
                    </a:cubicBezTo>
                    <a:cubicBezTo>
                      <a:pt x="1831" y="6488"/>
                      <a:pt x="1831" y="6266"/>
                      <a:pt x="1887" y="6044"/>
                    </a:cubicBezTo>
                    <a:lnTo>
                      <a:pt x="2053" y="5213"/>
                    </a:lnTo>
                    <a:cubicBezTo>
                      <a:pt x="2441" y="3549"/>
                      <a:pt x="3606" y="2218"/>
                      <a:pt x="5214" y="1664"/>
                    </a:cubicBezTo>
                    <a:cubicBezTo>
                      <a:pt x="5380" y="1608"/>
                      <a:pt x="5491" y="1608"/>
                      <a:pt x="5657" y="1608"/>
                    </a:cubicBezTo>
                    <a:close/>
                    <a:moveTo>
                      <a:pt x="5657" y="0"/>
                    </a:moveTo>
                    <a:cubicBezTo>
                      <a:pt x="5491" y="0"/>
                      <a:pt x="5325" y="56"/>
                      <a:pt x="5103" y="111"/>
                    </a:cubicBezTo>
                    <a:cubicBezTo>
                      <a:pt x="3606" y="610"/>
                      <a:pt x="2330" y="1664"/>
                      <a:pt x="1443" y="2995"/>
                    </a:cubicBezTo>
                    <a:cubicBezTo>
                      <a:pt x="1000" y="3715"/>
                      <a:pt x="722" y="4436"/>
                      <a:pt x="556" y="5268"/>
                    </a:cubicBezTo>
                    <a:lnTo>
                      <a:pt x="334" y="6266"/>
                    </a:lnTo>
                    <a:cubicBezTo>
                      <a:pt x="0" y="7984"/>
                      <a:pt x="1349" y="9496"/>
                      <a:pt x="3004" y="9496"/>
                    </a:cubicBezTo>
                    <a:cubicBezTo>
                      <a:pt x="3273" y="9496"/>
                      <a:pt x="3549" y="9457"/>
                      <a:pt x="3828" y="9371"/>
                    </a:cubicBezTo>
                    <a:cubicBezTo>
                      <a:pt x="5269" y="8872"/>
                      <a:pt x="6489" y="7874"/>
                      <a:pt x="7265" y="6599"/>
                    </a:cubicBezTo>
                    <a:cubicBezTo>
                      <a:pt x="7321" y="6488"/>
                      <a:pt x="7376" y="6433"/>
                      <a:pt x="7432" y="6322"/>
                    </a:cubicBezTo>
                    <a:cubicBezTo>
                      <a:pt x="7487" y="6322"/>
                      <a:pt x="7487" y="6266"/>
                      <a:pt x="7487" y="6211"/>
                    </a:cubicBezTo>
                    <a:cubicBezTo>
                      <a:pt x="7543" y="6155"/>
                      <a:pt x="7543" y="6100"/>
                      <a:pt x="7598" y="6100"/>
                    </a:cubicBezTo>
                    <a:cubicBezTo>
                      <a:pt x="7598" y="6044"/>
                      <a:pt x="7654" y="5989"/>
                      <a:pt x="7654" y="5934"/>
                    </a:cubicBezTo>
                    <a:lnTo>
                      <a:pt x="7765" y="5823"/>
                    </a:lnTo>
                    <a:cubicBezTo>
                      <a:pt x="7765" y="5712"/>
                      <a:pt x="7820" y="5656"/>
                      <a:pt x="7875" y="5545"/>
                    </a:cubicBezTo>
                    <a:cubicBezTo>
                      <a:pt x="7875" y="5545"/>
                      <a:pt x="7931" y="5379"/>
                      <a:pt x="7986" y="5324"/>
                    </a:cubicBezTo>
                    <a:lnTo>
                      <a:pt x="7986" y="5213"/>
                    </a:lnTo>
                    <a:cubicBezTo>
                      <a:pt x="8042" y="5046"/>
                      <a:pt x="8097" y="4935"/>
                      <a:pt x="8097" y="4824"/>
                    </a:cubicBezTo>
                    <a:cubicBezTo>
                      <a:pt x="8208" y="4658"/>
                      <a:pt x="8264" y="4436"/>
                      <a:pt x="8264" y="4215"/>
                    </a:cubicBezTo>
                    <a:lnTo>
                      <a:pt x="8485" y="3161"/>
                    </a:lnTo>
                    <a:cubicBezTo>
                      <a:pt x="8541" y="2995"/>
                      <a:pt x="8541" y="2828"/>
                      <a:pt x="8541" y="2662"/>
                    </a:cubicBezTo>
                    <a:lnTo>
                      <a:pt x="8541" y="2496"/>
                    </a:lnTo>
                    <a:cubicBezTo>
                      <a:pt x="8541" y="2496"/>
                      <a:pt x="8541" y="2440"/>
                      <a:pt x="8541" y="2440"/>
                    </a:cubicBezTo>
                    <a:cubicBezTo>
                      <a:pt x="8596" y="2385"/>
                      <a:pt x="8596" y="2385"/>
                      <a:pt x="8541" y="2329"/>
                    </a:cubicBezTo>
                    <a:lnTo>
                      <a:pt x="8541" y="2218"/>
                    </a:lnTo>
                    <a:lnTo>
                      <a:pt x="8541" y="2052"/>
                    </a:lnTo>
                    <a:cubicBezTo>
                      <a:pt x="8541" y="1941"/>
                      <a:pt x="8541" y="1886"/>
                      <a:pt x="8485" y="1775"/>
                    </a:cubicBezTo>
                    <a:cubicBezTo>
                      <a:pt x="8485" y="1719"/>
                      <a:pt x="8430" y="1664"/>
                      <a:pt x="8430" y="1664"/>
                    </a:cubicBezTo>
                    <a:cubicBezTo>
                      <a:pt x="8430" y="1553"/>
                      <a:pt x="8374" y="1497"/>
                      <a:pt x="8374" y="1442"/>
                    </a:cubicBezTo>
                    <a:lnTo>
                      <a:pt x="8264" y="1331"/>
                    </a:lnTo>
                    <a:lnTo>
                      <a:pt x="8264" y="1276"/>
                    </a:lnTo>
                    <a:cubicBezTo>
                      <a:pt x="8264" y="1220"/>
                      <a:pt x="8208" y="1165"/>
                      <a:pt x="8153" y="1054"/>
                    </a:cubicBezTo>
                    <a:cubicBezTo>
                      <a:pt x="8042" y="887"/>
                      <a:pt x="7875" y="777"/>
                      <a:pt x="7765" y="610"/>
                    </a:cubicBezTo>
                    <a:cubicBezTo>
                      <a:pt x="7654" y="555"/>
                      <a:pt x="7598" y="499"/>
                      <a:pt x="7487" y="444"/>
                    </a:cubicBezTo>
                    <a:lnTo>
                      <a:pt x="7376" y="333"/>
                    </a:lnTo>
                    <a:lnTo>
                      <a:pt x="7265" y="277"/>
                    </a:lnTo>
                    <a:lnTo>
                      <a:pt x="7155" y="222"/>
                    </a:lnTo>
                    <a:lnTo>
                      <a:pt x="7099" y="167"/>
                    </a:lnTo>
                    <a:lnTo>
                      <a:pt x="6933" y="111"/>
                    </a:lnTo>
                    <a:cubicBezTo>
                      <a:pt x="6877" y="56"/>
                      <a:pt x="6766" y="56"/>
                      <a:pt x="6656" y="56"/>
                    </a:cubicBezTo>
                    <a:lnTo>
                      <a:pt x="64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48"/>
              <p:cNvSpPr/>
              <p:nvPr/>
            </p:nvSpPr>
            <p:spPr>
              <a:xfrm>
                <a:off x="3944450" y="2147025"/>
                <a:ext cx="1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6" h="1" extrusionOk="0">
                    <a:moveTo>
                      <a:pt x="56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48"/>
              <p:cNvSpPr/>
              <p:nvPr/>
            </p:nvSpPr>
            <p:spPr>
              <a:xfrm>
                <a:off x="3992975" y="21678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97C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48"/>
              <p:cNvSpPr/>
              <p:nvPr/>
            </p:nvSpPr>
            <p:spPr>
              <a:xfrm>
                <a:off x="3410725" y="1993150"/>
                <a:ext cx="162225" cy="162200"/>
              </a:xfrm>
              <a:custGeom>
                <a:avLst/>
                <a:gdLst/>
                <a:ahLst/>
                <a:cxnLst/>
                <a:rect l="l" t="t" r="r" b="b"/>
                <a:pathLst>
                  <a:path w="6489" h="6488" extrusionOk="0">
                    <a:moveTo>
                      <a:pt x="3217" y="0"/>
                    </a:moveTo>
                    <a:lnTo>
                      <a:pt x="1" y="3216"/>
                    </a:lnTo>
                    <a:lnTo>
                      <a:pt x="3217" y="6488"/>
                    </a:lnTo>
                    <a:lnTo>
                      <a:pt x="6488" y="3216"/>
                    </a:lnTo>
                    <a:lnTo>
                      <a:pt x="32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48"/>
              <p:cNvSpPr/>
              <p:nvPr/>
            </p:nvSpPr>
            <p:spPr>
              <a:xfrm>
                <a:off x="3125150" y="1993150"/>
                <a:ext cx="162225" cy="162200"/>
              </a:xfrm>
              <a:custGeom>
                <a:avLst/>
                <a:gdLst/>
                <a:ahLst/>
                <a:cxnLst/>
                <a:rect l="l" t="t" r="r" b="b"/>
                <a:pathLst>
                  <a:path w="6489" h="6488" extrusionOk="0">
                    <a:moveTo>
                      <a:pt x="3217" y="0"/>
                    </a:moveTo>
                    <a:lnTo>
                      <a:pt x="1" y="3216"/>
                    </a:lnTo>
                    <a:lnTo>
                      <a:pt x="3217" y="6488"/>
                    </a:lnTo>
                    <a:lnTo>
                      <a:pt x="6488" y="3216"/>
                    </a:lnTo>
                    <a:lnTo>
                      <a:pt x="3217" y="0"/>
                    </a:lnTo>
                    <a:close/>
                  </a:path>
                </a:pathLst>
              </a:custGeom>
              <a:solidFill>
                <a:srgbClr val="345B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48"/>
              <p:cNvSpPr/>
              <p:nvPr/>
            </p:nvSpPr>
            <p:spPr>
              <a:xfrm>
                <a:off x="2839575" y="1993150"/>
                <a:ext cx="160850" cy="162200"/>
              </a:xfrm>
              <a:custGeom>
                <a:avLst/>
                <a:gdLst/>
                <a:ahLst/>
                <a:cxnLst/>
                <a:rect l="l" t="t" r="r" b="b"/>
                <a:pathLst>
                  <a:path w="6434" h="6488" extrusionOk="0">
                    <a:moveTo>
                      <a:pt x="3217" y="0"/>
                    </a:moveTo>
                    <a:lnTo>
                      <a:pt x="1" y="3216"/>
                    </a:lnTo>
                    <a:lnTo>
                      <a:pt x="3217" y="6488"/>
                    </a:lnTo>
                    <a:lnTo>
                      <a:pt x="6433" y="3216"/>
                    </a:lnTo>
                    <a:lnTo>
                      <a:pt x="3217" y="0"/>
                    </a:lnTo>
                    <a:close/>
                  </a:path>
                </a:pathLst>
              </a:custGeom>
              <a:solidFill>
                <a:srgbClr val="345B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48"/>
              <p:cNvSpPr/>
              <p:nvPr/>
            </p:nvSpPr>
            <p:spPr>
              <a:xfrm>
                <a:off x="1873350" y="2088125"/>
                <a:ext cx="993975" cy="496975"/>
              </a:xfrm>
              <a:custGeom>
                <a:avLst/>
                <a:gdLst/>
                <a:ahLst/>
                <a:cxnLst/>
                <a:rect l="l" t="t" r="r" b="b"/>
                <a:pathLst>
                  <a:path w="39759" h="19879" extrusionOk="0">
                    <a:moveTo>
                      <a:pt x="19910" y="1"/>
                    </a:moveTo>
                    <a:cubicBezTo>
                      <a:pt x="18996" y="1"/>
                      <a:pt x="18070" y="64"/>
                      <a:pt x="17135" y="194"/>
                    </a:cubicBezTo>
                    <a:cubicBezTo>
                      <a:pt x="15970" y="360"/>
                      <a:pt x="14861" y="637"/>
                      <a:pt x="13752" y="970"/>
                    </a:cubicBezTo>
                    <a:cubicBezTo>
                      <a:pt x="12699" y="1303"/>
                      <a:pt x="11756" y="1691"/>
                      <a:pt x="10813" y="2190"/>
                    </a:cubicBezTo>
                    <a:cubicBezTo>
                      <a:pt x="4159" y="5572"/>
                      <a:pt x="0" y="12448"/>
                      <a:pt x="0" y="19879"/>
                    </a:cubicBezTo>
                    <a:lnTo>
                      <a:pt x="39759" y="19879"/>
                    </a:lnTo>
                    <a:cubicBezTo>
                      <a:pt x="39759" y="8785"/>
                      <a:pt x="30709" y="1"/>
                      <a:pt x="199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48"/>
              <p:cNvSpPr/>
              <p:nvPr/>
            </p:nvSpPr>
            <p:spPr>
              <a:xfrm>
                <a:off x="1992575" y="2208025"/>
                <a:ext cx="755525" cy="377075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15083" extrusionOk="0">
                    <a:moveTo>
                      <a:pt x="15083" y="0"/>
                    </a:moveTo>
                    <a:cubicBezTo>
                      <a:pt x="6765" y="0"/>
                      <a:pt x="0" y="6765"/>
                      <a:pt x="0" y="15083"/>
                    </a:cubicBezTo>
                    <a:lnTo>
                      <a:pt x="30221" y="15083"/>
                    </a:lnTo>
                    <a:cubicBezTo>
                      <a:pt x="30221" y="6765"/>
                      <a:pt x="23456" y="0"/>
                      <a:pt x="15083" y="0"/>
                    </a:cubicBezTo>
                    <a:close/>
                  </a:path>
                </a:pathLst>
              </a:custGeom>
              <a:solidFill>
                <a:srgbClr val="EFEC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48"/>
              <p:cNvSpPr/>
              <p:nvPr/>
            </p:nvSpPr>
            <p:spPr>
              <a:xfrm>
                <a:off x="1992575" y="2208025"/>
                <a:ext cx="755525" cy="377075"/>
              </a:xfrm>
              <a:custGeom>
                <a:avLst/>
                <a:gdLst/>
                <a:ahLst/>
                <a:cxnLst/>
                <a:rect l="l" t="t" r="r" b="b"/>
                <a:pathLst>
                  <a:path w="30221" h="15083" extrusionOk="0">
                    <a:moveTo>
                      <a:pt x="15083" y="0"/>
                    </a:moveTo>
                    <a:cubicBezTo>
                      <a:pt x="6765" y="0"/>
                      <a:pt x="0" y="6765"/>
                      <a:pt x="0" y="15083"/>
                    </a:cubicBezTo>
                    <a:lnTo>
                      <a:pt x="30221" y="15083"/>
                    </a:lnTo>
                    <a:cubicBezTo>
                      <a:pt x="30221" y="6765"/>
                      <a:pt x="23456" y="0"/>
                      <a:pt x="150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48"/>
              <p:cNvSpPr/>
              <p:nvPr/>
            </p:nvSpPr>
            <p:spPr>
              <a:xfrm>
                <a:off x="2023075" y="2306375"/>
                <a:ext cx="969025" cy="744525"/>
              </a:xfrm>
              <a:custGeom>
                <a:avLst/>
                <a:gdLst/>
                <a:ahLst/>
                <a:cxnLst/>
                <a:rect l="l" t="t" r="r" b="b"/>
                <a:pathLst>
                  <a:path w="38761" h="29781" extrusionOk="0">
                    <a:moveTo>
                      <a:pt x="21484" y="1"/>
                    </a:moveTo>
                    <a:cubicBezTo>
                      <a:pt x="18118" y="1"/>
                      <a:pt x="14709" y="858"/>
                      <a:pt x="11589" y="2665"/>
                    </a:cubicBezTo>
                    <a:cubicBezTo>
                      <a:pt x="10813" y="3108"/>
                      <a:pt x="10037" y="3607"/>
                      <a:pt x="9316" y="4162"/>
                    </a:cubicBezTo>
                    <a:cubicBezTo>
                      <a:pt x="8373" y="4883"/>
                      <a:pt x="7541" y="5715"/>
                      <a:pt x="6765" y="6546"/>
                    </a:cubicBezTo>
                    <a:cubicBezTo>
                      <a:pt x="998" y="12979"/>
                      <a:pt x="0" y="22350"/>
                      <a:pt x="4325" y="29780"/>
                    </a:cubicBezTo>
                    <a:lnTo>
                      <a:pt x="38760" y="9929"/>
                    </a:lnTo>
                    <a:cubicBezTo>
                      <a:pt x="35040" y="3567"/>
                      <a:pt x="28349" y="1"/>
                      <a:pt x="214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48"/>
              <p:cNvSpPr/>
              <p:nvPr/>
            </p:nvSpPr>
            <p:spPr>
              <a:xfrm>
                <a:off x="2129800" y="2424925"/>
                <a:ext cx="758325" cy="566375"/>
              </a:xfrm>
              <a:custGeom>
                <a:avLst/>
                <a:gdLst/>
                <a:ahLst/>
                <a:cxnLst/>
                <a:rect l="l" t="t" r="r" b="b"/>
                <a:pathLst>
                  <a:path w="30333" h="22655" extrusionOk="0">
                    <a:moveTo>
                      <a:pt x="17249" y="1"/>
                    </a:moveTo>
                    <a:cubicBezTo>
                      <a:pt x="14682" y="1"/>
                      <a:pt x="12082" y="655"/>
                      <a:pt x="9705" y="2026"/>
                    </a:cubicBezTo>
                    <a:cubicBezTo>
                      <a:pt x="2441" y="6185"/>
                      <a:pt x="1" y="15445"/>
                      <a:pt x="4160" y="22654"/>
                    </a:cubicBezTo>
                    <a:lnTo>
                      <a:pt x="30333" y="7571"/>
                    </a:lnTo>
                    <a:cubicBezTo>
                      <a:pt x="27545" y="2703"/>
                      <a:pt x="22466" y="1"/>
                      <a:pt x="17249" y="1"/>
                    </a:cubicBezTo>
                    <a:close/>
                  </a:path>
                </a:pathLst>
              </a:custGeom>
              <a:solidFill>
                <a:srgbClr val="EFEC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48"/>
              <p:cNvSpPr/>
              <p:nvPr/>
            </p:nvSpPr>
            <p:spPr>
              <a:xfrm>
                <a:off x="2129800" y="2424925"/>
                <a:ext cx="758325" cy="566375"/>
              </a:xfrm>
              <a:custGeom>
                <a:avLst/>
                <a:gdLst/>
                <a:ahLst/>
                <a:cxnLst/>
                <a:rect l="l" t="t" r="r" b="b"/>
                <a:pathLst>
                  <a:path w="30333" h="22655" extrusionOk="0">
                    <a:moveTo>
                      <a:pt x="17249" y="1"/>
                    </a:moveTo>
                    <a:cubicBezTo>
                      <a:pt x="14682" y="1"/>
                      <a:pt x="12082" y="655"/>
                      <a:pt x="9705" y="2026"/>
                    </a:cubicBezTo>
                    <a:cubicBezTo>
                      <a:pt x="2441" y="6185"/>
                      <a:pt x="1" y="15445"/>
                      <a:pt x="4160" y="22654"/>
                    </a:cubicBezTo>
                    <a:lnTo>
                      <a:pt x="30333" y="7571"/>
                    </a:lnTo>
                    <a:cubicBezTo>
                      <a:pt x="27545" y="2703"/>
                      <a:pt x="22466" y="1"/>
                      <a:pt x="172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48"/>
              <p:cNvSpPr/>
              <p:nvPr/>
            </p:nvSpPr>
            <p:spPr>
              <a:xfrm>
                <a:off x="2548450" y="1573100"/>
                <a:ext cx="524050" cy="679300"/>
              </a:xfrm>
              <a:custGeom>
                <a:avLst/>
                <a:gdLst/>
                <a:ahLst/>
                <a:cxnLst/>
                <a:rect l="l" t="t" r="r" b="b"/>
                <a:pathLst>
                  <a:path w="20962" h="27172" extrusionOk="0">
                    <a:moveTo>
                      <a:pt x="10315" y="0"/>
                    </a:moveTo>
                    <a:cubicBezTo>
                      <a:pt x="7376" y="2551"/>
                      <a:pt x="5102" y="5712"/>
                      <a:pt x="3605" y="9261"/>
                    </a:cubicBezTo>
                    <a:cubicBezTo>
                      <a:pt x="3605" y="9316"/>
                      <a:pt x="3605" y="9316"/>
                      <a:pt x="3605" y="9372"/>
                    </a:cubicBezTo>
                    <a:cubicBezTo>
                      <a:pt x="1" y="17800"/>
                      <a:pt x="1110" y="27172"/>
                      <a:pt x="10315" y="27172"/>
                    </a:cubicBezTo>
                    <a:cubicBezTo>
                      <a:pt x="14030" y="27172"/>
                      <a:pt x="16415" y="25619"/>
                      <a:pt x="17745" y="23235"/>
                    </a:cubicBezTo>
                    <a:cubicBezTo>
                      <a:pt x="20962" y="17301"/>
                      <a:pt x="17357" y="6045"/>
                      <a:pt x="103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48"/>
              <p:cNvSpPr/>
              <p:nvPr/>
            </p:nvSpPr>
            <p:spPr>
              <a:xfrm>
                <a:off x="2806300" y="1796300"/>
                <a:ext cx="25" cy="6709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6839" fill="none" extrusionOk="0">
                    <a:moveTo>
                      <a:pt x="1" y="0"/>
                    </a:moveTo>
                    <a:lnTo>
                      <a:pt x="1" y="26838"/>
                    </a:lnTo>
                  </a:path>
                </a:pathLst>
              </a:custGeom>
              <a:noFill/>
              <a:ln w="4150" cap="flat" cmpd="sng">
                <a:solidFill>
                  <a:schemeClr val="lt1"/>
                </a:solidFill>
                <a:prstDash val="solid"/>
                <a:miter lim="5545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48"/>
              <p:cNvSpPr/>
              <p:nvPr/>
            </p:nvSpPr>
            <p:spPr>
              <a:xfrm>
                <a:off x="2655200" y="1887775"/>
                <a:ext cx="151125" cy="257875"/>
              </a:xfrm>
              <a:custGeom>
                <a:avLst/>
                <a:gdLst/>
                <a:ahLst/>
                <a:cxnLst/>
                <a:rect l="l" t="t" r="r" b="b"/>
                <a:pathLst>
                  <a:path w="6045" h="10315" fill="none" extrusionOk="0">
                    <a:moveTo>
                      <a:pt x="1553" y="1"/>
                    </a:moveTo>
                    <a:lnTo>
                      <a:pt x="6045" y="3772"/>
                    </a:lnTo>
                    <a:lnTo>
                      <a:pt x="6045" y="10315"/>
                    </a:lnTo>
                    <a:lnTo>
                      <a:pt x="1" y="5768"/>
                    </a:lnTo>
                  </a:path>
                </a:pathLst>
              </a:custGeom>
              <a:noFill/>
              <a:ln w="4150" cap="flat" cmpd="sng">
                <a:solidFill>
                  <a:schemeClr val="lt1"/>
                </a:solidFill>
                <a:prstDash val="solid"/>
                <a:miter lim="5545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48"/>
              <p:cNvSpPr/>
              <p:nvPr/>
            </p:nvSpPr>
            <p:spPr>
              <a:xfrm>
                <a:off x="2806300" y="1887775"/>
                <a:ext cx="151150" cy="257875"/>
              </a:xfrm>
              <a:custGeom>
                <a:avLst/>
                <a:gdLst/>
                <a:ahLst/>
                <a:cxnLst/>
                <a:rect l="l" t="t" r="r" b="b"/>
                <a:pathLst>
                  <a:path w="6046" h="10315" fill="none" extrusionOk="0">
                    <a:moveTo>
                      <a:pt x="4492" y="1"/>
                    </a:moveTo>
                    <a:lnTo>
                      <a:pt x="1" y="3772"/>
                    </a:lnTo>
                    <a:lnTo>
                      <a:pt x="1" y="10315"/>
                    </a:lnTo>
                    <a:lnTo>
                      <a:pt x="6045" y="5768"/>
                    </a:lnTo>
                  </a:path>
                </a:pathLst>
              </a:custGeom>
              <a:noFill/>
              <a:ln w="4150" cap="flat" cmpd="sng">
                <a:solidFill>
                  <a:schemeClr val="lt1"/>
                </a:solidFill>
                <a:prstDash val="solid"/>
                <a:miter lim="5545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48"/>
              <p:cNvSpPr/>
              <p:nvPr/>
            </p:nvSpPr>
            <p:spPr>
              <a:xfrm>
                <a:off x="2298925" y="1955900"/>
                <a:ext cx="451950" cy="441075"/>
              </a:xfrm>
              <a:custGeom>
                <a:avLst/>
                <a:gdLst/>
                <a:ahLst/>
                <a:cxnLst/>
                <a:rect l="l" t="t" r="r" b="b"/>
                <a:pathLst>
                  <a:path w="18078" h="17643" extrusionOk="0">
                    <a:moveTo>
                      <a:pt x="1463" y="0"/>
                    </a:moveTo>
                    <a:cubicBezTo>
                      <a:pt x="1029" y="0"/>
                      <a:pt x="596" y="16"/>
                      <a:pt x="167" y="48"/>
                    </a:cubicBezTo>
                    <a:cubicBezTo>
                      <a:pt x="1" y="3154"/>
                      <a:pt x="500" y="6204"/>
                      <a:pt x="1664" y="9087"/>
                    </a:cubicBezTo>
                    <a:cubicBezTo>
                      <a:pt x="1609" y="9087"/>
                      <a:pt x="1609" y="9087"/>
                      <a:pt x="1664" y="9142"/>
                    </a:cubicBezTo>
                    <a:cubicBezTo>
                      <a:pt x="3608" y="13924"/>
                      <a:pt x="7078" y="17643"/>
                      <a:pt x="10775" y="17643"/>
                    </a:cubicBezTo>
                    <a:cubicBezTo>
                      <a:pt x="12351" y="17643"/>
                      <a:pt x="13969" y="16967"/>
                      <a:pt x="15527" y="15408"/>
                    </a:cubicBezTo>
                    <a:cubicBezTo>
                      <a:pt x="17579" y="13301"/>
                      <a:pt x="18078" y="11083"/>
                      <a:pt x="17468" y="9032"/>
                    </a:cubicBezTo>
                    <a:cubicBezTo>
                      <a:pt x="16006" y="4123"/>
                      <a:pt x="8494" y="0"/>
                      <a:pt x="146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48"/>
              <p:cNvSpPr/>
              <p:nvPr/>
            </p:nvSpPr>
            <p:spPr>
              <a:xfrm>
                <a:off x="2429250" y="2083250"/>
                <a:ext cx="378475" cy="378475"/>
              </a:xfrm>
              <a:custGeom>
                <a:avLst/>
                <a:gdLst/>
                <a:ahLst/>
                <a:cxnLst/>
                <a:rect l="l" t="t" r="r" b="b"/>
                <a:pathLst>
                  <a:path w="15139" h="15139" fill="none" extrusionOk="0">
                    <a:moveTo>
                      <a:pt x="0" y="1"/>
                    </a:moveTo>
                    <a:lnTo>
                      <a:pt x="15138" y="15139"/>
                    </a:lnTo>
                  </a:path>
                </a:pathLst>
              </a:custGeom>
              <a:noFill/>
              <a:ln w="4150" cap="flat" cmpd="sng">
                <a:solidFill>
                  <a:schemeClr val="lt1"/>
                </a:solidFill>
                <a:prstDash val="solid"/>
                <a:miter lim="5545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48"/>
              <p:cNvSpPr/>
              <p:nvPr/>
            </p:nvSpPr>
            <p:spPr>
              <a:xfrm>
                <a:off x="2418150" y="2188600"/>
                <a:ext cx="207975" cy="113700"/>
              </a:xfrm>
              <a:custGeom>
                <a:avLst/>
                <a:gdLst/>
                <a:ahLst/>
                <a:cxnLst/>
                <a:rect l="l" t="t" r="r" b="b"/>
                <a:pathLst>
                  <a:path w="8319" h="4548" fill="none" extrusionOk="0">
                    <a:moveTo>
                      <a:pt x="1" y="444"/>
                    </a:moveTo>
                    <a:lnTo>
                      <a:pt x="4658" y="1"/>
                    </a:lnTo>
                    <a:lnTo>
                      <a:pt x="8318" y="3661"/>
                    </a:lnTo>
                    <a:lnTo>
                      <a:pt x="2330" y="4548"/>
                    </a:lnTo>
                  </a:path>
                </a:pathLst>
              </a:custGeom>
              <a:noFill/>
              <a:ln w="4150" cap="flat" cmpd="sng">
                <a:solidFill>
                  <a:schemeClr val="lt1"/>
                </a:solidFill>
                <a:prstDash val="solid"/>
                <a:miter lim="5545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48"/>
              <p:cNvSpPr/>
              <p:nvPr/>
            </p:nvSpPr>
            <p:spPr>
              <a:xfrm>
                <a:off x="2534600" y="2072150"/>
                <a:ext cx="112325" cy="207975"/>
              </a:xfrm>
              <a:custGeom>
                <a:avLst/>
                <a:gdLst/>
                <a:ahLst/>
                <a:cxnLst/>
                <a:rect l="l" t="t" r="r" b="b"/>
                <a:pathLst>
                  <a:path w="4493" h="8319" fill="none" extrusionOk="0">
                    <a:moveTo>
                      <a:pt x="389" y="1"/>
                    </a:moveTo>
                    <a:lnTo>
                      <a:pt x="0" y="4659"/>
                    </a:lnTo>
                    <a:lnTo>
                      <a:pt x="3660" y="8319"/>
                    </a:lnTo>
                    <a:lnTo>
                      <a:pt x="4492" y="2330"/>
                    </a:lnTo>
                  </a:path>
                </a:pathLst>
              </a:custGeom>
              <a:noFill/>
              <a:ln w="4150" cap="flat" cmpd="sng">
                <a:solidFill>
                  <a:schemeClr val="lt1"/>
                </a:solidFill>
                <a:prstDash val="solid"/>
                <a:miter lim="5545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48"/>
              <p:cNvSpPr/>
              <p:nvPr/>
            </p:nvSpPr>
            <p:spPr>
              <a:xfrm>
                <a:off x="2798000" y="1955825"/>
                <a:ext cx="526800" cy="439875"/>
              </a:xfrm>
              <a:custGeom>
                <a:avLst/>
                <a:gdLst/>
                <a:ahLst/>
                <a:cxnLst/>
                <a:rect l="l" t="t" r="r" b="b"/>
                <a:pathLst>
                  <a:path w="21072" h="17595" extrusionOk="0">
                    <a:moveTo>
                      <a:pt x="19098" y="0"/>
                    </a:moveTo>
                    <a:cubicBezTo>
                      <a:pt x="16513" y="0"/>
                      <a:pt x="13924" y="509"/>
                      <a:pt x="11534" y="1493"/>
                    </a:cubicBezTo>
                    <a:lnTo>
                      <a:pt x="11479" y="1493"/>
                    </a:lnTo>
                    <a:cubicBezTo>
                      <a:pt x="4658" y="4266"/>
                      <a:pt x="0" y="10199"/>
                      <a:pt x="5157" y="15356"/>
                    </a:cubicBezTo>
                    <a:cubicBezTo>
                      <a:pt x="6717" y="16916"/>
                      <a:pt x="8337" y="17594"/>
                      <a:pt x="9929" y="17594"/>
                    </a:cubicBezTo>
                    <a:cubicBezTo>
                      <a:pt x="10487" y="17594"/>
                      <a:pt x="11042" y="17511"/>
                      <a:pt x="11589" y="17352"/>
                    </a:cubicBezTo>
                    <a:cubicBezTo>
                      <a:pt x="16746" y="15800"/>
                      <a:pt x="21072" y="7426"/>
                      <a:pt x="20517" y="51"/>
                    </a:cubicBezTo>
                    <a:cubicBezTo>
                      <a:pt x="20045" y="17"/>
                      <a:pt x="19572" y="0"/>
                      <a:pt x="190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48"/>
              <p:cNvSpPr/>
              <p:nvPr/>
            </p:nvSpPr>
            <p:spPr>
              <a:xfrm>
                <a:off x="2967125" y="2070775"/>
                <a:ext cx="112300" cy="209350"/>
              </a:xfrm>
              <a:custGeom>
                <a:avLst/>
                <a:gdLst/>
                <a:ahLst/>
                <a:cxnLst/>
                <a:rect l="l" t="t" r="r" b="b"/>
                <a:pathLst>
                  <a:path w="4492" h="8374" fill="none" extrusionOk="0">
                    <a:moveTo>
                      <a:pt x="4104" y="0"/>
                    </a:moveTo>
                    <a:lnTo>
                      <a:pt x="4492" y="4658"/>
                    </a:lnTo>
                    <a:lnTo>
                      <a:pt x="832" y="8374"/>
                    </a:lnTo>
                    <a:lnTo>
                      <a:pt x="0" y="2385"/>
                    </a:lnTo>
                  </a:path>
                </a:pathLst>
              </a:custGeom>
              <a:noFill/>
              <a:ln w="4150" cap="flat" cmpd="sng">
                <a:solidFill>
                  <a:schemeClr val="lt1"/>
                </a:solidFill>
                <a:prstDash val="solid"/>
                <a:miter lim="5545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48"/>
              <p:cNvSpPr/>
              <p:nvPr/>
            </p:nvSpPr>
            <p:spPr>
              <a:xfrm>
                <a:off x="2987900" y="2187225"/>
                <a:ext cx="207975" cy="113700"/>
              </a:xfrm>
              <a:custGeom>
                <a:avLst/>
                <a:gdLst/>
                <a:ahLst/>
                <a:cxnLst/>
                <a:rect l="l" t="t" r="r" b="b"/>
                <a:pathLst>
                  <a:path w="8319" h="4548" fill="none" extrusionOk="0">
                    <a:moveTo>
                      <a:pt x="8319" y="444"/>
                    </a:moveTo>
                    <a:lnTo>
                      <a:pt x="3661" y="0"/>
                    </a:lnTo>
                    <a:lnTo>
                      <a:pt x="1" y="3716"/>
                    </a:lnTo>
                    <a:lnTo>
                      <a:pt x="5990" y="4547"/>
                    </a:lnTo>
                  </a:path>
                </a:pathLst>
              </a:custGeom>
              <a:noFill/>
              <a:ln w="4150" cap="flat" cmpd="sng">
                <a:solidFill>
                  <a:schemeClr val="lt1"/>
                </a:solidFill>
                <a:prstDash val="solid"/>
                <a:miter lim="5545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48"/>
              <p:cNvSpPr/>
              <p:nvPr/>
            </p:nvSpPr>
            <p:spPr>
              <a:xfrm>
                <a:off x="2806300" y="2083250"/>
                <a:ext cx="378500" cy="378475"/>
              </a:xfrm>
              <a:custGeom>
                <a:avLst/>
                <a:gdLst/>
                <a:ahLst/>
                <a:cxnLst/>
                <a:rect l="l" t="t" r="r" b="b"/>
                <a:pathLst>
                  <a:path w="15140" h="15139" fill="none" extrusionOk="0">
                    <a:moveTo>
                      <a:pt x="15139" y="1"/>
                    </a:moveTo>
                    <a:lnTo>
                      <a:pt x="1" y="15139"/>
                    </a:lnTo>
                  </a:path>
                </a:pathLst>
              </a:custGeom>
              <a:noFill/>
              <a:ln w="4150" cap="flat" cmpd="sng">
                <a:solidFill>
                  <a:schemeClr val="lt1"/>
                </a:solidFill>
                <a:prstDash val="solid"/>
                <a:miter lim="5545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48"/>
              <p:cNvSpPr/>
              <p:nvPr/>
            </p:nvSpPr>
            <p:spPr>
              <a:xfrm>
                <a:off x="2304475" y="2398950"/>
                <a:ext cx="779125" cy="927825"/>
              </a:xfrm>
              <a:custGeom>
                <a:avLst/>
                <a:gdLst/>
                <a:ahLst/>
                <a:cxnLst/>
                <a:rect l="l" t="t" r="r" b="b"/>
                <a:pathLst>
                  <a:path w="31165" h="37113" extrusionOk="0">
                    <a:moveTo>
                      <a:pt x="21233" y="1"/>
                    </a:moveTo>
                    <a:cubicBezTo>
                      <a:pt x="14381" y="1"/>
                      <a:pt x="7707" y="3553"/>
                      <a:pt x="3993" y="9941"/>
                    </a:cubicBezTo>
                    <a:cubicBezTo>
                      <a:pt x="3549" y="10717"/>
                      <a:pt x="3161" y="11549"/>
                      <a:pt x="2829" y="12381"/>
                    </a:cubicBezTo>
                    <a:cubicBezTo>
                      <a:pt x="2330" y="13490"/>
                      <a:pt x="1997" y="14599"/>
                      <a:pt x="1775" y="15764"/>
                    </a:cubicBezTo>
                    <a:cubicBezTo>
                      <a:pt x="1" y="24192"/>
                      <a:pt x="3827" y="32787"/>
                      <a:pt x="11313" y="37112"/>
                    </a:cubicBezTo>
                    <a:lnTo>
                      <a:pt x="31164" y="2677"/>
                    </a:lnTo>
                    <a:cubicBezTo>
                      <a:pt x="28033" y="864"/>
                      <a:pt x="24611" y="1"/>
                      <a:pt x="212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48"/>
              <p:cNvSpPr/>
              <p:nvPr/>
            </p:nvSpPr>
            <p:spPr>
              <a:xfrm>
                <a:off x="2404300" y="2518125"/>
                <a:ext cx="619675" cy="704675"/>
              </a:xfrm>
              <a:custGeom>
                <a:avLst/>
                <a:gdLst/>
                <a:ahLst/>
                <a:cxnLst/>
                <a:rect l="l" t="t" r="r" b="b"/>
                <a:pathLst>
                  <a:path w="24787" h="28187" extrusionOk="0">
                    <a:moveTo>
                      <a:pt x="17279" y="0"/>
                    </a:moveTo>
                    <a:cubicBezTo>
                      <a:pt x="12049" y="0"/>
                      <a:pt x="6953" y="2716"/>
                      <a:pt x="4159" y="7559"/>
                    </a:cubicBezTo>
                    <a:cubicBezTo>
                      <a:pt x="0" y="14767"/>
                      <a:pt x="2440" y="24028"/>
                      <a:pt x="9704" y="28186"/>
                    </a:cubicBezTo>
                    <a:lnTo>
                      <a:pt x="24787" y="2013"/>
                    </a:lnTo>
                    <a:cubicBezTo>
                      <a:pt x="22421" y="648"/>
                      <a:pt x="19834" y="0"/>
                      <a:pt x="17279" y="0"/>
                    </a:cubicBezTo>
                    <a:close/>
                  </a:path>
                </a:pathLst>
              </a:custGeom>
              <a:solidFill>
                <a:srgbClr val="EFEC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48"/>
              <p:cNvSpPr/>
              <p:nvPr/>
            </p:nvSpPr>
            <p:spPr>
              <a:xfrm>
                <a:off x="2404300" y="2518125"/>
                <a:ext cx="619675" cy="704675"/>
              </a:xfrm>
              <a:custGeom>
                <a:avLst/>
                <a:gdLst/>
                <a:ahLst/>
                <a:cxnLst/>
                <a:rect l="l" t="t" r="r" b="b"/>
                <a:pathLst>
                  <a:path w="24787" h="28187" extrusionOk="0">
                    <a:moveTo>
                      <a:pt x="17279" y="0"/>
                    </a:moveTo>
                    <a:cubicBezTo>
                      <a:pt x="12049" y="0"/>
                      <a:pt x="6953" y="2716"/>
                      <a:pt x="4159" y="7559"/>
                    </a:cubicBezTo>
                    <a:cubicBezTo>
                      <a:pt x="0" y="14767"/>
                      <a:pt x="2440" y="24028"/>
                      <a:pt x="9704" y="28186"/>
                    </a:cubicBezTo>
                    <a:lnTo>
                      <a:pt x="24787" y="2013"/>
                    </a:lnTo>
                    <a:cubicBezTo>
                      <a:pt x="22421" y="648"/>
                      <a:pt x="19834" y="0"/>
                      <a:pt x="172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7BE7DF21-F88C-4889-BD18-88B67CF62324}"/>
              </a:ext>
            </a:extLst>
          </p:cNvPr>
          <p:cNvSpPr txBox="1"/>
          <p:nvPr/>
        </p:nvSpPr>
        <p:spPr>
          <a:xfrm>
            <a:off x="3074180" y="2180606"/>
            <a:ext cx="40170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9600" b="0" i="0" u="none" strike="noStrike" kern="0" cap="none" normalizeH="0" baseline="0" noProof="0" dirty="0">
                <a:ln>
                  <a:noFill/>
                </a:ln>
                <a:solidFill>
                  <a:srgbClr val="F1EFF2"/>
                </a:solidFill>
                <a:effectLst/>
                <a:uLnTx/>
                <a:uFillTx/>
                <a:latin typeface="Hammersmith One"/>
                <a:sym typeface="Hammersmith One"/>
              </a:rPr>
              <a:t>Kasih</a:t>
            </a:r>
            <a:endParaRPr lang="en-US" dirty="0">
              <a:solidFill>
                <a:srgbClr val="F1EF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3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Vietnamese Street Food Restaurant Pitch Deck by Slidesgo">
  <a:themeElements>
    <a:clrScheme name="Simple Light">
      <a:dk1>
        <a:srgbClr val="801C1C"/>
      </a:dk1>
      <a:lt1>
        <a:srgbClr val="F1EFF2"/>
      </a:lt1>
      <a:dk2>
        <a:srgbClr val="B33C3C"/>
      </a:dk2>
      <a:lt2>
        <a:srgbClr val="15232B"/>
      </a:lt2>
      <a:accent1>
        <a:srgbClr val="293F7F"/>
      </a:accent1>
      <a:accent2>
        <a:srgbClr val="E38C45"/>
      </a:accent2>
      <a:accent3>
        <a:srgbClr val="EBB043"/>
      </a:accent3>
      <a:accent4>
        <a:srgbClr val="7D9444"/>
      </a:accent4>
      <a:accent5>
        <a:srgbClr val="345B37"/>
      </a:accent5>
      <a:accent6>
        <a:srgbClr val="E17247"/>
      </a:accent6>
      <a:hlink>
        <a:srgbClr val="F1EFF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417</Words>
  <Application>Microsoft Office PowerPoint</Application>
  <PresentationFormat>On-screen Show (16:9)</PresentationFormat>
  <Paragraphs>36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Hammersmith One</vt:lpstr>
      <vt:lpstr>Palanquin Dark</vt:lpstr>
      <vt:lpstr>Chivo</vt:lpstr>
      <vt:lpstr>Roboto Condensed Light</vt:lpstr>
      <vt:lpstr>Arial</vt:lpstr>
      <vt:lpstr>Fredoka One</vt:lpstr>
      <vt:lpstr>Vietnamese Street Food Restaurant Pitch Deck by Slidesgo</vt:lpstr>
      <vt:lpstr>Inisialisasi Proyek Sistem Informasi</vt:lpstr>
      <vt:lpstr>KELOMPOK 4</vt:lpstr>
      <vt:lpstr>PowerPoint Presentation</vt:lpstr>
      <vt:lpstr>Latar Belakang</vt:lpstr>
      <vt:lpstr>Identifikasi Masalah</vt:lpstr>
      <vt:lpstr>Solusi</vt:lpstr>
      <vt:lpstr>Tujuan</vt:lpstr>
      <vt:lpstr>Ruang Lingkup</vt:lpstr>
      <vt:lpstr>BPMN</vt:lpstr>
      <vt:lpstr>Kesimpulan</vt:lpstr>
      <vt:lpstr>Terima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VIETNAMESE STREET FOOD RESTAURANT PITCH DECK</dc:title>
  <cp:lastModifiedBy>Fatur Rahman</cp:lastModifiedBy>
  <cp:revision>46</cp:revision>
  <dcterms:modified xsi:type="dcterms:W3CDTF">2025-10-06T02:26:11Z</dcterms:modified>
</cp:coreProperties>
</file>